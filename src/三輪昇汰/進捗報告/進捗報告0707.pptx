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4"/>
  </p:notesMasterIdLst>
  <p:sldIdLst>
    <p:sldId id="256" r:id="rId2"/>
    <p:sldId id="257" r:id="rId3"/>
    <p:sldId id="276" r:id="rId4"/>
    <p:sldId id="262" r:id="rId5"/>
    <p:sldId id="273" r:id="rId6"/>
    <p:sldId id="274" r:id="rId7"/>
    <p:sldId id="275" r:id="rId8"/>
    <p:sldId id="277" r:id="rId9"/>
    <p:sldId id="278" r:id="rId10"/>
    <p:sldId id="279" r:id="rId11"/>
    <p:sldId id="280" r:id="rId12"/>
    <p:sldId id="269"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1FB71-A051-4E0E-AB97-712272489FA9}" v="196" dt="2025-07-07T03:40:37.45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107" d="100"/>
          <a:sy n="107" d="100"/>
        </p:scale>
        <p:origin x="75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昇汰 三輪" userId="ce91b2adc13b8b7b" providerId="LiveId" clId="{D3888F12-5FBA-4CD0-B4B3-B398391AAB94}"/>
    <pc:docChg chg="custSel delSld modSld">
      <pc:chgData name="昇汰 三輪" userId="ce91b2adc13b8b7b" providerId="LiveId" clId="{D3888F12-5FBA-4CD0-B4B3-B398391AAB94}" dt="2025-05-29T03:49:00.544" v="34" actId="47"/>
      <pc:docMkLst>
        <pc:docMk/>
      </pc:docMkLst>
      <pc:sldChg chg="modSp mod">
        <pc:chgData name="昇汰 三輪" userId="ce91b2adc13b8b7b" providerId="LiveId" clId="{D3888F12-5FBA-4CD0-B4B3-B398391AAB94}" dt="2025-05-29T03:45:53.937" v="4" actId="20577"/>
        <pc:sldMkLst>
          <pc:docMk/>
          <pc:sldMk cId="3730098426" sldId="256"/>
        </pc:sldMkLst>
        <pc:spChg chg="mod">
          <ac:chgData name="昇汰 三輪" userId="ce91b2adc13b8b7b" providerId="LiveId" clId="{D3888F12-5FBA-4CD0-B4B3-B398391AAB94}" dt="2025-05-29T03:45:53.937" v="4" actId="20577"/>
          <ac:spMkLst>
            <pc:docMk/>
            <pc:sldMk cId="3730098426" sldId="256"/>
            <ac:spMk id="3" creationId="{192DF71A-4D5A-C01D-C3AD-C999293F80D5}"/>
          </ac:spMkLst>
        </pc:spChg>
      </pc:sldChg>
      <pc:sldChg chg="modSp del mod">
        <pc:chgData name="昇汰 三輪" userId="ce91b2adc13b8b7b" providerId="LiveId" clId="{D3888F12-5FBA-4CD0-B4B3-B398391AAB94}" dt="2025-05-29T03:49:00.544" v="34" actId="47"/>
        <pc:sldMkLst>
          <pc:docMk/>
          <pc:sldMk cId="4193036451" sldId="257"/>
        </pc:sldMkLst>
      </pc:sldChg>
      <pc:sldChg chg="delSp modSp del mod">
        <pc:chgData name="昇汰 三輪" userId="ce91b2adc13b8b7b" providerId="LiveId" clId="{D3888F12-5FBA-4CD0-B4B3-B398391AAB94}" dt="2025-05-29T03:48:59.675" v="33" actId="47"/>
        <pc:sldMkLst>
          <pc:docMk/>
          <pc:sldMk cId="2169742340" sldId="258"/>
        </pc:sldMkLst>
      </pc:sldChg>
      <pc:sldChg chg="modSp del mod">
        <pc:chgData name="昇汰 三輪" userId="ce91b2adc13b8b7b" providerId="LiveId" clId="{D3888F12-5FBA-4CD0-B4B3-B398391AAB94}" dt="2025-05-29T03:48:59.318" v="32" actId="47"/>
        <pc:sldMkLst>
          <pc:docMk/>
          <pc:sldMk cId="3369383633" sldId="259"/>
        </pc:sldMkLst>
      </pc:sldChg>
      <pc:sldChg chg="delSp del mod">
        <pc:chgData name="昇汰 三輪" userId="ce91b2adc13b8b7b" providerId="LiveId" clId="{D3888F12-5FBA-4CD0-B4B3-B398391AAB94}" dt="2025-05-29T03:48:58.098" v="30" actId="47"/>
        <pc:sldMkLst>
          <pc:docMk/>
          <pc:sldMk cId="1423168952" sldId="260"/>
        </pc:sldMkLst>
      </pc:sldChg>
      <pc:sldChg chg="modSp del mod">
        <pc:chgData name="昇汰 三輪" userId="ce91b2adc13b8b7b" providerId="LiveId" clId="{D3888F12-5FBA-4CD0-B4B3-B398391AAB94}" dt="2025-05-29T03:48:58.900" v="31" actId="47"/>
        <pc:sldMkLst>
          <pc:docMk/>
          <pc:sldMk cId="3954940504" sldId="261"/>
        </pc:sldMkLst>
      </pc:sldChg>
      <pc:sldChg chg="del">
        <pc:chgData name="昇汰 三輪" userId="ce91b2adc13b8b7b" providerId="LiveId" clId="{D3888F12-5FBA-4CD0-B4B3-B398391AAB94}" dt="2025-05-29T03:48:04.292" v="23" actId="47"/>
        <pc:sldMkLst>
          <pc:docMk/>
          <pc:sldMk cId="467222269" sldId="262"/>
        </pc:sldMkLst>
      </pc:sldChg>
      <pc:sldChg chg="del">
        <pc:chgData name="昇汰 三輪" userId="ce91b2adc13b8b7b" providerId="LiveId" clId="{D3888F12-5FBA-4CD0-B4B3-B398391AAB94}" dt="2025-05-29T03:47:52.237" v="16" actId="47"/>
        <pc:sldMkLst>
          <pc:docMk/>
          <pc:sldMk cId="1923764176" sldId="263"/>
        </pc:sldMkLst>
      </pc:sldChg>
      <pc:sldChg chg="del">
        <pc:chgData name="昇汰 三輪" userId="ce91b2adc13b8b7b" providerId="LiveId" clId="{D3888F12-5FBA-4CD0-B4B3-B398391AAB94}" dt="2025-05-29T03:47:53.233" v="17" actId="47"/>
        <pc:sldMkLst>
          <pc:docMk/>
          <pc:sldMk cId="4019613844" sldId="264"/>
        </pc:sldMkLst>
      </pc:sldChg>
      <pc:sldChg chg="del">
        <pc:chgData name="昇汰 三輪" userId="ce91b2adc13b8b7b" providerId="LiveId" clId="{D3888F12-5FBA-4CD0-B4B3-B398391AAB94}" dt="2025-05-29T03:47:55.899" v="19" actId="47"/>
        <pc:sldMkLst>
          <pc:docMk/>
          <pc:sldMk cId="2892573014" sldId="265"/>
        </pc:sldMkLst>
      </pc:sldChg>
      <pc:sldChg chg="del">
        <pc:chgData name="昇汰 三輪" userId="ce91b2adc13b8b7b" providerId="LiveId" clId="{D3888F12-5FBA-4CD0-B4B3-B398391AAB94}" dt="2025-05-29T03:47:56.936" v="20" actId="47"/>
        <pc:sldMkLst>
          <pc:docMk/>
          <pc:sldMk cId="1051875026" sldId="266"/>
        </pc:sldMkLst>
      </pc:sldChg>
      <pc:sldChg chg="del">
        <pc:chgData name="昇汰 三輪" userId="ce91b2adc13b8b7b" providerId="LiveId" clId="{D3888F12-5FBA-4CD0-B4B3-B398391AAB94}" dt="2025-05-29T03:47:58.027" v="21" actId="47"/>
        <pc:sldMkLst>
          <pc:docMk/>
          <pc:sldMk cId="2873352913" sldId="267"/>
        </pc:sldMkLst>
      </pc:sldChg>
      <pc:sldChg chg="del">
        <pc:chgData name="昇汰 三輪" userId="ce91b2adc13b8b7b" providerId="LiveId" clId="{D3888F12-5FBA-4CD0-B4B3-B398391AAB94}" dt="2025-05-29T03:47:54.436" v="18" actId="47"/>
        <pc:sldMkLst>
          <pc:docMk/>
          <pc:sldMk cId="4289650315" sldId="270"/>
        </pc:sldMkLst>
      </pc:sldChg>
      <pc:sldChg chg="delSp modSp del mod">
        <pc:chgData name="昇汰 三輪" userId="ce91b2adc13b8b7b" providerId="LiveId" clId="{D3888F12-5FBA-4CD0-B4B3-B398391AAB94}" dt="2025-05-29T03:47:29.205" v="11" actId="47"/>
        <pc:sldMkLst>
          <pc:docMk/>
          <pc:sldMk cId="1034081959" sldId="271"/>
        </pc:sldMkLst>
      </pc:sldChg>
      <pc:sldChg chg="del">
        <pc:chgData name="昇汰 三輪" userId="ce91b2adc13b8b7b" providerId="LiveId" clId="{D3888F12-5FBA-4CD0-B4B3-B398391AAB94}" dt="2025-05-29T03:48:05.900" v="24" actId="47"/>
        <pc:sldMkLst>
          <pc:docMk/>
          <pc:sldMk cId="2308860950" sldId="272"/>
        </pc:sldMkLst>
      </pc:sldChg>
      <pc:sldChg chg="del">
        <pc:chgData name="昇汰 三輪" userId="ce91b2adc13b8b7b" providerId="LiveId" clId="{D3888F12-5FBA-4CD0-B4B3-B398391AAB94}" dt="2025-05-29T03:48:07.324" v="25" actId="47"/>
        <pc:sldMkLst>
          <pc:docMk/>
          <pc:sldMk cId="3943331822" sldId="273"/>
        </pc:sldMkLst>
      </pc:sldChg>
    </pc:docChg>
  </pc:docChgLst>
  <pc:docChgLst>
    <pc:chgData name="昇汰 三輪" userId="ce91b2adc13b8b7b" providerId="LiveId" clId="{B84432D4-6A6A-444E-AA0B-9A8192848C53}"/>
    <pc:docChg chg="undo custSel addSld delSld modSld sldOrd">
      <pc:chgData name="昇汰 三輪" userId="ce91b2adc13b8b7b" providerId="LiveId" clId="{B84432D4-6A6A-444E-AA0B-9A8192848C53}" dt="2025-06-08T22:59:20.691" v="8529" actId="20577"/>
      <pc:docMkLst>
        <pc:docMk/>
      </pc:docMkLst>
      <pc:sldChg chg="modSp new mod">
        <pc:chgData name="昇汰 三輪" userId="ce91b2adc13b8b7b" providerId="LiveId" clId="{B84432D4-6A6A-444E-AA0B-9A8192848C53}" dt="2025-06-08T20:27:17.260" v="5862" actId="20577"/>
        <pc:sldMkLst>
          <pc:docMk/>
          <pc:sldMk cId="2308684198" sldId="257"/>
        </pc:sldMkLst>
        <pc:spChg chg="mod">
          <ac:chgData name="昇汰 三輪" userId="ce91b2adc13b8b7b" providerId="LiveId" clId="{B84432D4-6A6A-444E-AA0B-9A8192848C53}" dt="2025-05-31T19:29:58.335" v="11" actId="20577"/>
          <ac:spMkLst>
            <pc:docMk/>
            <pc:sldMk cId="2308684198" sldId="257"/>
            <ac:spMk id="2" creationId="{68470570-2B56-A665-6800-0C2112CFDC82}"/>
          </ac:spMkLst>
        </pc:spChg>
        <pc:spChg chg="mod">
          <ac:chgData name="昇汰 三輪" userId="ce91b2adc13b8b7b" providerId="LiveId" clId="{B84432D4-6A6A-444E-AA0B-9A8192848C53}" dt="2025-06-08T20:27:17.260" v="5862" actId="20577"/>
          <ac:spMkLst>
            <pc:docMk/>
            <pc:sldMk cId="2308684198" sldId="257"/>
            <ac:spMk id="3" creationId="{3268878B-D220-AB33-6C95-700020BA684B}"/>
          </ac:spMkLst>
        </pc:spChg>
      </pc:sldChg>
      <pc:sldChg chg="modSp new del mod modShow">
        <pc:chgData name="昇汰 三輪" userId="ce91b2adc13b8b7b" providerId="LiveId" clId="{B84432D4-6A6A-444E-AA0B-9A8192848C53}" dt="2025-06-08T21:44:41.225" v="7423" actId="2696"/>
        <pc:sldMkLst>
          <pc:docMk/>
          <pc:sldMk cId="306565416" sldId="258"/>
        </pc:sldMkLst>
      </pc:sldChg>
      <pc:sldChg chg="addSp delSp modSp new del mod">
        <pc:chgData name="昇汰 三輪" userId="ce91b2adc13b8b7b" providerId="LiveId" clId="{B84432D4-6A6A-444E-AA0B-9A8192848C53}" dt="2025-06-03T00:42:22.942" v="539" actId="2696"/>
        <pc:sldMkLst>
          <pc:docMk/>
          <pc:sldMk cId="358953091" sldId="259"/>
        </pc:sldMkLst>
      </pc:sldChg>
      <pc:sldChg chg="addSp delSp modSp new del mod modShow">
        <pc:chgData name="昇汰 三輪" userId="ce91b2adc13b8b7b" providerId="LiveId" clId="{B84432D4-6A6A-444E-AA0B-9A8192848C53}" dt="2025-06-08T20:33:23.663" v="5929" actId="2696"/>
        <pc:sldMkLst>
          <pc:docMk/>
          <pc:sldMk cId="2383730718" sldId="260"/>
        </pc:sldMkLst>
      </pc:sldChg>
      <pc:sldChg chg="modSp new del mod modShow">
        <pc:chgData name="昇汰 三輪" userId="ce91b2adc13b8b7b" providerId="LiveId" clId="{B84432D4-6A6A-444E-AA0B-9A8192848C53}" dt="2025-06-08T20:33:26.143" v="5930" actId="2696"/>
        <pc:sldMkLst>
          <pc:docMk/>
          <pc:sldMk cId="1737806161" sldId="261"/>
        </pc:sldMkLst>
      </pc:sldChg>
      <pc:sldChg chg="modSp new del mod ord modShow">
        <pc:chgData name="昇汰 三輪" userId="ce91b2adc13b8b7b" providerId="LiveId" clId="{B84432D4-6A6A-444E-AA0B-9A8192848C53}" dt="2025-06-08T21:44:44.457" v="7424" actId="2696"/>
        <pc:sldMkLst>
          <pc:docMk/>
          <pc:sldMk cId="679994611" sldId="262"/>
        </pc:sldMkLst>
      </pc:sldChg>
      <pc:sldChg chg="addSp delSp modSp new mod">
        <pc:chgData name="昇汰 三輪" userId="ce91b2adc13b8b7b" providerId="LiveId" clId="{B84432D4-6A6A-444E-AA0B-9A8192848C53}" dt="2025-06-08T21:44:58.453" v="7425" actId="1076"/>
        <pc:sldMkLst>
          <pc:docMk/>
          <pc:sldMk cId="2722557001" sldId="263"/>
        </pc:sldMkLst>
      </pc:sldChg>
      <pc:sldChg chg="modSp new mod ord">
        <pc:chgData name="昇汰 三輪" userId="ce91b2adc13b8b7b" providerId="LiveId" clId="{B84432D4-6A6A-444E-AA0B-9A8192848C53}" dt="2025-06-08T21:48:26.535" v="7467" actId="20577"/>
        <pc:sldMkLst>
          <pc:docMk/>
          <pc:sldMk cId="3872091645" sldId="264"/>
        </pc:sldMkLst>
      </pc:sldChg>
      <pc:sldChg chg="modSp new mod ord">
        <pc:chgData name="昇汰 三輪" userId="ce91b2adc13b8b7b" providerId="LiveId" clId="{B84432D4-6A6A-444E-AA0B-9A8192848C53}" dt="2025-06-08T20:01:20.811" v="5371"/>
        <pc:sldMkLst>
          <pc:docMk/>
          <pc:sldMk cId="3890367890" sldId="265"/>
        </pc:sldMkLst>
      </pc:sldChg>
      <pc:sldChg chg="addSp modSp new del mod ord">
        <pc:chgData name="昇汰 三輪" userId="ce91b2adc13b8b7b" providerId="LiveId" clId="{B84432D4-6A6A-444E-AA0B-9A8192848C53}" dt="2025-06-07T13:37:38.200" v="4305" actId="47"/>
        <pc:sldMkLst>
          <pc:docMk/>
          <pc:sldMk cId="3702522903" sldId="266"/>
        </pc:sldMkLst>
      </pc:sldChg>
      <pc:sldChg chg="addSp modSp new mod">
        <pc:chgData name="昇汰 三輪" userId="ce91b2adc13b8b7b" providerId="LiveId" clId="{B84432D4-6A6A-444E-AA0B-9A8192848C53}" dt="2025-06-08T20:33:15.697" v="5928" actId="20578"/>
        <pc:sldMkLst>
          <pc:docMk/>
          <pc:sldMk cId="3412479310" sldId="267"/>
        </pc:sldMkLst>
      </pc:sldChg>
      <pc:sldChg chg="addSp modSp new mod ord">
        <pc:chgData name="昇汰 三輪" userId="ce91b2adc13b8b7b" providerId="LiveId" clId="{B84432D4-6A6A-444E-AA0B-9A8192848C53}" dt="2025-06-08T20:01:23.504" v="5373"/>
        <pc:sldMkLst>
          <pc:docMk/>
          <pc:sldMk cId="406617643" sldId="268"/>
        </pc:sldMkLst>
      </pc:sldChg>
      <pc:sldChg chg="modSp new mod">
        <pc:chgData name="昇汰 三輪" userId="ce91b2adc13b8b7b" providerId="LiveId" clId="{B84432D4-6A6A-444E-AA0B-9A8192848C53}" dt="2025-06-08T22:51:58.157" v="8292" actId="20577"/>
        <pc:sldMkLst>
          <pc:docMk/>
          <pc:sldMk cId="3792913055" sldId="269"/>
        </pc:sldMkLst>
      </pc:sldChg>
      <pc:sldChg chg="modSp new mod">
        <pc:chgData name="昇汰 三輪" userId="ce91b2adc13b8b7b" providerId="LiveId" clId="{B84432D4-6A6A-444E-AA0B-9A8192848C53}" dt="2025-06-08T21:40:58.227" v="7232" actId="20577"/>
        <pc:sldMkLst>
          <pc:docMk/>
          <pc:sldMk cId="1621400181" sldId="270"/>
        </pc:sldMkLst>
      </pc:sldChg>
      <pc:sldChg chg="modSp new mod ord">
        <pc:chgData name="昇汰 三輪" userId="ce91b2adc13b8b7b" providerId="LiveId" clId="{B84432D4-6A6A-444E-AA0B-9A8192848C53}" dt="2025-06-08T22:28:56.380" v="7776" actId="20577"/>
        <pc:sldMkLst>
          <pc:docMk/>
          <pc:sldMk cId="155853910" sldId="271"/>
        </pc:sldMkLst>
      </pc:sldChg>
      <pc:sldChg chg="addSp delSp modSp new mod">
        <pc:chgData name="昇汰 三輪" userId="ce91b2adc13b8b7b" providerId="LiveId" clId="{B84432D4-6A6A-444E-AA0B-9A8192848C53}" dt="2025-06-08T22:42:54.391" v="8195" actId="1076"/>
        <pc:sldMkLst>
          <pc:docMk/>
          <pc:sldMk cId="1880109827" sldId="272"/>
        </pc:sldMkLst>
      </pc:sldChg>
      <pc:sldChg chg="modSp new ord">
        <pc:chgData name="昇汰 三輪" userId="ce91b2adc13b8b7b" providerId="LiveId" clId="{B84432D4-6A6A-444E-AA0B-9A8192848C53}" dt="2025-06-08T21:50:24.945" v="7510"/>
        <pc:sldMkLst>
          <pc:docMk/>
          <pc:sldMk cId="1183548393" sldId="273"/>
        </pc:sldMkLst>
      </pc:sldChg>
      <pc:sldChg chg="modSp new mod modShow">
        <pc:chgData name="昇汰 三輪" userId="ce91b2adc13b8b7b" providerId="LiveId" clId="{B84432D4-6A6A-444E-AA0B-9A8192848C53}" dt="2025-06-08T21:48:56.729" v="7470" actId="729"/>
        <pc:sldMkLst>
          <pc:docMk/>
          <pc:sldMk cId="3250817086" sldId="274"/>
        </pc:sldMkLst>
      </pc:sldChg>
      <pc:sldChg chg="addSp modSp new mod">
        <pc:chgData name="昇汰 三輪" userId="ce91b2adc13b8b7b" providerId="LiveId" clId="{B84432D4-6A6A-444E-AA0B-9A8192848C53}" dt="2025-06-08T22:59:20.691" v="8529" actId="20577"/>
        <pc:sldMkLst>
          <pc:docMk/>
          <pc:sldMk cId="3598483349" sldId="275"/>
        </pc:sldMkLst>
      </pc:sldChg>
      <pc:sldChg chg="modSp new mod">
        <pc:chgData name="昇汰 三輪" userId="ce91b2adc13b8b7b" providerId="LiveId" clId="{B84432D4-6A6A-444E-AA0B-9A8192848C53}" dt="2025-06-08T22:31:24.890" v="8190" actId="20577"/>
        <pc:sldMkLst>
          <pc:docMk/>
          <pc:sldMk cId="3214781991" sldId="276"/>
        </pc:sldMkLst>
      </pc:sldChg>
    </pc:docChg>
  </pc:docChgLst>
  <pc:docChgLst>
    <pc:chgData name="昇汰 三輪" userId="ce91b2adc13b8b7b" providerId="LiveId" clId="{5FC1FB71-A051-4E0E-AB97-712272489FA9}"/>
    <pc:docChg chg="undo custSel addSld delSld modSld sldOrd">
      <pc:chgData name="昇汰 三輪" userId="ce91b2adc13b8b7b" providerId="LiveId" clId="{5FC1FB71-A051-4E0E-AB97-712272489FA9}" dt="2025-07-07T03:56:38.350" v="19140" actId="20577"/>
      <pc:docMkLst>
        <pc:docMk/>
      </pc:docMkLst>
      <pc:sldChg chg="modSp mod">
        <pc:chgData name="昇汰 三輪" userId="ce91b2adc13b8b7b" providerId="LiveId" clId="{5FC1FB71-A051-4E0E-AB97-712272489FA9}" dt="2025-07-06T17:39:15.496" v="16491" actId="20577"/>
        <pc:sldMkLst>
          <pc:docMk/>
          <pc:sldMk cId="3730098426" sldId="256"/>
        </pc:sldMkLst>
        <pc:spChg chg="mod">
          <ac:chgData name="昇汰 三輪" userId="ce91b2adc13b8b7b" providerId="LiveId" clId="{5FC1FB71-A051-4E0E-AB97-712272489FA9}" dt="2025-07-06T17:39:15.496" v="16491" actId="20577"/>
          <ac:spMkLst>
            <pc:docMk/>
            <pc:sldMk cId="3730098426" sldId="256"/>
            <ac:spMk id="3" creationId="{192DF71A-4D5A-C01D-C3AD-C999293F80D5}"/>
          </ac:spMkLst>
        </pc:spChg>
      </pc:sldChg>
      <pc:sldChg chg="addSp delSp modSp mod ord">
        <pc:chgData name="昇汰 三輪" userId="ce91b2adc13b8b7b" providerId="LiveId" clId="{5FC1FB71-A051-4E0E-AB97-712272489FA9}" dt="2025-07-03T17:36:32.896" v="15270" actId="20577"/>
        <pc:sldMkLst>
          <pc:docMk/>
          <pc:sldMk cId="2308684198" sldId="257"/>
        </pc:sldMkLst>
        <pc:spChg chg="mod">
          <ac:chgData name="昇汰 三輪" userId="ce91b2adc13b8b7b" providerId="LiveId" clId="{5FC1FB71-A051-4E0E-AB97-712272489FA9}" dt="2025-07-03T17:36:32.896" v="15270" actId="20577"/>
          <ac:spMkLst>
            <pc:docMk/>
            <pc:sldMk cId="2308684198" sldId="257"/>
            <ac:spMk id="3" creationId="{3268878B-D220-AB33-6C95-700020BA684B}"/>
          </ac:spMkLst>
        </pc:spChg>
      </pc:sldChg>
      <pc:sldChg chg="modSp new del mod ord">
        <pc:chgData name="昇汰 三輪" userId="ce91b2adc13b8b7b" providerId="LiveId" clId="{5FC1FB71-A051-4E0E-AB97-712272489FA9}" dt="2025-06-28T09:19:34.434" v="9751" actId="47"/>
        <pc:sldMkLst>
          <pc:docMk/>
          <pc:sldMk cId="663080845" sldId="258"/>
        </pc:sldMkLst>
      </pc:sldChg>
      <pc:sldChg chg="modSp new del mod">
        <pc:chgData name="昇汰 三輪" userId="ce91b2adc13b8b7b" providerId="LiveId" clId="{5FC1FB71-A051-4E0E-AB97-712272489FA9}" dt="2025-06-16T02:52:22.618" v="2804" actId="47"/>
        <pc:sldMkLst>
          <pc:docMk/>
          <pc:sldMk cId="3330806653" sldId="258"/>
        </pc:sldMkLst>
      </pc:sldChg>
      <pc:sldChg chg="addSp delSp modSp new del mod">
        <pc:chgData name="昇汰 三輪" userId="ce91b2adc13b8b7b" providerId="LiveId" clId="{5FC1FB71-A051-4E0E-AB97-712272489FA9}" dt="2025-06-28T09:19:34.892" v="9752" actId="47"/>
        <pc:sldMkLst>
          <pc:docMk/>
          <pc:sldMk cId="1182914701" sldId="259"/>
        </pc:sldMkLst>
      </pc:sldChg>
      <pc:sldChg chg="new del">
        <pc:chgData name="昇汰 三輪" userId="ce91b2adc13b8b7b" providerId="LiveId" clId="{5FC1FB71-A051-4E0E-AB97-712272489FA9}" dt="2025-06-16T03:32:30.653" v="3823" actId="47"/>
        <pc:sldMkLst>
          <pc:docMk/>
          <pc:sldMk cId="1418989033" sldId="259"/>
        </pc:sldMkLst>
      </pc:sldChg>
      <pc:sldChg chg="addSp delSp modSp new del mod">
        <pc:chgData name="昇汰 三輪" userId="ce91b2adc13b8b7b" providerId="LiveId" clId="{5FC1FB71-A051-4E0E-AB97-712272489FA9}" dt="2025-06-28T09:19:36.152" v="9755" actId="47"/>
        <pc:sldMkLst>
          <pc:docMk/>
          <pc:sldMk cId="64392165" sldId="260"/>
        </pc:sldMkLst>
      </pc:sldChg>
      <pc:sldChg chg="modSp new del mod">
        <pc:chgData name="昇汰 三輪" userId="ce91b2adc13b8b7b" providerId="LiveId" clId="{5FC1FB71-A051-4E0E-AB97-712272489FA9}" dt="2025-06-16T06:10:05.221" v="3841" actId="47"/>
        <pc:sldMkLst>
          <pc:docMk/>
          <pc:sldMk cId="3862239671" sldId="260"/>
        </pc:sldMkLst>
      </pc:sldChg>
      <pc:sldChg chg="modSp new del mod ord">
        <pc:chgData name="昇汰 三輪" userId="ce91b2adc13b8b7b" providerId="LiveId" clId="{5FC1FB71-A051-4E0E-AB97-712272489FA9}" dt="2025-06-30T23:06:52.221" v="14473" actId="47"/>
        <pc:sldMkLst>
          <pc:docMk/>
          <pc:sldMk cId="1788577664" sldId="261"/>
        </pc:sldMkLst>
      </pc:sldChg>
      <pc:sldChg chg="modSp new del mod">
        <pc:chgData name="昇汰 三輪" userId="ce91b2adc13b8b7b" providerId="LiveId" clId="{5FC1FB71-A051-4E0E-AB97-712272489FA9}" dt="2025-06-15T23:46:42.949" v="1714" actId="47"/>
        <pc:sldMkLst>
          <pc:docMk/>
          <pc:sldMk cId="4045883602" sldId="261"/>
        </pc:sldMkLst>
      </pc:sldChg>
      <pc:sldChg chg="addSp delSp modSp new del mod">
        <pc:chgData name="昇汰 三輪" userId="ce91b2adc13b8b7b" providerId="LiveId" clId="{5FC1FB71-A051-4E0E-AB97-712272489FA9}" dt="2025-06-16T06:10:03.189" v="3834" actId="47"/>
        <pc:sldMkLst>
          <pc:docMk/>
          <pc:sldMk cId="598545129" sldId="262"/>
        </pc:sldMkLst>
      </pc:sldChg>
      <pc:sldChg chg="modSp new del mod ord">
        <pc:chgData name="昇汰 三輪" userId="ce91b2adc13b8b7b" providerId="LiveId" clId="{5FC1FB71-A051-4E0E-AB97-712272489FA9}" dt="2025-06-28T09:19:33.938" v="9750" actId="47"/>
        <pc:sldMkLst>
          <pc:docMk/>
          <pc:sldMk cId="3015017923" sldId="262"/>
        </pc:sldMkLst>
      </pc:sldChg>
      <pc:sldChg chg="addSp delSp modSp new mod ord">
        <pc:chgData name="昇汰 三輪" userId="ce91b2adc13b8b7b" providerId="LiveId" clId="{5FC1FB71-A051-4E0E-AB97-712272489FA9}" dt="2025-07-03T17:38:21.065" v="15371" actId="1076"/>
        <pc:sldMkLst>
          <pc:docMk/>
          <pc:sldMk cId="3942121337" sldId="262"/>
        </pc:sldMkLst>
        <pc:spChg chg="mod">
          <ac:chgData name="昇汰 三輪" userId="ce91b2adc13b8b7b" providerId="LiveId" clId="{5FC1FB71-A051-4E0E-AB97-712272489FA9}" dt="2025-07-03T17:38:21.065" v="15371" actId="1076"/>
          <ac:spMkLst>
            <pc:docMk/>
            <pc:sldMk cId="3942121337" sldId="262"/>
            <ac:spMk id="2" creationId="{D3E95BC8-35CE-4123-5925-D546C8D8AE44}"/>
          </ac:spMkLst>
        </pc:spChg>
        <pc:spChg chg="add mod">
          <ac:chgData name="昇汰 三輪" userId="ce91b2adc13b8b7b" providerId="LiveId" clId="{5FC1FB71-A051-4E0E-AB97-712272489FA9}" dt="2025-07-03T17:34:21.266" v="15122" actId="1582"/>
          <ac:spMkLst>
            <pc:docMk/>
            <pc:sldMk cId="3942121337" sldId="262"/>
            <ac:spMk id="3" creationId="{74ECC4B9-3520-B316-968B-56AA15C65A76}"/>
          </ac:spMkLst>
        </pc:spChg>
        <pc:spChg chg="add mod">
          <ac:chgData name="昇汰 三輪" userId="ce91b2adc13b8b7b" providerId="LiveId" clId="{5FC1FB71-A051-4E0E-AB97-712272489FA9}" dt="2025-07-03T17:36:44.484" v="15271" actId="14100"/>
          <ac:spMkLst>
            <pc:docMk/>
            <pc:sldMk cId="3942121337" sldId="262"/>
            <ac:spMk id="5" creationId="{6AF25C00-F9F4-238E-CB6F-EA36FDE23257}"/>
          </ac:spMkLst>
        </pc:spChg>
        <pc:spChg chg="add mod">
          <ac:chgData name="昇汰 三輪" userId="ce91b2adc13b8b7b" providerId="LiveId" clId="{5FC1FB71-A051-4E0E-AB97-712272489FA9}" dt="2025-07-03T17:35:58.258" v="15200" actId="14100"/>
          <ac:spMkLst>
            <pc:docMk/>
            <pc:sldMk cId="3942121337" sldId="262"/>
            <ac:spMk id="15" creationId="{743A529D-4880-EF32-18DC-556C0A1145B0}"/>
          </ac:spMkLst>
        </pc:spChg>
        <pc:picChg chg="add mod ord">
          <ac:chgData name="昇汰 三輪" userId="ce91b2adc13b8b7b" providerId="LiveId" clId="{5FC1FB71-A051-4E0E-AB97-712272489FA9}" dt="2025-06-30T00:29:56.076" v="9915" actId="14100"/>
          <ac:picMkLst>
            <pc:docMk/>
            <pc:sldMk cId="3942121337" sldId="262"/>
            <ac:picMk id="6" creationId="{D03662E7-D4BA-C3F3-5CC5-C7B488D2FE16}"/>
          </ac:picMkLst>
        </pc:picChg>
        <pc:picChg chg="add mod">
          <ac:chgData name="昇汰 三輪" userId="ce91b2adc13b8b7b" providerId="LiveId" clId="{5FC1FB71-A051-4E0E-AB97-712272489FA9}" dt="2025-06-30T22:57:01.321" v="14396" actId="1076"/>
          <ac:picMkLst>
            <pc:docMk/>
            <pc:sldMk cId="3942121337" sldId="262"/>
            <ac:picMk id="10" creationId="{37838D44-860B-B6B3-41D6-CF780E834483}"/>
          </ac:picMkLst>
        </pc:picChg>
        <pc:picChg chg="add mod modCrop">
          <ac:chgData name="昇汰 三輪" userId="ce91b2adc13b8b7b" providerId="LiveId" clId="{5FC1FB71-A051-4E0E-AB97-712272489FA9}" dt="2025-06-30T23:37:45.213" v="15031" actId="14100"/>
          <ac:picMkLst>
            <pc:docMk/>
            <pc:sldMk cId="3942121337" sldId="262"/>
            <ac:picMk id="18" creationId="{EFD795FE-EF67-743D-DDD8-6716578A8E27}"/>
          </ac:picMkLst>
        </pc:picChg>
        <pc:picChg chg="add mod">
          <ac:chgData name="昇汰 三輪" userId="ce91b2adc13b8b7b" providerId="LiveId" clId="{5FC1FB71-A051-4E0E-AB97-712272489FA9}" dt="2025-06-30T23:38:02.624" v="15034" actId="14100"/>
          <ac:picMkLst>
            <pc:docMk/>
            <pc:sldMk cId="3942121337" sldId="262"/>
            <ac:picMk id="19" creationId="{64A6665A-5B42-5294-C06D-99A8FF4AF638}"/>
          </ac:picMkLst>
        </pc:picChg>
        <pc:picChg chg="add mod">
          <ac:chgData name="昇汰 三輪" userId="ce91b2adc13b8b7b" providerId="LiveId" clId="{5FC1FB71-A051-4E0E-AB97-712272489FA9}" dt="2025-06-30T23:38:40.235" v="15044" actId="1076"/>
          <ac:picMkLst>
            <pc:docMk/>
            <pc:sldMk cId="3942121337" sldId="262"/>
            <ac:picMk id="20" creationId="{2DFDA496-71D7-BB16-83D4-F6471E3D1D37}"/>
          </ac:picMkLst>
        </pc:picChg>
        <pc:cxnChg chg="add">
          <ac:chgData name="昇汰 三輪" userId="ce91b2adc13b8b7b" providerId="LiveId" clId="{5FC1FB71-A051-4E0E-AB97-712272489FA9}" dt="2025-07-03T17:34:47.821" v="15125" actId="11529"/>
          <ac:cxnSpMkLst>
            <pc:docMk/>
            <pc:sldMk cId="3942121337" sldId="262"/>
            <ac:cxnSpMk id="8" creationId="{9FC228CB-54A4-1B69-E8B2-DF1281567C71}"/>
          </ac:cxnSpMkLst>
        </pc:cxnChg>
        <pc:cxnChg chg="add mod">
          <ac:chgData name="昇汰 三輪" userId="ce91b2adc13b8b7b" providerId="LiveId" clId="{5FC1FB71-A051-4E0E-AB97-712272489FA9}" dt="2025-07-03T17:36:44.484" v="15271" actId="14100"/>
          <ac:cxnSpMkLst>
            <pc:docMk/>
            <pc:sldMk cId="3942121337" sldId="262"/>
            <ac:cxnSpMk id="13" creationId="{ED301177-25B9-E636-80EF-FDCB98B9B11F}"/>
          </ac:cxnSpMkLst>
        </pc:cxnChg>
      </pc:sldChg>
      <pc:sldChg chg="modSp new del mod">
        <pc:chgData name="昇汰 三輪" userId="ce91b2adc13b8b7b" providerId="LiveId" clId="{5FC1FB71-A051-4E0E-AB97-712272489FA9}" dt="2025-06-16T06:10:04.467" v="3840" actId="47"/>
        <pc:sldMkLst>
          <pc:docMk/>
          <pc:sldMk cId="778074728" sldId="263"/>
        </pc:sldMkLst>
      </pc:sldChg>
      <pc:sldChg chg="del">
        <pc:chgData name="昇汰 三輪" userId="ce91b2adc13b8b7b" providerId="LiveId" clId="{5FC1FB71-A051-4E0E-AB97-712272489FA9}" dt="2025-06-11T23:18:26.844" v="0" actId="47"/>
        <pc:sldMkLst>
          <pc:docMk/>
          <pc:sldMk cId="2722557001" sldId="263"/>
        </pc:sldMkLst>
      </pc:sldChg>
      <pc:sldChg chg="modSp new del mod">
        <pc:chgData name="昇汰 三輪" userId="ce91b2adc13b8b7b" providerId="LiveId" clId="{5FC1FB71-A051-4E0E-AB97-712272489FA9}" dt="2025-07-03T17:33:06.590" v="15110" actId="47"/>
        <pc:sldMkLst>
          <pc:docMk/>
          <pc:sldMk cId="2970474710" sldId="263"/>
        </pc:sldMkLst>
      </pc:sldChg>
      <pc:sldChg chg="modSp new del mod ord">
        <pc:chgData name="昇汰 三輪" userId="ce91b2adc13b8b7b" providerId="LiveId" clId="{5FC1FB71-A051-4E0E-AB97-712272489FA9}" dt="2025-06-28T09:19:33.282" v="9749" actId="47"/>
        <pc:sldMkLst>
          <pc:docMk/>
          <pc:sldMk cId="3344223506" sldId="263"/>
        </pc:sldMkLst>
      </pc:sldChg>
      <pc:sldChg chg="modSp new del mod">
        <pc:chgData name="昇汰 三輪" userId="ce91b2adc13b8b7b" providerId="LiveId" clId="{5FC1FB71-A051-4E0E-AB97-712272489FA9}" dt="2025-06-28T09:19:35.758" v="9754" actId="47"/>
        <pc:sldMkLst>
          <pc:docMk/>
          <pc:sldMk cId="1115555178" sldId="264"/>
        </pc:sldMkLst>
      </pc:sldChg>
      <pc:sldChg chg="addSp modSp new del mod">
        <pc:chgData name="昇汰 三輪" userId="ce91b2adc13b8b7b" providerId="LiveId" clId="{5FC1FB71-A051-4E0E-AB97-712272489FA9}" dt="2025-07-03T17:33:08.223" v="15113" actId="47"/>
        <pc:sldMkLst>
          <pc:docMk/>
          <pc:sldMk cId="1417297615" sldId="264"/>
        </pc:sldMkLst>
      </pc:sldChg>
      <pc:sldChg chg="addSp modSp new del mod">
        <pc:chgData name="昇汰 三輪" userId="ce91b2adc13b8b7b" providerId="LiveId" clId="{5FC1FB71-A051-4E0E-AB97-712272489FA9}" dt="2025-06-16T06:10:04.081" v="3839" actId="47"/>
        <pc:sldMkLst>
          <pc:docMk/>
          <pc:sldMk cId="2647106135" sldId="264"/>
        </pc:sldMkLst>
      </pc:sldChg>
      <pc:sldChg chg="del">
        <pc:chgData name="昇汰 三輪" userId="ce91b2adc13b8b7b" providerId="LiveId" clId="{5FC1FB71-A051-4E0E-AB97-712272489FA9}" dt="2025-06-11T23:18:28.850" v="1" actId="47"/>
        <pc:sldMkLst>
          <pc:docMk/>
          <pc:sldMk cId="3872091645" sldId="264"/>
        </pc:sldMkLst>
      </pc:sldChg>
      <pc:sldChg chg="addSp delSp modSp new del mod">
        <pc:chgData name="昇汰 三輪" userId="ce91b2adc13b8b7b" providerId="LiveId" clId="{5FC1FB71-A051-4E0E-AB97-712272489FA9}" dt="2025-06-16T06:10:03.439" v="3836" actId="47"/>
        <pc:sldMkLst>
          <pc:docMk/>
          <pc:sldMk cId="1930047361" sldId="265"/>
        </pc:sldMkLst>
      </pc:sldChg>
      <pc:sldChg chg="modSp new del mod">
        <pc:chgData name="昇汰 三輪" userId="ce91b2adc13b8b7b" providerId="LiveId" clId="{5FC1FB71-A051-4E0E-AB97-712272489FA9}" dt="2025-07-03T17:33:00.796" v="15108" actId="47"/>
        <pc:sldMkLst>
          <pc:docMk/>
          <pc:sldMk cId="3296967537" sldId="265"/>
        </pc:sldMkLst>
      </pc:sldChg>
      <pc:sldChg chg="modSp new del mod">
        <pc:chgData name="昇汰 三輪" userId="ce91b2adc13b8b7b" providerId="LiveId" clId="{5FC1FB71-A051-4E0E-AB97-712272489FA9}" dt="2025-06-28T09:19:35.326" v="9753" actId="47"/>
        <pc:sldMkLst>
          <pc:docMk/>
          <pc:sldMk cId="3528182602" sldId="265"/>
        </pc:sldMkLst>
      </pc:sldChg>
      <pc:sldChg chg="del">
        <pc:chgData name="昇汰 三輪" userId="ce91b2adc13b8b7b" providerId="LiveId" clId="{5FC1FB71-A051-4E0E-AB97-712272489FA9}" dt="2025-06-11T23:18:29.544" v="2" actId="47"/>
        <pc:sldMkLst>
          <pc:docMk/>
          <pc:sldMk cId="3890367890" sldId="265"/>
        </pc:sldMkLst>
      </pc:sldChg>
      <pc:sldChg chg="addSp delSp modSp new del mod">
        <pc:chgData name="昇汰 三輪" userId="ce91b2adc13b8b7b" providerId="LiveId" clId="{5FC1FB71-A051-4E0E-AB97-712272489FA9}" dt="2025-06-16T06:10:03.306" v="3835" actId="47"/>
        <pc:sldMkLst>
          <pc:docMk/>
          <pc:sldMk cId="890247293" sldId="266"/>
        </pc:sldMkLst>
      </pc:sldChg>
      <pc:sldChg chg="addSp modSp new del mod">
        <pc:chgData name="昇汰 三輪" userId="ce91b2adc13b8b7b" providerId="LiveId" clId="{5FC1FB71-A051-4E0E-AB97-712272489FA9}" dt="2025-07-03T17:33:07.367" v="15111" actId="47"/>
        <pc:sldMkLst>
          <pc:docMk/>
          <pc:sldMk cId="2930246171" sldId="266"/>
        </pc:sldMkLst>
      </pc:sldChg>
      <pc:sldChg chg="addSp modSp new del mod ord">
        <pc:chgData name="昇汰 三輪" userId="ce91b2adc13b8b7b" providerId="LiveId" clId="{5FC1FB71-A051-4E0E-AB97-712272489FA9}" dt="2025-06-28T09:19:36.868" v="9757" actId="47"/>
        <pc:sldMkLst>
          <pc:docMk/>
          <pc:sldMk cId="4214967062" sldId="266"/>
        </pc:sldMkLst>
      </pc:sldChg>
      <pc:sldChg chg="addSp modSp new del mod ord">
        <pc:chgData name="昇汰 三輪" userId="ce91b2adc13b8b7b" providerId="LiveId" clId="{5FC1FB71-A051-4E0E-AB97-712272489FA9}" dt="2025-06-28T09:19:36.555" v="9756" actId="47"/>
        <pc:sldMkLst>
          <pc:docMk/>
          <pc:sldMk cId="366156671" sldId="267"/>
        </pc:sldMkLst>
      </pc:sldChg>
      <pc:sldChg chg="addSp modSp new del mod">
        <pc:chgData name="昇汰 三輪" userId="ce91b2adc13b8b7b" providerId="LiveId" clId="{5FC1FB71-A051-4E0E-AB97-712272489FA9}" dt="2025-07-03T17:33:07.861" v="15112" actId="47"/>
        <pc:sldMkLst>
          <pc:docMk/>
          <pc:sldMk cId="2923831041" sldId="267"/>
        </pc:sldMkLst>
      </pc:sldChg>
      <pc:sldChg chg="addSp modSp new del mod">
        <pc:chgData name="昇汰 三輪" userId="ce91b2adc13b8b7b" providerId="LiveId" clId="{5FC1FB71-A051-4E0E-AB97-712272489FA9}" dt="2025-06-16T06:10:03.059" v="3833" actId="47"/>
        <pc:sldMkLst>
          <pc:docMk/>
          <pc:sldMk cId="3179388456" sldId="267"/>
        </pc:sldMkLst>
      </pc:sldChg>
      <pc:sldChg chg="del">
        <pc:chgData name="昇汰 三輪" userId="ce91b2adc13b8b7b" providerId="LiveId" clId="{5FC1FB71-A051-4E0E-AB97-712272489FA9}" dt="2025-06-11T23:18:31.042" v="6" actId="47"/>
        <pc:sldMkLst>
          <pc:docMk/>
          <pc:sldMk cId="3412479310" sldId="267"/>
        </pc:sldMkLst>
      </pc:sldChg>
      <pc:sldChg chg="del">
        <pc:chgData name="昇汰 三輪" userId="ce91b2adc13b8b7b" providerId="LiveId" clId="{5FC1FB71-A051-4E0E-AB97-712272489FA9}" dt="2025-06-11T23:18:30.041" v="3" actId="47"/>
        <pc:sldMkLst>
          <pc:docMk/>
          <pc:sldMk cId="406617643" sldId="268"/>
        </pc:sldMkLst>
      </pc:sldChg>
      <pc:sldChg chg="modSp new del mod">
        <pc:chgData name="昇汰 三輪" userId="ce91b2adc13b8b7b" providerId="LiveId" clId="{5FC1FB71-A051-4E0E-AB97-712272489FA9}" dt="2025-06-28T09:19:37.191" v="9758" actId="47"/>
        <pc:sldMkLst>
          <pc:docMk/>
          <pc:sldMk cId="957967134" sldId="268"/>
        </pc:sldMkLst>
      </pc:sldChg>
      <pc:sldChg chg="addSp delSp modSp new del mod">
        <pc:chgData name="昇汰 三輪" userId="ce91b2adc13b8b7b" providerId="LiveId" clId="{5FC1FB71-A051-4E0E-AB97-712272489FA9}" dt="2025-07-03T17:33:08.538" v="15114" actId="47"/>
        <pc:sldMkLst>
          <pc:docMk/>
          <pc:sldMk cId="1747884226" sldId="268"/>
        </pc:sldMkLst>
      </pc:sldChg>
      <pc:sldChg chg="addSp modSp new del mod">
        <pc:chgData name="昇汰 三輪" userId="ce91b2adc13b8b7b" providerId="LiveId" clId="{5FC1FB71-A051-4E0E-AB97-712272489FA9}" dt="2025-06-16T06:10:02.922" v="3832" actId="47"/>
        <pc:sldMkLst>
          <pc:docMk/>
          <pc:sldMk cId="4168969118" sldId="268"/>
        </pc:sldMkLst>
      </pc:sldChg>
      <pc:sldChg chg="modSp new del mod">
        <pc:chgData name="昇汰 三輪" userId="ce91b2adc13b8b7b" providerId="LiveId" clId="{5FC1FB71-A051-4E0E-AB97-712272489FA9}" dt="2025-06-16T06:10:02.100" v="3829" actId="47"/>
        <pc:sldMkLst>
          <pc:docMk/>
          <pc:sldMk cId="2207709873" sldId="269"/>
        </pc:sldMkLst>
      </pc:sldChg>
      <pc:sldChg chg="addSp delSp modSp new del mod">
        <pc:chgData name="昇汰 三輪" userId="ce91b2adc13b8b7b" providerId="LiveId" clId="{5FC1FB71-A051-4E0E-AB97-712272489FA9}" dt="2025-06-28T09:19:37.783" v="9759" actId="47"/>
        <pc:sldMkLst>
          <pc:docMk/>
          <pc:sldMk cId="2263359952" sldId="269"/>
        </pc:sldMkLst>
      </pc:sldChg>
      <pc:sldChg chg="modSp new mod ord">
        <pc:chgData name="昇汰 三輪" userId="ce91b2adc13b8b7b" providerId="LiveId" clId="{5FC1FB71-A051-4E0E-AB97-712272489FA9}" dt="2025-07-07T03:56:38.350" v="19140" actId="20577"/>
        <pc:sldMkLst>
          <pc:docMk/>
          <pc:sldMk cId="3676070298" sldId="269"/>
        </pc:sldMkLst>
        <pc:spChg chg="mod">
          <ac:chgData name="昇汰 三輪" userId="ce91b2adc13b8b7b" providerId="LiveId" clId="{5FC1FB71-A051-4E0E-AB97-712272489FA9}" dt="2025-06-30T22:42:27.957" v="13968" actId="20577"/>
          <ac:spMkLst>
            <pc:docMk/>
            <pc:sldMk cId="3676070298" sldId="269"/>
            <ac:spMk id="2" creationId="{D83C2488-8D23-08FF-06CE-A9616F8D0B99}"/>
          </ac:spMkLst>
        </pc:spChg>
        <pc:spChg chg="mod">
          <ac:chgData name="昇汰 三輪" userId="ce91b2adc13b8b7b" providerId="LiveId" clId="{5FC1FB71-A051-4E0E-AB97-712272489FA9}" dt="2025-07-07T03:56:38.350" v="19140" actId="20577"/>
          <ac:spMkLst>
            <pc:docMk/>
            <pc:sldMk cId="3676070298" sldId="269"/>
            <ac:spMk id="3" creationId="{5CFD5661-6661-7B90-E51E-C5D9E246D171}"/>
          </ac:spMkLst>
        </pc:spChg>
      </pc:sldChg>
      <pc:sldChg chg="del">
        <pc:chgData name="昇汰 三輪" userId="ce91b2adc13b8b7b" providerId="LiveId" clId="{5FC1FB71-A051-4E0E-AB97-712272489FA9}" dt="2025-06-11T23:18:31.213" v="7" actId="47"/>
        <pc:sldMkLst>
          <pc:docMk/>
          <pc:sldMk cId="3792913055" sldId="269"/>
        </pc:sldMkLst>
      </pc:sldChg>
      <pc:sldChg chg="modSp new del mod">
        <pc:chgData name="昇汰 三輪" userId="ce91b2adc13b8b7b" providerId="LiveId" clId="{5FC1FB71-A051-4E0E-AB97-712272489FA9}" dt="2025-06-28T09:19:38.538" v="9760" actId="47"/>
        <pc:sldMkLst>
          <pc:docMk/>
          <pc:sldMk cId="1092064075" sldId="270"/>
        </pc:sldMkLst>
      </pc:sldChg>
      <pc:sldChg chg="del">
        <pc:chgData name="昇汰 三輪" userId="ce91b2adc13b8b7b" providerId="LiveId" clId="{5FC1FB71-A051-4E0E-AB97-712272489FA9}" dt="2025-06-11T23:18:30.363" v="4" actId="47"/>
        <pc:sldMkLst>
          <pc:docMk/>
          <pc:sldMk cId="1621400181" sldId="270"/>
        </pc:sldMkLst>
      </pc:sldChg>
      <pc:sldChg chg="addSp delSp modSp new del mod">
        <pc:chgData name="昇汰 三輪" userId="ce91b2adc13b8b7b" providerId="LiveId" clId="{5FC1FB71-A051-4E0E-AB97-712272489FA9}" dt="2025-07-03T17:33:08.765" v="15115" actId="47"/>
        <pc:sldMkLst>
          <pc:docMk/>
          <pc:sldMk cId="3550147182" sldId="270"/>
        </pc:sldMkLst>
      </pc:sldChg>
      <pc:sldChg chg="addSp delSp modSp new del mod">
        <pc:chgData name="昇汰 三輪" userId="ce91b2adc13b8b7b" providerId="LiveId" clId="{5FC1FB71-A051-4E0E-AB97-712272489FA9}" dt="2025-06-16T06:10:02.717" v="3831" actId="47"/>
        <pc:sldMkLst>
          <pc:docMk/>
          <pc:sldMk cId="4259497626" sldId="270"/>
        </pc:sldMkLst>
      </pc:sldChg>
      <pc:sldChg chg="del">
        <pc:chgData name="昇汰 三輪" userId="ce91b2adc13b8b7b" providerId="LiveId" clId="{5FC1FB71-A051-4E0E-AB97-712272489FA9}" dt="2025-06-11T23:18:32.976" v="12" actId="47"/>
        <pc:sldMkLst>
          <pc:docMk/>
          <pc:sldMk cId="155853910" sldId="271"/>
        </pc:sldMkLst>
      </pc:sldChg>
      <pc:sldChg chg="addSp delSp modSp new del mod">
        <pc:chgData name="昇汰 三輪" userId="ce91b2adc13b8b7b" providerId="LiveId" clId="{5FC1FB71-A051-4E0E-AB97-712272489FA9}" dt="2025-06-16T06:10:02.345" v="3830" actId="47"/>
        <pc:sldMkLst>
          <pc:docMk/>
          <pc:sldMk cId="2933385930" sldId="271"/>
        </pc:sldMkLst>
      </pc:sldChg>
      <pc:sldChg chg="addSp delSp modSp new del mod">
        <pc:chgData name="昇汰 三輪" userId="ce91b2adc13b8b7b" providerId="LiveId" clId="{5FC1FB71-A051-4E0E-AB97-712272489FA9}" dt="2025-07-03T17:33:00.905" v="15109" actId="47"/>
        <pc:sldMkLst>
          <pc:docMk/>
          <pc:sldMk cId="3725177195" sldId="271"/>
        </pc:sldMkLst>
      </pc:sldChg>
      <pc:sldChg chg="del">
        <pc:chgData name="昇汰 三輪" userId="ce91b2adc13b8b7b" providerId="LiveId" clId="{5FC1FB71-A051-4E0E-AB97-712272489FA9}" dt="2025-06-11T23:18:32.018" v="9" actId="47"/>
        <pc:sldMkLst>
          <pc:docMk/>
          <pc:sldMk cId="1880109827" sldId="272"/>
        </pc:sldMkLst>
      </pc:sldChg>
      <pc:sldChg chg="modSp new del mod">
        <pc:chgData name="昇汰 三輪" userId="ce91b2adc13b8b7b" providerId="LiveId" clId="{5FC1FB71-A051-4E0E-AB97-712272489FA9}" dt="2025-06-16T06:10:03.690" v="3838" actId="47"/>
        <pc:sldMkLst>
          <pc:docMk/>
          <pc:sldMk cId="3297834167" sldId="272"/>
        </pc:sldMkLst>
      </pc:sldChg>
      <pc:sldChg chg="modSp new del mod">
        <pc:chgData name="昇汰 三輪" userId="ce91b2adc13b8b7b" providerId="LiveId" clId="{5FC1FB71-A051-4E0E-AB97-712272489FA9}" dt="2025-07-06T17:39:06.656" v="16488" actId="47"/>
        <pc:sldMkLst>
          <pc:docMk/>
          <pc:sldMk cId="3649202254" sldId="272"/>
        </pc:sldMkLst>
      </pc:sldChg>
      <pc:sldChg chg="modSp new del mod">
        <pc:chgData name="昇汰 三輪" userId="ce91b2adc13b8b7b" providerId="LiveId" clId="{5FC1FB71-A051-4E0E-AB97-712272489FA9}" dt="2025-06-16T06:10:03.562" v="3837" actId="47"/>
        <pc:sldMkLst>
          <pc:docMk/>
          <pc:sldMk cId="578114408" sldId="273"/>
        </pc:sldMkLst>
      </pc:sldChg>
      <pc:sldChg chg="del">
        <pc:chgData name="昇汰 三輪" userId="ce91b2adc13b8b7b" providerId="LiveId" clId="{5FC1FB71-A051-4E0E-AB97-712272489FA9}" dt="2025-06-11T23:18:32.293" v="10" actId="47"/>
        <pc:sldMkLst>
          <pc:docMk/>
          <pc:sldMk cId="1183548393" sldId="273"/>
        </pc:sldMkLst>
      </pc:sldChg>
      <pc:sldChg chg="addSp delSp modSp new mod">
        <pc:chgData name="昇汰 三輪" userId="ce91b2adc13b8b7b" providerId="LiveId" clId="{5FC1FB71-A051-4E0E-AB97-712272489FA9}" dt="2025-07-03T18:07:11.919" v="16146" actId="478"/>
        <pc:sldMkLst>
          <pc:docMk/>
          <pc:sldMk cId="2209453812" sldId="273"/>
        </pc:sldMkLst>
        <pc:spChg chg="mod">
          <ac:chgData name="昇汰 三輪" userId="ce91b2adc13b8b7b" providerId="LiveId" clId="{5FC1FB71-A051-4E0E-AB97-712272489FA9}" dt="2025-07-03T17:38:04.684" v="15370" actId="20577"/>
          <ac:spMkLst>
            <pc:docMk/>
            <pc:sldMk cId="2209453812" sldId="273"/>
            <ac:spMk id="2" creationId="{F14CD134-3A2E-6C0F-7008-95EBB2E6AD50}"/>
          </ac:spMkLst>
        </pc:spChg>
        <pc:spChg chg="add mod">
          <ac:chgData name="昇汰 三輪" userId="ce91b2adc13b8b7b" providerId="LiveId" clId="{5FC1FB71-A051-4E0E-AB97-712272489FA9}" dt="2025-07-03T17:39:56.385" v="15392" actId="1076"/>
          <ac:spMkLst>
            <pc:docMk/>
            <pc:sldMk cId="2209453812" sldId="273"/>
            <ac:spMk id="8" creationId="{3B1109BE-0889-BE10-A858-C594B56A9F43}"/>
          </ac:spMkLst>
        </pc:spChg>
        <pc:picChg chg="add mod">
          <ac:chgData name="昇汰 三輪" userId="ce91b2adc13b8b7b" providerId="LiveId" clId="{5FC1FB71-A051-4E0E-AB97-712272489FA9}" dt="2025-07-03T17:38:49.603" v="15376" actId="1076"/>
          <ac:picMkLst>
            <pc:docMk/>
            <pc:sldMk cId="2209453812" sldId="273"/>
            <ac:picMk id="5" creationId="{F5CDB6A5-6469-63FB-EB12-494B72AC8DB2}"/>
          </ac:picMkLst>
        </pc:picChg>
        <pc:cxnChg chg="add">
          <ac:chgData name="昇汰 三輪" userId="ce91b2adc13b8b7b" providerId="LiveId" clId="{5FC1FB71-A051-4E0E-AB97-712272489FA9}" dt="2025-07-03T17:39:33.662" v="15377" actId="11529"/>
          <ac:cxnSpMkLst>
            <pc:docMk/>
            <pc:sldMk cId="2209453812" sldId="273"/>
            <ac:cxnSpMk id="7" creationId="{963761A3-33D4-1A8A-991F-FF1D97B4EAF3}"/>
          </ac:cxnSpMkLst>
        </pc:cxnChg>
      </pc:sldChg>
      <pc:sldChg chg="del">
        <pc:chgData name="昇汰 三輪" userId="ce91b2adc13b8b7b" providerId="LiveId" clId="{5FC1FB71-A051-4E0E-AB97-712272489FA9}" dt="2025-06-11T23:18:30.810" v="5" actId="47"/>
        <pc:sldMkLst>
          <pc:docMk/>
          <pc:sldMk cId="3250817086" sldId="274"/>
        </pc:sldMkLst>
      </pc:sldChg>
      <pc:sldChg chg="addSp delSp modSp new mod">
        <pc:chgData name="昇汰 三輪" userId="ce91b2adc13b8b7b" providerId="LiveId" clId="{5FC1FB71-A051-4E0E-AB97-712272489FA9}" dt="2025-07-06T17:33:35.134" v="16454" actId="20577"/>
        <pc:sldMkLst>
          <pc:docMk/>
          <pc:sldMk cId="3856113316" sldId="274"/>
        </pc:sldMkLst>
        <pc:spChg chg="mod">
          <ac:chgData name="昇汰 三輪" userId="ce91b2adc13b8b7b" providerId="LiveId" clId="{5FC1FB71-A051-4E0E-AB97-712272489FA9}" dt="2025-07-03T18:06:01.624" v="16137" actId="20577"/>
          <ac:spMkLst>
            <pc:docMk/>
            <pc:sldMk cId="3856113316" sldId="274"/>
            <ac:spMk id="2" creationId="{F31F39A1-7718-0CC3-1845-9A09CC5D9F7B}"/>
          </ac:spMkLst>
        </pc:spChg>
        <pc:spChg chg="mod">
          <ac:chgData name="昇汰 三輪" userId="ce91b2adc13b8b7b" providerId="LiveId" clId="{5FC1FB71-A051-4E0E-AB97-712272489FA9}" dt="2025-07-03T18:05:32.279" v="16092" actId="1076"/>
          <ac:spMkLst>
            <pc:docMk/>
            <pc:sldMk cId="3856113316" sldId="274"/>
            <ac:spMk id="4" creationId="{C4F74D23-E4AE-8B38-A3DA-AF467363E0DB}"/>
          </ac:spMkLst>
        </pc:spChg>
        <pc:spChg chg="add mod">
          <ac:chgData name="昇汰 三輪" userId="ce91b2adc13b8b7b" providerId="LiveId" clId="{5FC1FB71-A051-4E0E-AB97-712272489FA9}" dt="2025-07-03T17:58:38.328" v="15749" actId="207"/>
          <ac:spMkLst>
            <pc:docMk/>
            <pc:sldMk cId="3856113316" sldId="274"/>
            <ac:spMk id="5" creationId="{F64699E4-71BE-DBD0-0765-A4CA37C3B8BC}"/>
          </ac:spMkLst>
        </pc:spChg>
        <pc:spChg chg="add mod">
          <ac:chgData name="昇汰 三輪" userId="ce91b2adc13b8b7b" providerId="LiveId" clId="{5FC1FB71-A051-4E0E-AB97-712272489FA9}" dt="2025-07-03T17:58:47.449" v="15750" actId="207"/>
          <ac:spMkLst>
            <pc:docMk/>
            <pc:sldMk cId="3856113316" sldId="274"/>
            <ac:spMk id="6" creationId="{DA271868-41F6-D970-C51D-028879588157}"/>
          </ac:spMkLst>
        </pc:spChg>
        <pc:spChg chg="add mod">
          <ac:chgData name="昇汰 三輪" userId="ce91b2adc13b8b7b" providerId="LiveId" clId="{5FC1FB71-A051-4E0E-AB97-712272489FA9}" dt="2025-07-03T17:59:12.449" v="15751" actId="207"/>
          <ac:spMkLst>
            <pc:docMk/>
            <pc:sldMk cId="3856113316" sldId="274"/>
            <ac:spMk id="8" creationId="{9E912FED-CB9D-0D78-4DA9-2A892C18214A}"/>
          </ac:spMkLst>
        </pc:spChg>
        <pc:spChg chg="add mod">
          <ac:chgData name="昇汰 三輪" userId="ce91b2adc13b8b7b" providerId="LiveId" clId="{5FC1FB71-A051-4E0E-AB97-712272489FA9}" dt="2025-07-03T17:58:26.801" v="15748" actId="207"/>
          <ac:spMkLst>
            <pc:docMk/>
            <pc:sldMk cId="3856113316" sldId="274"/>
            <ac:spMk id="11" creationId="{0E26255C-860F-DD3C-C2B5-D3381600D4E9}"/>
          </ac:spMkLst>
        </pc:spChg>
        <pc:spChg chg="add mod">
          <ac:chgData name="昇汰 三輪" userId="ce91b2adc13b8b7b" providerId="LiveId" clId="{5FC1FB71-A051-4E0E-AB97-712272489FA9}" dt="2025-07-03T17:58:20.038" v="15747" actId="207"/>
          <ac:spMkLst>
            <pc:docMk/>
            <pc:sldMk cId="3856113316" sldId="274"/>
            <ac:spMk id="12" creationId="{F37F808E-681B-ED8D-2563-6B73BD4FF4AA}"/>
          </ac:spMkLst>
        </pc:spChg>
        <pc:spChg chg="add mod">
          <ac:chgData name="昇汰 三輪" userId="ce91b2adc13b8b7b" providerId="LiveId" clId="{5FC1FB71-A051-4E0E-AB97-712272489FA9}" dt="2025-07-03T17:57:55.175" v="15746" actId="207"/>
          <ac:spMkLst>
            <pc:docMk/>
            <pc:sldMk cId="3856113316" sldId="274"/>
            <ac:spMk id="13" creationId="{A78F2F65-FBE9-D21B-0FB8-05C1CFC31E72}"/>
          </ac:spMkLst>
        </pc:spChg>
        <pc:spChg chg="add mod">
          <ac:chgData name="昇汰 三輪" userId="ce91b2adc13b8b7b" providerId="LiveId" clId="{5FC1FB71-A051-4E0E-AB97-712272489FA9}" dt="2025-07-06T17:33:35.134" v="16454" actId="20577"/>
          <ac:spMkLst>
            <pc:docMk/>
            <pc:sldMk cId="3856113316" sldId="274"/>
            <ac:spMk id="16" creationId="{F5C24407-CDBD-97FB-5679-45E90D19C951}"/>
          </ac:spMkLst>
        </pc:spChg>
        <pc:spChg chg="add mod">
          <ac:chgData name="昇汰 三輪" userId="ce91b2adc13b8b7b" providerId="LiveId" clId="{5FC1FB71-A051-4E0E-AB97-712272489FA9}" dt="2025-07-06T17:33:31.081" v="16453" actId="20577"/>
          <ac:spMkLst>
            <pc:docMk/>
            <pc:sldMk cId="3856113316" sldId="274"/>
            <ac:spMk id="17" creationId="{26D85E64-5F9F-829D-AB96-29F3CFF81FD1}"/>
          </ac:spMkLst>
        </pc:spChg>
        <pc:spChg chg="add mod">
          <ac:chgData name="昇汰 三輪" userId="ce91b2adc13b8b7b" providerId="LiveId" clId="{5FC1FB71-A051-4E0E-AB97-712272489FA9}" dt="2025-07-03T18:03:12.769" v="15898" actId="1076"/>
          <ac:spMkLst>
            <pc:docMk/>
            <pc:sldMk cId="3856113316" sldId="274"/>
            <ac:spMk id="18" creationId="{BA48ACE1-19B0-B620-DA00-7B2CC9DE242E}"/>
          </ac:spMkLst>
        </pc:spChg>
        <pc:spChg chg="add mod">
          <ac:chgData name="昇汰 三輪" userId="ce91b2adc13b8b7b" providerId="LiveId" clId="{5FC1FB71-A051-4E0E-AB97-712272489FA9}" dt="2025-07-03T17:51:41.241" v="15681" actId="1076"/>
          <ac:spMkLst>
            <pc:docMk/>
            <pc:sldMk cId="3856113316" sldId="274"/>
            <ac:spMk id="21" creationId="{D7FAD84C-F988-601C-9C13-D3D97104C490}"/>
          </ac:spMkLst>
        </pc:spChg>
        <pc:spChg chg="add mod">
          <ac:chgData name="昇汰 三輪" userId="ce91b2adc13b8b7b" providerId="LiveId" clId="{5FC1FB71-A051-4E0E-AB97-712272489FA9}" dt="2025-07-03T17:51:59.866" v="15686" actId="1076"/>
          <ac:spMkLst>
            <pc:docMk/>
            <pc:sldMk cId="3856113316" sldId="274"/>
            <ac:spMk id="22" creationId="{F30B3491-AE67-8FC1-7FCD-7DF29E0916C7}"/>
          </ac:spMkLst>
        </pc:spChg>
        <pc:spChg chg="add mod">
          <ac:chgData name="昇汰 三輪" userId="ce91b2adc13b8b7b" providerId="LiveId" clId="{5FC1FB71-A051-4E0E-AB97-712272489FA9}" dt="2025-07-03T18:02:32.967" v="15891" actId="14100"/>
          <ac:spMkLst>
            <pc:docMk/>
            <pc:sldMk cId="3856113316" sldId="274"/>
            <ac:spMk id="23" creationId="{94C386CE-FFE5-62ED-062C-207375072771}"/>
          </ac:spMkLst>
        </pc:spChg>
        <pc:spChg chg="add mod">
          <ac:chgData name="昇汰 三輪" userId="ce91b2adc13b8b7b" providerId="LiveId" clId="{5FC1FB71-A051-4E0E-AB97-712272489FA9}" dt="2025-07-03T18:02:57.411" v="15897" actId="20577"/>
          <ac:spMkLst>
            <pc:docMk/>
            <pc:sldMk cId="3856113316" sldId="274"/>
            <ac:spMk id="24" creationId="{18C4A3D3-34BD-3814-6493-E6F298CE9AF6}"/>
          </ac:spMkLst>
        </pc:spChg>
        <pc:spChg chg="add mod">
          <ac:chgData name="昇汰 三輪" userId="ce91b2adc13b8b7b" providerId="LiveId" clId="{5FC1FB71-A051-4E0E-AB97-712272489FA9}" dt="2025-07-03T18:04:19.563" v="16057" actId="1076"/>
          <ac:spMkLst>
            <pc:docMk/>
            <pc:sldMk cId="3856113316" sldId="274"/>
            <ac:spMk id="32" creationId="{A2852203-458B-7318-0CCB-30C69A77FDFE}"/>
          </ac:spMkLst>
        </pc:spChg>
        <pc:spChg chg="add mod">
          <ac:chgData name="昇汰 三輪" userId="ce91b2adc13b8b7b" providerId="LiveId" clId="{5FC1FB71-A051-4E0E-AB97-712272489FA9}" dt="2025-07-03T18:04:05.364" v="16056" actId="1076"/>
          <ac:spMkLst>
            <pc:docMk/>
            <pc:sldMk cId="3856113316" sldId="274"/>
            <ac:spMk id="33" creationId="{4224803A-43EA-16C2-E875-5DF0904EB041}"/>
          </ac:spMkLst>
        </pc:spChg>
        <pc:spChg chg="add mod">
          <ac:chgData name="昇汰 三輪" userId="ce91b2adc13b8b7b" providerId="LiveId" clId="{5FC1FB71-A051-4E0E-AB97-712272489FA9}" dt="2025-07-03T18:05:02.167" v="16083" actId="20577"/>
          <ac:spMkLst>
            <pc:docMk/>
            <pc:sldMk cId="3856113316" sldId="274"/>
            <ac:spMk id="34" creationId="{B1F85404-5E4F-1030-4CB9-E37215257447}"/>
          </ac:spMkLst>
        </pc:spChg>
        <pc:spChg chg="add mod">
          <ac:chgData name="昇汰 三輪" userId="ce91b2adc13b8b7b" providerId="LiveId" clId="{5FC1FB71-A051-4E0E-AB97-712272489FA9}" dt="2025-07-03T18:05:35.955" v="16093" actId="1076"/>
          <ac:spMkLst>
            <pc:docMk/>
            <pc:sldMk cId="3856113316" sldId="274"/>
            <ac:spMk id="36" creationId="{76F1B1F1-EEFD-E60E-6A25-FEC637EC7C65}"/>
          </ac:spMkLst>
        </pc:spChg>
        <pc:cxnChg chg="add mod">
          <ac:chgData name="昇汰 三輪" userId="ce91b2adc13b8b7b" providerId="LiveId" clId="{5FC1FB71-A051-4E0E-AB97-712272489FA9}" dt="2025-07-03T18:01:54.113" v="15872" actId="1076"/>
          <ac:cxnSpMkLst>
            <pc:docMk/>
            <pc:sldMk cId="3856113316" sldId="274"/>
            <ac:cxnSpMk id="29" creationId="{C2F575D4-F101-2BD0-8432-39F2EFB4DB5D}"/>
          </ac:cxnSpMkLst>
        </pc:cxnChg>
      </pc:sldChg>
      <pc:sldChg chg="modSp new mod">
        <pc:chgData name="昇汰 三輪" userId="ce91b2adc13b8b7b" providerId="LiveId" clId="{5FC1FB71-A051-4E0E-AB97-712272489FA9}" dt="2025-07-07T03:53:36.197" v="18958" actId="20577"/>
        <pc:sldMkLst>
          <pc:docMk/>
          <pc:sldMk cId="2450776402" sldId="275"/>
        </pc:sldMkLst>
        <pc:spChg chg="mod">
          <ac:chgData name="昇汰 三輪" userId="ce91b2adc13b8b7b" providerId="LiveId" clId="{5FC1FB71-A051-4E0E-AB97-712272489FA9}" dt="2025-07-03T18:11:40.291" v="16150"/>
          <ac:spMkLst>
            <pc:docMk/>
            <pc:sldMk cId="2450776402" sldId="275"/>
            <ac:spMk id="2" creationId="{27ED421F-04C0-3AAC-964E-315E1AB6D880}"/>
          </ac:spMkLst>
        </pc:spChg>
        <pc:spChg chg="mod">
          <ac:chgData name="昇汰 三輪" userId="ce91b2adc13b8b7b" providerId="LiveId" clId="{5FC1FB71-A051-4E0E-AB97-712272489FA9}" dt="2025-07-07T03:53:36.197" v="18958" actId="20577"/>
          <ac:spMkLst>
            <pc:docMk/>
            <pc:sldMk cId="2450776402" sldId="275"/>
            <ac:spMk id="3" creationId="{9719CB3B-8D02-369D-3467-D7E6083561CD}"/>
          </ac:spMkLst>
        </pc:spChg>
      </pc:sldChg>
      <pc:sldChg chg="del">
        <pc:chgData name="昇汰 三輪" userId="ce91b2adc13b8b7b" providerId="LiveId" clId="{5FC1FB71-A051-4E0E-AB97-712272489FA9}" dt="2025-06-11T23:18:31.417" v="8" actId="47"/>
        <pc:sldMkLst>
          <pc:docMk/>
          <pc:sldMk cId="3598483349" sldId="275"/>
        </pc:sldMkLst>
      </pc:sldChg>
      <pc:sldChg chg="addSp delSp modSp new mod">
        <pc:chgData name="昇汰 三輪" userId="ce91b2adc13b8b7b" providerId="LiveId" clId="{5FC1FB71-A051-4E0E-AB97-712272489FA9}" dt="2025-07-04T16:48:01.792" v="16413" actId="14100"/>
        <pc:sldMkLst>
          <pc:docMk/>
          <pc:sldMk cId="3032419719" sldId="276"/>
        </pc:sldMkLst>
        <pc:spChg chg="mod">
          <ac:chgData name="昇汰 三輪" userId="ce91b2adc13b8b7b" providerId="LiveId" clId="{5FC1FB71-A051-4E0E-AB97-712272489FA9}" dt="2025-07-04T16:48:01.792" v="16413" actId="14100"/>
          <ac:spMkLst>
            <pc:docMk/>
            <pc:sldMk cId="3032419719" sldId="276"/>
            <ac:spMk id="2" creationId="{E3B41BB5-55DA-388F-C5E1-4F2EB19D5225}"/>
          </ac:spMkLst>
        </pc:spChg>
        <pc:picChg chg="add mod ord">
          <ac:chgData name="昇汰 三輪" userId="ce91b2adc13b8b7b" providerId="LiveId" clId="{5FC1FB71-A051-4E0E-AB97-712272489FA9}" dt="2025-07-04T16:47:23.035" v="16351" actId="1076"/>
          <ac:picMkLst>
            <pc:docMk/>
            <pc:sldMk cId="3032419719" sldId="276"/>
            <ac:picMk id="6" creationId="{5733036F-20BA-020C-4FED-57BD63CDFA1A}"/>
          </ac:picMkLst>
        </pc:picChg>
      </pc:sldChg>
      <pc:sldChg chg="del">
        <pc:chgData name="昇汰 三輪" userId="ce91b2adc13b8b7b" providerId="LiveId" clId="{5FC1FB71-A051-4E0E-AB97-712272489FA9}" dt="2025-06-11T23:18:32.623" v="11" actId="47"/>
        <pc:sldMkLst>
          <pc:docMk/>
          <pc:sldMk cId="3214781991" sldId="276"/>
        </pc:sldMkLst>
      </pc:sldChg>
      <pc:sldChg chg="modSp new del mod">
        <pc:chgData name="昇汰 三輪" userId="ce91b2adc13b8b7b" providerId="LiveId" clId="{5FC1FB71-A051-4E0E-AB97-712272489FA9}" dt="2025-07-07T02:19:47.782" v="16518" actId="47"/>
        <pc:sldMkLst>
          <pc:docMk/>
          <pc:sldMk cId="523146652" sldId="277"/>
        </pc:sldMkLst>
      </pc:sldChg>
      <pc:sldChg chg="modSp new mod">
        <pc:chgData name="昇汰 三輪" userId="ce91b2adc13b8b7b" providerId="LiveId" clId="{5FC1FB71-A051-4E0E-AB97-712272489FA9}" dt="2025-07-07T03:55:52.113" v="19101" actId="20577"/>
        <pc:sldMkLst>
          <pc:docMk/>
          <pc:sldMk cId="1885388768" sldId="277"/>
        </pc:sldMkLst>
        <pc:spChg chg="mod">
          <ac:chgData name="昇汰 三輪" userId="ce91b2adc13b8b7b" providerId="LiveId" clId="{5FC1FB71-A051-4E0E-AB97-712272489FA9}" dt="2025-07-07T02:36:07.776" v="17124"/>
          <ac:spMkLst>
            <pc:docMk/>
            <pc:sldMk cId="1885388768" sldId="277"/>
            <ac:spMk id="2" creationId="{72746C3E-EB52-B9B4-8BC2-CFE7C1B66918}"/>
          </ac:spMkLst>
        </pc:spChg>
        <pc:spChg chg="mod">
          <ac:chgData name="昇汰 三輪" userId="ce91b2adc13b8b7b" providerId="LiveId" clId="{5FC1FB71-A051-4E0E-AB97-712272489FA9}" dt="2025-07-07T03:55:52.113" v="19101" actId="20577"/>
          <ac:spMkLst>
            <pc:docMk/>
            <pc:sldMk cId="1885388768" sldId="277"/>
            <ac:spMk id="3" creationId="{D3E5E38C-B435-76B4-6A07-1DAD37B30B4E}"/>
          </ac:spMkLst>
        </pc:spChg>
      </pc:sldChg>
      <pc:sldChg chg="addSp modSp new mod">
        <pc:chgData name="昇汰 三輪" userId="ce91b2adc13b8b7b" providerId="LiveId" clId="{5FC1FB71-A051-4E0E-AB97-712272489FA9}" dt="2025-07-07T03:04:40.082" v="17959" actId="20577"/>
        <pc:sldMkLst>
          <pc:docMk/>
          <pc:sldMk cId="3546159248" sldId="278"/>
        </pc:sldMkLst>
        <pc:spChg chg="mod">
          <ac:chgData name="昇汰 三輪" userId="ce91b2adc13b8b7b" providerId="LiveId" clId="{5FC1FB71-A051-4E0E-AB97-712272489FA9}" dt="2025-07-07T02:37:10.525" v="17200" actId="255"/>
          <ac:spMkLst>
            <pc:docMk/>
            <pc:sldMk cId="3546159248" sldId="278"/>
            <ac:spMk id="2" creationId="{821E6C84-7E39-4492-F962-8056E56E9ABE}"/>
          </ac:spMkLst>
        </pc:spChg>
        <pc:spChg chg="mod">
          <ac:chgData name="昇汰 三輪" userId="ce91b2adc13b8b7b" providerId="LiveId" clId="{5FC1FB71-A051-4E0E-AB97-712272489FA9}" dt="2025-07-07T03:04:40.082" v="17959" actId="20577"/>
          <ac:spMkLst>
            <pc:docMk/>
            <pc:sldMk cId="3546159248" sldId="278"/>
            <ac:spMk id="3" creationId="{5762903F-AD9F-FB0D-C65E-1EC7C8C53C62}"/>
          </ac:spMkLst>
        </pc:spChg>
        <pc:spChg chg="add mod">
          <ac:chgData name="昇汰 三輪" userId="ce91b2adc13b8b7b" providerId="LiveId" clId="{5FC1FB71-A051-4E0E-AB97-712272489FA9}" dt="2025-07-07T02:45:31.766" v="17638" actId="1582"/>
          <ac:spMkLst>
            <pc:docMk/>
            <pc:sldMk cId="3546159248" sldId="278"/>
            <ac:spMk id="5" creationId="{FA69D072-1A98-3DB1-27CF-1159D32A445F}"/>
          </ac:spMkLst>
        </pc:spChg>
        <pc:spChg chg="add mod">
          <ac:chgData name="昇汰 三輪" userId="ce91b2adc13b8b7b" providerId="LiveId" clId="{5FC1FB71-A051-4E0E-AB97-712272489FA9}" dt="2025-07-07T02:55:01.299" v="17761" actId="1076"/>
          <ac:spMkLst>
            <pc:docMk/>
            <pc:sldMk cId="3546159248" sldId="278"/>
            <ac:spMk id="6" creationId="{CC253D60-98D9-C01D-C649-B113BCA3C609}"/>
          </ac:spMkLst>
        </pc:spChg>
      </pc:sldChg>
      <pc:sldChg chg="addSp delSp modSp new mod">
        <pc:chgData name="昇汰 三輪" userId="ce91b2adc13b8b7b" providerId="LiveId" clId="{5FC1FB71-A051-4E0E-AB97-712272489FA9}" dt="2025-07-07T03:24:48.514" v="18261" actId="1076"/>
        <pc:sldMkLst>
          <pc:docMk/>
          <pc:sldMk cId="450752070" sldId="279"/>
        </pc:sldMkLst>
        <pc:spChg chg="mod">
          <ac:chgData name="昇汰 三輪" userId="ce91b2adc13b8b7b" providerId="LiveId" clId="{5FC1FB71-A051-4E0E-AB97-712272489FA9}" dt="2025-07-07T03:18:24.990" v="17989" actId="20577"/>
          <ac:spMkLst>
            <pc:docMk/>
            <pc:sldMk cId="450752070" sldId="279"/>
            <ac:spMk id="2" creationId="{E0355529-C8E3-7221-1607-F46DA230BE8A}"/>
          </ac:spMkLst>
        </pc:spChg>
        <pc:spChg chg="add del mod">
          <ac:chgData name="昇汰 三輪" userId="ce91b2adc13b8b7b" providerId="LiveId" clId="{5FC1FB71-A051-4E0E-AB97-712272489FA9}" dt="2025-07-07T03:24:11.175" v="18250" actId="20577"/>
          <ac:spMkLst>
            <pc:docMk/>
            <pc:sldMk cId="450752070" sldId="279"/>
            <ac:spMk id="3" creationId="{18BF2604-CA0C-5213-0BE1-DF059C1FB0A2}"/>
          </ac:spMkLst>
        </pc:spChg>
        <pc:spChg chg="add mod">
          <ac:chgData name="昇汰 三輪" userId="ce91b2adc13b8b7b" providerId="LiveId" clId="{5FC1FB71-A051-4E0E-AB97-712272489FA9}" dt="2025-07-07T03:24:32.905" v="18258" actId="1076"/>
          <ac:spMkLst>
            <pc:docMk/>
            <pc:sldMk cId="450752070" sldId="279"/>
            <ac:spMk id="11" creationId="{7D0D318A-6071-507E-4C31-A884C349BF59}"/>
          </ac:spMkLst>
        </pc:spChg>
        <pc:picChg chg="add del mod ord">
          <ac:chgData name="昇汰 三輪" userId="ce91b2adc13b8b7b" providerId="LiveId" clId="{5FC1FB71-A051-4E0E-AB97-712272489FA9}" dt="2025-07-07T03:00:50.418" v="17890" actId="22"/>
          <ac:picMkLst>
            <pc:docMk/>
            <pc:sldMk cId="450752070" sldId="279"/>
            <ac:picMk id="6" creationId="{116F81EB-A4B8-8E1E-9F24-D3E97D89A782}"/>
          </ac:picMkLst>
        </pc:picChg>
        <pc:picChg chg="add mod">
          <ac:chgData name="昇汰 三輪" userId="ce91b2adc13b8b7b" providerId="LiveId" clId="{5FC1FB71-A051-4E0E-AB97-712272489FA9}" dt="2025-07-07T03:24:27.834" v="18256" actId="1076"/>
          <ac:picMkLst>
            <pc:docMk/>
            <pc:sldMk cId="450752070" sldId="279"/>
            <ac:picMk id="8" creationId="{AB56C6DA-97BB-E3F2-3044-8C6F62A96D79}"/>
          </ac:picMkLst>
        </pc:picChg>
        <pc:picChg chg="add mod">
          <ac:chgData name="昇汰 三輪" userId="ce91b2adc13b8b7b" providerId="LiveId" clId="{5FC1FB71-A051-4E0E-AB97-712272489FA9}" dt="2025-07-07T03:24:48.514" v="18261" actId="1076"/>
          <ac:picMkLst>
            <pc:docMk/>
            <pc:sldMk cId="450752070" sldId="279"/>
            <ac:picMk id="10" creationId="{9BB735CB-0C6E-221C-DF04-3C32290262CC}"/>
          </ac:picMkLst>
        </pc:picChg>
      </pc:sldChg>
      <pc:sldChg chg="addSp delSp modSp new mod">
        <pc:chgData name="昇汰 三輪" userId="ce91b2adc13b8b7b" providerId="LiveId" clId="{5FC1FB71-A051-4E0E-AB97-712272489FA9}" dt="2025-07-07T03:40:37.452" v="18705"/>
        <pc:sldMkLst>
          <pc:docMk/>
          <pc:sldMk cId="2552117617" sldId="280"/>
        </pc:sldMkLst>
        <pc:spChg chg="mod">
          <ac:chgData name="昇汰 三輪" userId="ce91b2adc13b8b7b" providerId="LiveId" clId="{5FC1FB71-A051-4E0E-AB97-712272489FA9}" dt="2025-07-07T03:40:37.452" v="18705"/>
          <ac:spMkLst>
            <pc:docMk/>
            <pc:sldMk cId="2552117617" sldId="280"/>
            <ac:spMk id="2" creationId="{2844069A-92C9-1E80-E6CA-E49190B3DD04}"/>
          </ac:spMkLst>
        </pc:spChg>
        <pc:spChg chg="add del mod">
          <ac:chgData name="昇汰 三輪" userId="ce91b2adc13b8b7b" providerId="LiveId" clId="{5FC1FB71-A051-4E0E-AB97-712272489FA9}" dt="2025-07-07T03:40:27.865" v="18704" actId="20577"/>
          <ac:spMkLst>
            <pc:docMk/>
            <pc:sldMk cId="2552117617" sldId="280"/>
            <ac:spMk id="3" creationId="{61EFEB27-F65A-C6F9-2C54-702E9487C130}"/>
          </ac:spMkLst>
        </pc:spChg>
        <pc:spChg chg="add mod">
          <ac:chgData name="昇汰 三輪" userId="ce91b2adc13b8b7b" providerId="LiveId" clId="{5FC1FB71-A051-4E0E-AB97-712272489FA9}" dt="2025-07-07T03:25:44.978" v="18295"/>
          <ac:spMkLst>
            <pc:docMk/>
            <pc:sldMk cId="2552117617" sldId="280"/>
            <ac:spMk id="5" creationId="{BD767218-743C-1C75-4ADE-33E9E4649B0D}"/>
          </ac:spMkLst>
        </pc:spChg>
        <pc:spChg chg="add mod">
          <ac:chgData name="昇汰 三輪" userId="ce91b2adc13b8b7b" providerId="LiveId" clId="{5FC1FB71-A051-4E0E-AB97-712272489FA9}" dt="2025-07-07T03:25:43.385" v="18294"/>
          <ac:spMkLst>
            <pc:docMk/>
            <pc:sldMk cId="2552117617" sldId="280"/>
            <ac:spMk id="6" creationId="{684E10EA-42C8-4785-8CE1-0682C66628E0}"/>
          </ac:spMkLst>
        </pc:spChg>
        <pc:spChg chg="add mod">
          <ac:chgData name="昇汰 三輪" userId="ce91b2adc13b8b7b" providerId="LiveId" clId="{5FC1FB71-A051-4E0E-AB97-712272489FA9}" dt="2025-07-07T03:26:29.953" v="18310" actId="1076"/>
          <ac:spMkLst>
            <pc:docMk/>
            <pc:sldMk cId="2552117617" sldId="280"/>
            <ac:spMk id="10" creationId="{1314BF44-D61F-13BC-9C8E-F61C147A2EF5}"/>
          </ac:spMkLst>
        </pc:spChg>
        <pc:picChg chg="add mod">
          <ac:chgData name="昇汰 三輪" userId="ce91b2adc13b8b7b" providerId="LiveId" clId="{5FC1FB71-A051-4E0E-AB97-712272489FA9}" dt="2025-07-07T03:26:17.750" v="18301"/>
          <ac:picMkLst>
            <pc:docMk/>
            <pc:sldMk cId="2552117617" sldId="280"/>
            <ac:picMk id="7" creationId="{C4175618-A505-EB2B-D543-38B875C8C66A}"/>
          </ac:picMkLst>
        </pc:picChg>
        <pc:picChg chg="add mod">
          <ac:chgData name="昇汰 三輪" userId="ce91b2adc13b8b7b" providerId="LiveId" clId="{5FC1FB71-A051-4E0E-AB97-712272489FA9}" dt="2025-07-07T03:26:29.953" v="18310" actId="1076"/>
          <ac:picMkLst>
            <pc:docMk/>
            <pc:sldMk cId="2552117617" sldId="280"/>
            <ac:picMk id="8" creationId="{599B53C6-1E33-F6DF-D9A3-FBE0B0FB77C6}"/>
          </ac:picMkLst>
        </pc:picChg>
        <pc:picChg chg="add mod">
          <ac:chgData name="昇汰 三輪" userId="ce91b2adc13b8b7b" providerId="LiveId" clId="{5FC1FB71-A051-4E0E-AB97-712272489FA9}" dt="2025-07-07T03:26:29.953" v="18310" actId="1076"/>
          <ac:picMkLst>
            <pc:docMk/>
            <pc:sldMk cId="2552117617" sldId="280"/>
            <ac:picMk id="9" creationId="{BB6E7832-ED4A-AD4A-2A6C-A9D04BB2BA00}"/>
          </ac:picMkLst>
        </pc:picChg>
        <pc:picChg chg="add mod">
          <ac:chgData name="昇汰 三輪" userId="ce91b2adc13b8b7b" providerId="LiveId" clId="{5FC1FB71-A051-4E0E-AB97-712272489FA9}" dt="2025-07-07T03:33:41.767" v="18505" actId="1076"/>
          <ac:picMkLst>
            <pc:docMk/>
            <pc:sldMk cId="2552117617" sldId="280"/>
            <ac:picMk id="11" creationId="{26708FE1-10B2-2631-1765-F4B069E57D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2025/7/7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7/7/2025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7/7/2025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7/7/2025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7/7/2025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7/7/2025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7/7/2025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7/7/2025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7/7/2025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7/7/2025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7/7/2025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7/7/2025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7/7/2025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20"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dirty="0">
                <a:solidFill>
                  <a:srgbClr val="FFFFFF"/>
                </a:solidFill>
              </a:rPr>
              <a:t>進捗報告</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dirty="0">
                <a:solidFill>
                  <a:srgbClr val="FFFFFF"/>
                </a:solidFill>
              </a:rPr>
              <a:t>2025/07/0</a:t>
            </a:r>
            <a:r>
              <a:rPr kumimoji="1" lang="ja-JP" altLang="en-US" dirty="0">
                <a:solidFill>
                  <a:srgbClr val="FFFFFF"/>
                </a:solidFill>
              </a:rPr>
              <a:t>７</a:t>
            </a: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70570-2B56-A665-6800-0C2112CFDC82}"/>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3268878B-D220-AB33-6C95-700020BA684B}"/>
              </a:ext>
            </a:extLst>
          </p:cNvPr>
          <p:cNvSpPr>
            <a:spLocks noGrp="1"/>
          </p:cNvSpPr>
          <p:nvPr>
            <p:ph idx="1"/>
          </p:nvPr>
        </p:nvSpPr>
        <p:spPr>
          <a:xfrm>
            <a:off x="922421" y="1690688"/>
            <a:ext cx="10515600" cy="4351338"/>
          </a:xfrm>
        </p:spPr>
        <p:txBody>
          <a:bodyPr/>
          <a:lstStyle/>
          <a:p>
            <a:pPr marL="0" indent="0">
              <a:buNone/>
            </a:pPr>
            <a:endParaRPr kumimoji="1" lang="en-US" altLang="ja-JP" dirty="0"/>
          </a:p>
          <a:p>
            <a:r>
              <a:rPr kumimoji="1" lang="ja-JP" altLang="en-US" dirty="0"/>
              <a:t>トピック分けの際に起こった重複部の改善</a:t>
            </a:r>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4EF8CE9-1915-7591-1725-76B1628B786A}"/>
              </a:ext>
            </a:extLst>
          </p:cNvPr>
          <p:cNvSpPr>
            <a:spLocks noGrp="1"/>
          </p:cNvSpPr>
          <p:nvPr>
            <p:ph type="sldNum" sz="quarter"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230868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B41BB5-55DA-388F-C5E1-4F2EB19D5225}"/>
              </a:ext>
            </a:extLst>
          </p:cNvPr>
          <p:cNvSpPr>
            <a:spLocks noGrp="1"/>
          </p:cNvSpPr>
          <p:nvPr>
            <p:ph type="title"/>
          </p:nvPr>
        </p:nvSpPr>
        <p:spPr>
          <a:xfrm>
            <a:off x="838199" y="365125"/>
            <a:ext cx="10824411" cy="1325563"/>
          </a:xfrm>
        </p:spPr>
        <p:txBody>
          <a:bodyPr/>
          <a:lstStyle/>
          <a:p>
            <a:r>
              <a:rPr kumimoji="1" lang="ja-JP" altLang="en-US" dirty="0"/>
              <a:t>前回の埋め込み前のチャンク分けの仕様</a:t>
            </a:r>
          </a:p>
        </p:txBody>
      </p:sp>
      <p:pic>
        <p:nvPicPr>
          <p:cNvPr id="6" name="コンテンツ プレースホルダー 5">
            <a:extLst>
              <a:ext uri="{FF2B5EF4-FFF2-40B4-BE49-F238E27FC236}">
                <a16:creationId xmlns:a16="http://schemas.microsoft.com/office/drawing/2014/main" id="{5733036F-20BA-020C-4FED-57BD63CDFA1A}"/>
              </a:ext>
            </a:extLst>
          </p:cNvPr>
          <p:cNvPicPr>
            <a:picLocks noGrp="1" noChangeAspect="1"/>
          </p:cNvPicPr>
          <p:nvPr>
            <p:ph idx="1"/>
          </p:nvPr>
        </p:nvPicPr>
        <p:blipFill>
          <a:blip r:embed="rId2"/>
          <a:stretch>
            <a:fillRect/>
          </a:stretch>
        </p:blipFill>
        <p:spPr>
          <a:xfrm>
            <a:off x="1314588" y="1941095"/>
            <a:ext cx="9847338" cy="3808776"/>
          </a:xfrm>
        </p:spPr>
      </p:pic>
      <p:sp>
        <p:nvSpPr>
          <p:cNvPr id="4" name="スライド番号プレースホルダー 3">
            <a:extLst>
              <a:ext uri="{FF2B5EF4-FFF2-40B4-BE49-F238E27FC236}">
                <a16:creationId xmlns:a16="http://schemas.microsoft.com/office/drawing/2014/main" id="{E09AA2A8-BB44-8B62-1222-8BFC88965188}"/>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3032419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E95BC8-35CE-4123-5925-D546C8D8AE44}"/>
              </a:ext>
            </a:extLst>
          </p:cNvPr>
          <p:cNvSpPr>
            <a:spLocks noGrp="1"/>
          </p:cNvSpPr>
          <p:nvPr>
            <p:ph type="title"/>
          </p:nvPr>
        </p:nvSpPr>
        <p:spPr>
          <a:xfrm>
            <a:off x="876152" y="365125"/>
            <a:ext cx="10515600" cy="1325563"/>
          </a:xfrm>
        </p:spPr>
        <p:txBody>
          <a:bodyPr/>
          <a:lstStyle/>
          <a:p>
            <a:r>
              <a:rPr kumimoji="1" lang="ja-JP" altLang="en-US" dirty="0"/>
              <a:t>前回の結果の問題点</a:t>
            </a:r>
          </a:p>
        </p:txBody>
      </p:sp>
      <p:pic>
        <p:nvPicPr>
          <p:cNvPr id="6" name="コンテンツ プレースホルダー 5">
            <a:extLst>
              <a:ext uri="{FF2B5EF4-FFF2-40B4-BE49-F238E27FC236}">
                <a16:creationId xmlns:a16="http://schemas.microsoft.com/office/drawing/2014/main" id="{D03662E7-D4BA-C3F3-5CC5-C7B488D2FE16}"/>
              </a:ext>
            </a:extLst>
          </p:cNvPr>
          <p:cNvPicPr>
            <a:picLocks noGrp="1" noChangeAspect="1"/>
          </p:cNvPicPr>
          <p:nvPr>
            <p:ph idx="1"/>
          </p:nvPr>
        </p:nvPicPr>
        <p:blipFill>
          <a:blip r:embed="rId2"/>
          <a:stretch>
            <a:fillRect/>
          </a:stretch>
        </p:blipFill>
        <p:spPr>
          <a:xfrm>
            <a:off x="1073432" y="1847849"/>
            <a:ext cx="3739199" cy="4872093"/>
          </a:xfrm>
        </p:spPr>
      </p:pic>
      <p:sp>
        <p:nvSpPr>
          <p:cNvPr id="4" name="スライド番号プレースホルダー 3">
            <a:extLst>
              <a:ext uri="{FF2B5EF4-FFF2-40B4-BE49-F238E27FC236}">
                <a16:creationId xmlns:a16="http://schemas.microsoft.com/office/drawing/2014/main" id="{1C89DDBD-F831-F759-6DCB-F354B522F64C}"/>
              </a:ext>
            </a:extLst>
          </p:cNvPr>
          <p:cNvSpPr>
            <a:spLocks noGrp="1"/>
          </p:cNvSpPr>
          <p:nvPr>
            <p:ph type="sldNum" sz="quarter" idx="12"/>
          </p:nvPr>
        </p:nvSpPr>
        <p:spPr/>
        <p:txBody>
          <a:bodyPr/>
          <a:lstStyle/>
          <a:p>
            <a:fld id="{27CE633F-9882-4A5C-83A2-1109D0C73261}" type="slidenum">
              <a:rPr lang="en-US" smtClean="0"/>
              <a:t>4</a:t>
            </a:fld>
            <a:endParaRPr lang="en-US"/>
          </a:p>
        </p:txBody>
      </p:sp>
      <p:pic>
        <p:nvPicPr>
          <p:cNvPr id="10" name="図 9">
            <a:extLst>
              <a:ext uri="{FF2B5EF4-FFF2-40B4-BE49-F238E27FC236}">
                <a16:creationId xmlns:a16="http://schemas.microsoft.com/office/drawing/2014/main" id="{37838D44-860B-B6B3-41D6-CF780E834483}"/>
              </a:ext>
            </a:extLst>
          </p:cNvPr>
          <p:cNvPicPr>
            <a:picLocks noChangeAspect="1"/>
          </p:cNvPicPr>
          <p:nvPr/>
        </p:nvPicPr>
        <p:blipFill>
          <a:blip r:embed="rId3"/>
          <a:stretch>
            <a:fillRect/>
          </a:stretch>
        </p:blipFill>
        <p:spPr>
          <a:xfrm>
            <a:off x="7864725" y="1847849"/>
            <a:ext cx="3253843" cy="2582647"/>
          </a:xfrm>
          <a:prstGeom prst="rect">
            <a:avLst/>
          </a:prstGeom>
        </p:spPr>
      </p:pic>
      <p:pic>
        <p:nvPicPr>
          <p:cNvPr id="18" name="図 17">
            <a:extLst>
              <a:ext uri="{FF2B5EF4-FFF2-40B4-BE49-F238E27FC236}">
                <a16:creationId xmlns:a16="http://schemas.microsoft.com/office/drawing/2014/main" id="{EFD795FE-EF67-743D-DDD8-6716578A8E27}"/>
              </a:ext>
            </a:extLst>
          </p:cNvPr>
          <p:cNvPicPr>
            <a:picLocks noChangeAspect="1"/>
          </p:cNvPicPr>
          <p:nvPr/>
        </p:nvPicPr>
        <p:blipFill>
          <a:blip r:embed="rId4"/>
          <a:srcRect l="50000" t="-1" b="1217"/>
          <a:stretch>
            <a:fillRect/>
          </a:stretch>
        </p:blipFill>
        <p:spPr>
          <a:xfrm>
            <a:off x="4422281" y="1690688"/>
            <a:ext cx="412556" cy="2184626"/>
          </a:xfrm>
          <a:prstGeom prst="rect">
            <a:avLst/>
          </a:prstGeom>
        </p:spPr>
      </p:pic>
      <p:pic>
        <p:nvPicPr>
          <p:cNvPr id="19" name="図 18">
            <a:extLst>
              <a:ext uri="{FF2B5EF4-FFF2-40B4-BE49-F238E27FC236}">
                <a16:creationId xmlns:a16="http://schemas.microsoft.com/office/drawing/2014/main" id="{64A6665A-5B42-5294-C06D-99A8FF4AF638}"/>
              </a:ext>
            </a:extLst>
          </p:cNvPr>
          <p:cNvPicPr>
            <a:picLocks noChangeAspect="1"/>
          </p:cNvPicPr>
          <p:nvPr/>
        </p:nvPicPr>
        <p:blipFill>
          <a:blip r:embed="rId4"/>
          <a:srcRect l="50000" t="-1" b="1217"/>
          <a:stretch>
            <a:fillRect/>
          </a:stretch>
        </p:blipFill>
        <p:spPr>
          <a:xfrm>
            <a:off x="3776395" y="3173412"/>
            <a:ext cx="573844" cy="3038702"/>
          </a:xfrm>
          <a:prstGeom prst="rect">
            <a:avLst/>
          </a:prstGeom>
        </p:spPr>
      </p:pic>
      <p:pic>
        <p:nvPicPr>
          <p:cNvPr id="20" name="図 19">
            <a:extLst>
              <a:ext uri="{FF2B5EF4-FFF2-40B4-BE49-F238E27FC236}">
                <a16:creationId xmlns:a16="http://schemas.microsoft.com/office/drawing/2014/main" id="{2DFDA496-71D7-BB16-83D4-F6471E3D1D37}"/>
              </a:ext>
            </a:extLst>
          </p:cNvPr>
          <p:cNvPicPr>
            <a:picLocks noChangeAspect="1"/>
          </p:cNvPicPr>
          <p:nvPr/>
        </p:nvPicPr>
        <p:blipFill>
          <a:blip r:embed="rId4"/>
          <a:srcRect l="50000" t="-1" b="1217"/>
          <a:stretch>
            <a:fillRect/>
          </a:stretch>
        </p:blipFill>
        <p:spPr>
          <a:xfrm rot="10800000">
            <a:off x="876152" y="5714040"/>
            <a:ext cx="394559" cy="1143960"/>
          </a:xfrm>
          <a:prstGeom prst="rect">
            <a:avLst/>
          </a:prstGeom>
        </p:spPr>
      </p:pic>
      <p:sp>
        <p:nvSpPr>
          <p:cNvPr id="3" name="楕円 2">
            <a:extLst>
              <a:ext uri="{FF2B5EF4-FFF2-40B4-BE49-F238E27FC236}">
                <a16:creationId xmlns:a16="http://schemas.microsoft.com/office/drawing/2014/main" id="{74ECC4B9-3520-B316-968B-56AA15C65A76}"/>
              </a:ext>
            </a:extLst>
          </p:cNvPr>
          <p:cNvSpPr/>
          <p:nvPr/>
        </p:nvSpPr>
        <p:spPr>
          <a:xfrm>
            <a:off x="975627" y="3173412"/>
            <a:ext cx="394560" cy="778933"/>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6AF25C00-F9F4-238E-CB6F-EA36FDE23257}"/>
              </a:ext>
            </a:extLst>
          </p:cNvPr>
          <p:cNvSpPr/>
          <p:nvPr/>
        </p:nvSpPr>
        <p:spPr>
          <a:xfrm>
            <a:off x="973957" y="5667375"/>
            <a:ext cx="394560" cy="688975"/>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矢印コネクタ 7">
            <a:extLst>
              <a:ext uri="{FF2B5EF4-FFF2-40B4-BE49-F238E27FC236}">
                <a16:creationId xmlns:a16="http://schemas.microsoft.com/office/drawing/2014/main" id="{9FC228CB-54A4-1B69-E8B2-DF1281567C71}"/>
              </a:ext>
            </a:extLst>
          </p:cNvPr>
          <p:cNvCxnSpPr>
            <a:stCxn id="3" idx="6"/>
          </p:cNvCxnSpPr>
          <p:nvPr/>
        </p:nvCxnSpPr>
        <p:spPr>
          <a:xfrm>
            <a:off x="1370187" y="3562879"/>
            <a:ext cx="4341991" cy="1550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ED301177-25B9-E636-80EF-FDCB98B9B11F}"/>
              </a:ext>
            </a:extLst>
          </p:cNvPr>
          <p:cNvCxnSpPr>
            <a:cxnSpLocks/>
            <a:stCxn id="5" idx="6"/>
          </p:cNvCxnSpPr>
          <p:nvPr/>
        </p:nvCxnSpPr>
        <p:spPr>
          <a:xfrm flipV="1">
            <a:off x="1368517" y="5302467"/>
            <a:ext cx="4377527" cy="709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743A529D-4880-EF32-18DC-556C0A1145B0}"/>
              </a:ext>
            </a:extLst>
          </p:cNvPr>
          <p:cNvSpPr txBox="1"/>
          <p:nvPr/>
        </p:nvSpPr>
        <p:spPr>
          <a:xfrm>
            <a:off x="5864803" y="4979301"/>
            <a:ext cx="1650791" cy="523220"/>
          </a:xfrm>
          <a:prstGeom prst="rect">
            <a:avLst/>
          </a:prstGeom>
          <a:noFill/>
        </p:spPr>
        <p:txBody>
          <a:bodyPr wrap="square" rtlCol="0">
            <a:spAutoFit/>
          </a:bodyPr>
          <a:lstStyle/>
          <a:p>
            <a:r>
              <a:rPr kumimoji="1" lang="ja-JP" altLang="en-US" sz="2800" dirty="0">
                <a:solidFill>
                  <a:srgbClr val="FF0000"/>
                </a:solidFill>
              </a:rPr>
              <a:t>重複部分</a:t>
            </a:r>
          </a:p>
        </p:txBody>
      </p:sp>
    </p:spTree>
    <p:extLst>
      <p:ext uri="{BB962C8B-B14F-4D97-AF65-F5344CB8AC3E}">
        <p14:creationId xmlns:p14="http://schemas.microsoft.com/office/powerpoint/2010/main" val="3942121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CD134-3A2E-6C0F-7008-95EBB2E6AD50}"/>
              </a:ext>
            </a:extLst>
          </p:cNvPr>
          <p:cNvSpPr>
            <a:spLocks noGrp="1"/>
          </p:cNvSpPr>
          <p:nvPr>
            <p:ph type="title"/>
          </p:nvPr>
        </p:nvSpPr>
        <p:spPr/>
        <p:txBody>
          <a:bodyPr/>
          <a:lstStyle/>
          <a:p>
            <a:r>
              <a:rPr kumimoji="1" lang="ja-JP" altLang="en-US" dirty="0"/>
              <a:t>重複文の再分類による重複回避</a:t>
            </a:r>
          </a:p>
        </p:txBody>
      </p:sp>
      <p:pic>
        <p:nvPicPr>
          <p:cNvPr id="5" name="コンテンツ プレースホルダー 4">
            <a:extLst>
              <a:ext uri="{FF2B5EF4-FFF2-40B4-BE49-F238E27FC236}">
                <a16:creationId xmlns:a16="http://schemas.microsoft.com/office/drawing/2014/main" id="{F5CDB6A5-6469-63FB-EB12-494B72AC8DB2}"/>
              </a:ext>
            </a:extLst>
          </p:cNvPr>
          <p:cNvPicPr>
            <a:picLocks noGrp="1" noChangeAspect="1"/>
          </p:cNvPicPr>
          <p:nvPr>
            <p:ph idx="1"/>
          </p:nvPr>
        </p:nvPicPr>
        <p:blipFill>
          <a:blip r:embed="rId2"/>
          <a:stretch>
            <a:fillRect/>
          </a:stretch>
        </p:blipFill>
        <p:spPr>
          <a:xfrm>
            <a:off x="838200" y="1346272"/>
            <a:ext cx="7156146" cy="5511728"/>
          </a:xfrm>
          <a:prstGeom prst="rect">
            <a:avLst/>
          </a:prstGeom>
        </p:spPr>
      </p:pic>
      <p:sp>
        <p:nvSpPr>
          <p:cNvPr id="4" name="スライド番号プレースホルダー 3">
            <a:extLst>
              <a:ext uri="{FF2B5EF4-FFF2-40B4-BE49-F238E27FC236}">
                <a16:creationId xmlns:a16="http://schemas.microsoft.com/office/drawing/2014/main" id="{22C7F656-E395-4026-1B13-66FB97FBB66C}"/>
              </a:ext>
            </a:extLst>
          </p:cNvPr>
          <p:cNvSpPr>
            <a:spLocks noGrp="1"/>
          </p:cNvSpPr>
          <p:nvPr>
            <p:ph type="sldNum" sz="quarter" idx="12"/>
          </p:nvPr>
        </p:nvSpPr>
        <p:spPr/>
        <p:txBody>
          <a:bodyPr/>
          <a:lstStyle/>
          <a:p>
            <a:fld id="{27CE633F-9882-4A5C-83A2-1109D0C73261}" type="slidenum">
              <a:rPr lang="en-US" smtClean="0"/>
              <a:t>5</a:t>
            </a:fld>
            <a:endParaRPr lang="en-US"/>
          </a:p>
        </p:txBody>
      </p:sp>
      <p:cxnSp>
        <p:nvCxnSpPr>
          <p:cNvPr id="7" name="直線矢印コネクタ 6">
            <a:extLst>
              <a:ext uri="{FF2B5EF4-FFF2-40B4-BE49-F238E27FC236}">
                <a16:creationId xmlns:a16="http://schemas.microsoft.com/office/drawing/2014/main" id="{963761A3-33D4-1A8A-991F-FF1D97B4EAF3}"/>
              </a:ext>
            </a:extLst>
          </p:cNvPr>
          <p:cNvCxnSpPr/>
          <p:nvPr/>
        </p:nvCxnSpPr>
        <p:spPr>
          <a:xfrm>
            <a:off x="7994346" y="5149516"/>
            <a:ext cx="616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3B1109BE-0889-BE10-A858-C594B56A9F43}"/>
              </a:ext>
            </a:extLst>
          </p:cNvPr>
          <p:cNvSpPr txBox="1"/>
          <p:nvPr/>
        </p:nvSpPr>
        <p:spPr>
          <a:xfrm>
            <a:off x="8919411" y="4887906"/>
            <a:ext cx="1261884" cy="523220"/>
          </a:xfrm>
          <a:prstGeom prst="rect">
            <a:avLst/>
          </a:prstGeom>
          <a:noFill/>
        </p:spPr>
        <p:txBody>
          <a:bodyPr wrap="none" rtlCol="0">
            <a:spAutoFit/>
          </a:bodyPr>
          <a:lstStyle/>
          <a:p>
            <a:r>
              <a:rPr kumimoji="1" lang="ja-JP" altLang="en-US" sz="2800" dirty="0"/>
              <a:t>再分類</a:t>
            </a:r>
          </a:p>
        </p:txBody>
      </p:sp>
    </p:spTree>
    <p:extLst>
      <p:ext uri="{BB962C8B-B14F-4D97-AF65-F5344CB8AC3E}">
        <p14:creationId xmlns:p14="http://schemas.microsoft.com/office/powerpoint/2010/main" val="2209453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F39A1-7718-0CC3-1845-9A09CC5D9F7B}"/>
              </a:ext>
            </a:extLst>
          </p:cNvPr>
          <p:cNvSpPr>
            <a:spLocks noGrp="1"/>
          </p:cNvSpPr>
          <p:nvPr>
            <p:ph type="title"/>
          </p:nvPr>
        </p:nvSpPr>
        <p:spPr/>
        <p:txBody>
          <a:bodyPr/>
          <a:lstStyle/>
          <a:p>
            <a:r>
              <a:rPr kumimoji="1" lang="ja-JP" altLang="en-US" dirty="0"/>
              <a:t>重複文の再分類処理</a:t>
            </a:r>
          </a:p>
        </p:txBody>
      </p:sp>
      <p:sp>
        <p:nvSpPr>
          <p:cNvPr id="4" name="スライド番号プレースホルダー 3">
            <a:extLst>
              <a:ext uri="{FF2B5EF4-FFF2-40B4-BE49-F238E27FC236}">
                <a16:creationId xmlns:a16="http://schemas.microsoft.com/office/drawing/2014/main" id="{C4F74D23-E4AE-8B38-A3DA-AF467363E0DB}"/>
              </a:ext>
            </a:extLst>
          </p:cNvPr>
          <p:cNvSpPr>
            <a:spLocks noGrp="1"/>
          </p:cNvSpPr>
          <p:nvPr>
            <p:ph type="sldNum" sz="quarter" idx="12"/>
          </p:nvPr>
        </p:nvSpPr>
        <p:spPr>
          <a:xfrm>
            <a:off x="8610600" y="6310312"/>
            <a:ext cx="2743200" cy="365125"/>
          </a:xfrm>
        </p:spPr>
        <p:txBody>
          <a:bodyPr/>
          <a:lstStyle/>
          <a:p>
            <a:fld id="{27CE633F-9882-4A5C-83A2-1109D0C73261}" type="slidenum">
              <a:rPr lang="en-US" smtClean="0"/>
              <a:t>6</a:t>
            </a:fld>
            <a:endParaRPr lang="en-US"/>
          </a:p>
        </p:txBody>
      </p:sp>
      <p:sp>
        <p:nvSpPr>
          <p:cNvPr id="5" name="正方形/長方形 4">
            <a:extLst>
              <a:ext uri="{FF2B5EF4-FFF2-40B4-BE49-F238E27FC236}">
                <a16:creationId xmlns:a16="http://schemas.microsoft.com/office/drawing/2014/main" id="{F64699E4-71BE-DBD0-0765-A4CA37C3B8BC}"/>
              </a:ext>
            </a:extLst>
          </p:cNvPr>
          <p:cNvSpPr/>
          <p:nvPr/>
        </p:nvSpPr>
        <p:spPr>
          <a:xfrm>
            <a:off x="3304674" y="2045111"/>
            <a:ext cx="2438400" cy="62564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トピック０</a:t>
            </a:r>
          </a:p>
        </p:txBody>
      </p:sp>
      <p:sp>
        <p:nvSpPr>
          <p:cNvPr id="6" name="正方形/長方形 5">
            <a:extLst>
              <a:ext uri="{FF2B5EF4-FFF2-40B4-BE49-F238E27FC236}">
                <a16:creationId xmlns:a16="http://schemas.microsoft.com/office/drawing/2014/main" id="{DA271868-41F6-D970-C51D-028879588157}"/>
              </a:ext>
            </a:extLst>
          </p:cNvPr>
          <p:cNvSpPr/>
          <p:nvPr/>
        </p:nvSpPr>
        <p:spPr>
          <a:xfrm>
            <a:off x="3304674" y="6095833"/>
            <a:ext cx="2438400" cy="62564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トピック１</a:t>
            </a:r>
          </a:p>
        </p:txBody>
      </p:sp>
      <p:sp>
        <p:nvSpPr>
          <p:cNvPr id="8" name="正方形/長方形 7">
            <a:extLst>
              <a:ext uri="{FF2B5EF4-FFF2-40B4-BE49-F238E27FC236}">
                <a16:creationId xmlns:a16="http://schemas.microsoft.com/office/drawing/2014/main" id="{9E912FED-CB9D-0D78-4DA9-2A892C18214A}"/>
              </a:ext>
            </a:extLst>
          </p:cNvPr>
          <p:cNvSpPr/>
          <p:nvPr/>
        </p:nvSpPr>
        <p:spPr>
          <a:xfrm>
            <a:off x="2574757" y="3965267"/>
            <a:ext cx="3152274" cy="62564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S</a:t>
            </a:r>
            <a:r>
              <a:rPr lang="ja-JP" altLang="en-US" dirty="0"/>
              <a:t>１２</a:t>
            </a:r>
            <a:endParaRPr kumimoji="1" lang="ja-JP" altLang="en-US" dirty="0"/>
          </a:p>
        </p:txBody>
      </p:sp>
      <p:sp>
        <p:nvSpPr>
          <p:cNvPr id="11" name="正方形/長方形 10">
            <a:extLst>
              <a:ext uri="{FF2B5EF4-FFF2-40B4-BE49-F238E27FC236}">
                <a16:creationId xmlns:a16="http://schemas.microsoft.com/office/drawing/2014/main" id="{0E26255C-860F-DD3C-C2B5-D3381600D4E9}"/>
              </a:ext>
            </a:extLst>
          </p:cNvPr>
          <p:cNvSpPr/>
          <p:nvPr/>
        </p:nvSpPr>
        <p:spPr>
          <a:xfrm>
            <a:off x="701843" y="5646337"/>
            <a:ext cx="2971800" cy="23465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S</a:t>
            </a:r>
            <a:r>
              <a:rPr lang="ja-JP" altLang="en-US" dirty="0"/>
              <a:t>１５</a:t>
            </a:r>
            <a:endParaRPr kumimoji="1" lang="ja-JP" altLang="en-US" dirty="0"/>
          </a:p>
        </p:txBody>
      </p:sp>
      <p:sp>
        <p:nvSpPr>
          <p:cNvPr id="12" name="正方形/長方形 11">
            <a:extLst>
              <a:ext uri="{FF2B5EF4-FFF2-40B4-BE49-F238E27FC236}">
                <a16:creationId xmlns:a16="http://schemas.microsoft.com/office/drawing/2014/main" id="{F37F808E-681B-ED8D-2563-6B73BD4FF4AA}"/>
              </a:ext>
            </a:extLst>
          </p:cNvPr>
          <p:cNvSpPr/>
          <p:nvPr/>
        </p:nvSpPr>
        <p:spPr>
          <a:xfrm>
            <a:off x="701843" y="5226711"/>
            <a:ext cx="2971800" cy="23465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S</a:t>
            </a:r>
            <a:r>
              <a:rPr lang="ja-JP" altLang="en-US" dirty="0"/>
              <a:t>１４</a:t>
            </a:r>
            <a:endParaRPr kumimoji="1" lang="ja-JP" altLang="en-US" dirty="0"/>
          </a:p>
        </p:txBody>
      </p:sp>
      <p:sp>
        <p:nvSpPr>
          <p:cNvPr id="13" name="正方形/長方形 12">
            <a:extLst>
              <a:ext uri="{FF2B5EF4-FFF2-40B4-BE49-F238E27FC236}">
                <a16:creationId xmlns:a16="http://schemas.microsoft.com/office/drawing/2014/main" id="{A78F2F65-FBE9-D21B-0FB8-05C1CFC31E72}"/>
              </a:ext>
            </a:extLst>
          </p:cNvPr>
          <p:cNvSpPr/>
          <p:nvPr/>
        </p:nvSpPr>
        <p:spPr>
          <a:xfrm>
            <a:off x="701843" y="4807085"/>
            <a:ext cx="2971800" cy="23465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S</a:t>
            </a:r>
            <a:r>
              <a:rPr lang="ja-JP" altLang="en-US" dirty="0"/>
              <a:t>１３</a:t>
            </a:r>
            <a:endParaRPr kumimoji="1" lang="ja-JP" altLang="en-US" dirty="0"/>
          </a:p>
        </p:txBody>
      </p:sp>
      <p:sp>
        <p:nvSpPr>
          <p:cNvPr id="16" name="テキスト ボックス 15">
            <a:extLst>
              <a:ext uri="{FF2B5EF4-FFF2-40B4-BE49-F238E27FC236}">
                <a16:creationId xmlns:a16="http://schemas.microsoft.com/office/drawing/2014/main" id="{F5C24407-CDBD-97FB-5679-45E90D19C951}"/>
              </a:ext>
            </a:extLst>
          </p:cNvPr>
          <p:cNvSpPr txBox="1"/>
          <p:nvPr/>
        </p:nvSpPr>
        <p:spPr>
          <a:xfrm>
            <a:off x="5727032" y="2135598"/>
            <a:ext cx="4732421" cy="646331"/>
          </a:xfrm>
          <a:prstGeom prst="rect">
            <a:avLst/>
          </a:prstGeom>
          <a:noFill/>
        </p:spPr>
        <p:txBody>
          <a:bodyPr wrap="square" rtlCol="0">
            <a:spAutoFit/>
          </a:bodyPr>
          <a:lstStyle/>
          <a:p>
            <a:r>
              <a:rPr lang="ja-JP" altLang="en-US" dirty="0"/>
              <a:t>トピック</a:t>
            </a:r>
            <a:r>
              <a:rPr lang="en-US" altLang="ja-JP" dirty="0"/>
              <a:t>0</a:t>
            </a:r>
            <a:r>
              <a:rPr lang="ja-JP" altLang="en-US" dirty="0"/>
              <a:t>に含まれる文のベクトル平均</a:t>
            </a:r>
            <a:endParaRPr lang="en-US" altLang="ja-JP" dirty="0"/>
          </a:p>
          <a:p>
            <a:endParaRPr kumimoji="1" lang="ja-JP" altLang="en-US" dirty="0"/>
          </a:p>
        </p:txBody>
      </p:sp>
      <p:sp>
        <p:nvSpPr>
          <p:cNvPr id="17" name="テキスト ボックス 16">
            <a:extLst>
              <a:ext uri="{FF2B5EF4-FFF2-40B4-BE49-F238E27FC236}">
                <a16:creationId xmlns:a16="http://schemas.microsoft.com/office/drawing/2014/main" id="{26D85E64-5F9F-829D-AB96-29F3CFF81FD1}"/>
              </a:ext>
            </a:extLst>
          </p:cNvPr>
          <p:cNvSpPr txBox="1"/>
          <p:nvPr/>
        </p:nvSpPr>
        <p:spPr>
          <a:xfrm>
            <a:off x="5727032" y="6215746"/>
            <a:ext cx="4912895" cy="646331"/>
          </a:xfrm>
          <a:prstGeom prst="rect">
            <a:avLst/>
          </a:prstGeom>
          <a:noFill/>
        </p:spPr>
        <p:txBody>
          <a:bodyPr wrap="square" rtlCol="0">
            <a:spAutoFit/>
          </a:bodyPr>
          <a:lstStyle/>
          <a:p>
            <a:r>
              <a:rPr lang="ja-JP" altLang="en-US" dirty="0"/>
              <a:t>トピック１に含まれる文のベクトル平均</a:t>
            </a:r>
            <a:endParaRPr lang="en-US" altLang="ja-JP" dirty="0"/>
          </a:p>
          <a:p>
            <a:endParaRPr kumimoji="1" lang="ja-JP" altLang="en-US" dirty="0"/>
          </a:p>
        </p:txBody>
      </p:sp>
      <p:sp>
        <p:nvSpPr>
          <p:cNvPr id="18" name="テキスト ボックス 17">
            <a:extLst>
              <a:ext uri="{FF2B5EF4-FFF2-40B4-BE49-F238E27FC236}">
                <a16:creationId xmlns:a16="http://schemas.microsoft.com/office/drawing/2014/main" id="{BA48ACE1-19B0-B620-DA00-7B2CC9DE242E}"/>
              </a:ext>
            </a:extLst>
          </p:cNvPr>
          <p:cNvSpPr txBox="1"/>
          <p:nvPr/>
        </p:nvSpPr>
        <p:spPr>
          <a:xfrm>
            <a:off x="5907506" y="4125111"/>
            <a:ext cx="4732421" cy="646331"/>
          </a:xfrm>
          <a:prstGeom prst="rect">
            <a:avLst/>
          </a:prstGeom>
          <a:noFill/>
        </p:spPr>
        <p:txBody>
          <a:bodyPr wrap="square" rtlCol="0">
            <a:spAutoFit/>
          </a:bodyPr>
          <a:lstStyle/>
          <a:p>
            <a:r>
              <a:rPr lang="en-US" altLang="ja-JP" dirty="0"/>
              <a:t>S12</a:t>
            </a:r>
            <a:r>
              <a:rPr lang="ja-JP" altLang="en-US" dirty="0"/>
              <a:t>の文ベクトル</a:t>
            </a:r>
            <a:endParaRPr lang="en-US" altLang="ja-JP" dirty="0"/>
          </a:p>
          <a:p>
            <a:endParaRPr kumimoji="1" lang="ja-JP" altLang="en-US" dirty="0"/>
          </a:p>
        </p:txBody>
      </p:sp>
      <p:sp>
        <p:nvSpPr>
          <p:cNvPr id="21" name="矢印: 三方向 20">
            <a:extLst>
              <a:ext uri="{FF2B5EF4-FFF2-40B4-BE49-F238E27FC236}">
                <a16:creationId xmlns:a16="http://schemas.microsoft.com/office/drawing/2014/main" id="{D7FAD84C-F988-601C-9C13-D3D97104C490}"/>
              </a:ext>
            </a:extLst>
          </p:cNvPr>
          <p:cNvSpPr/>
          <p:nvPr/>
        </p:nvSpPr>
        <p:spPr>
          <a:xfrm rot="5400000">
            <a:off x="6497067" y="2763713"/>
            <a:ext cx="1353054" cy="911627"/>
          </a:xfrm>
          <a:prstGeom prst="leftRightUpArrow">
            <a:avLst>
              <a:gd name="adj1" fmla="val 0"/>
              <a:gd name="adj2" fmla="val 7403"/>
              <a:gd name="adj3" fmla="val 25000"/>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三方向 21">
            <a:extLst>
              <a:ext uri="{FF2B5EF4-FFF2-40B4-BE49-F238E27FC236}">
                <a16:creationId xmlns:a16="http://schemas.microsoft.com/office/drawing/2014/main" id="{F30B3491-AE67-8FC1-7FCD-7DF29E0916C7}"/>
              </a:ext>
            </a:extLst>
          </p:cNvPr>
          <p:cNvSpPr/>
          <p:nvPr/>
        </p:nvSpPr>
        <p:spPr>
          <a:xfrm rot="5400000">
            <a:off x="6497067" y="4953846"/>
            <a:ext cx="1353054" cy="911627"/>
          </a:xfrm>
          <a:prstGeom prst="leftRightUpArrow">
            <a:avLst>
              <a:gd name="adj1" fmla="val 0"/>
              <a:gd name="adj2" fmla="val 7403"/>
              <a:gd name="adj3" fmla="val 25000"/>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94C386CE-FFE5-62ED-062C-207375072771}"/>
              </a:ext>
            </a:extLst>
          </p:cNvPr>
          <p:cNvSpPr txBox="1"/>
          <p:nvPr/>
        </p:nvSpPr>
        <p:spPr>
          <a:xfrm>
            <a:off x="7629408" y="3028420"/>
            <a:ext cx="3247139" cy="369332"/>
          </a:xfrm>
          <a:prstGeom prst="rect">
            <a:avLst/>
          </a:prstGeom>
          <a:noFill/>
        </p:spPr>
        <p:txBody>
          <a:bodyPr wrap="square" rtlCol="0">
            <a:spAutoFit/>
          </a:bodyPr>
          <a:lstStyle/>
          <a:p>
            <a:r>
              <a:rPr lang="en-US" altLang="ja-JP" dirty="0"/>
              <a:t>cos</a:t>
            </a:r>
            <a:r>
              <a:rPr kumimoji="1" lang="ja-JP" altLang="en-US" dirty="0"/>
              <a:t>類似度</a:t>
            </a:r>
            <a:r>
              <a:rPr kumimoji="1" lang="en-US" altLang="ja-JP" dirty="0"/>
              <a:t>_</a:t>
            </a:r>
            <a:r>
              <a:rPr lang="en-US" altLang="ja-JP" dirty="0" err="1"/>
              <a:t>prev</a:t>
            </a:r>
            <a:r>
              <a:rPr lang="en-US" altLang="ja-JP" dirty="0"/>
              <a:t> (</a:t>
            </a:r>
            <a:r>
              <a:rPr lang="en-US" altLang="ja-JP" dirty="0" err="1"/>
              <a:t>cos_prev</a:t>
            </a:r>
            <a:r>
              <a:rPr lang="ja-JP" altLang="en-US" dirty="0"/>
              <a:t> </a:t>
            </a:r>
            <a:r>
              <a:rPr lang="en-US" altLang="ja-JP" dirty="0"/>
              <a:t>)</a:t>
            </a:r>
            <a:endParaRPr kumimoji="1" lang="ja-JP" altLang="en-US" dirty="0"/>
          </a:p>
        </p:txBody>
      </p:sp>
      <p:sp>
        <p:nvSpPr>
          <p:cNvPr id="24" name="テキスト ボックス 23">
            <a:extLst>
              <a:ext uri="{FF2B5EF4-FFF2-40B4-BE49-F238E27FC236}">
                <a16:creationId xmlns:a16="http://schemas.microsoft.com/office/drawing/2014/main" id="{18C4A3D3-34BD-3814-6493-E6F298CE9AF6}"/>
              </a:ext>
            </a:extLst>
          </p:cNvPr>
          <p:cNvSpPr txBox="1"/>
          <p:nvPr/>
        </p:nvSpPr>
        <p:spPr>
          <a:xfrm>
            <a:off x="7629408" y="5276703"/>
            <a:ext cx="4210358" cy="369332"/>
          </a:xfrm>
          <a:prstGeom prst="rect">
            <a:avLst/>
          </a:prstGeom>
          <a:noFill/>
        </p:spPr>
        <p:txBody>
          <a:bodyPr wrap="square" rtlCol="0">
            <a:spAutoFit/>
          </a:bodyPr>
          <a:lstStyle/>
          <a:p>
            <a:r>
              <a:rPr kumimoji="1" lang="en-US" altLang="ja-JP" dirty="0"/>
              <a:t>cos</a:t>
            </a:r>
            <a:r>
              <a:rPr kumimoji="1" lang="ja-JP" altLang="en-US" dirty="0"/>
              <a:t>類似度</a:t>
            </a:r>
            <a:r>
              <a:rPr kumimoji="1" lang="en-US" altLang="ja-JP" dirty="0"/>
              <a:t>_next (</a:t>
            </a:r>
            <a:r>
              <a:rPr lang="en-US" altLang="ja-JP" dirty="0" err="1"/>
              <a:t>cos_next</a:t>
            </a:r>
            <a:r>
              <a:rPr kumimoji="1" lang="en-US" altLang="ja-JP" dirty="0"/>
              <a:t>)</a:t>
            </a:r>
            <a:endParaRPr kumimoji="1" lang="ja-JP" altLang="en-US" dirty="0"/>
          </a:p>
        </p:txBody>
      </p:sp>
      <p:cxnSp>
        <p:nvCxnSpPr>
          <p:cNvPr id="29" name="直線矢印コネクタ 28">
            <a:extLst>
              <a:ext uri="{FF2B5EF4-FFF2-40B4-BE49-F238E27FC236}">
                <a16:creationId xmlns:a16="http://schemas.microsoft.com/office/drawing/2014/main" id="{C2F575D4-F101-2BD0-8432-39F2EFB4DB5D}"/>
              </a:ext>
            </a:extLst>
          </p:cNvPr>
          <p:cNvCxnSpPr>
            <a:cxnSpLocks/>
          </p:cNvCxnSpPr>
          <p:nvPr/>
        </p:nvCxnSpPr>
        <p:spPr>
          <a:xfrm flipH="1">
            <a:off x="7991839" y="3397752"/>
            <a:ext cx="1" cy="179771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A2852203-458B-7318-0CCB-30C69A77FDFE}"/>
              </a:ext>
            </a:extLst>
          </p:cNvPr>
          <p:cNvSpPr txBox="1"/>
          <p:nvPr/>
        </p:nvSpPr>
        <p:spPr>
          <a:xfrm>
            <a:off x="8053139" y="3711238"/>
            <a:ext cx="4210358" cy="653683"/>
          </a:xfrm>
          <a:prstGeom prst="rect">
            <a:avLst/>
          </a:prstGeom>
          <a:noFill/>
        </p:spPr>
        <p:txBody>
          <a:bodyPr wrap="square" rtlCol="0">
            <a:spAutoFit/>
          </a:bodyPr>
          <a:lstStyle/>
          <a:p>
            <a:r>
              <a:rPr lang="en-US" altLang="ja-JP" dirty="0"/>
              <a:t>If </a:t>
            </a:r>
            <a:r>
              <a:rPr lang="en-US" altLang="ja-JP" dirty="0" err="1"/>
              <a:t>cos_prev</a:t>
            </a:r>
            <a:r>
              <a:rPr lang="ja-JP" altLang="en-US" dirty="0"/>
              <a:t> </a:t>
            </a:r>
            <a:r>
              <a:rPr lang="en-US" altLang="ja-JP" dirty="0"/>
              <a:t>&gt; </a:t>
            </a:r>
            <a:r>
              <a:rPr lang="en-US" altLang="ja-JP" dirty="0" err="1"/>
              <a:t>cos_next</a:t>
            </a:r>
            <a:r>
              <a:rPr lang="en-US" altLang="ja-JP" dirty="0"/>
              <a:t>  </a:t>
            </a:r>
            <a:r>
              <a:rPr lang="ja-JP" altLang="en-US" dirty="0"/>
              <a:t>→ </a:t>
            </a:r>
            <a:r>
              <a:rPr lang="en-US" altLang="ja-JP" dirty="0"/>
              <a:t>S12</a:t>
            </a:r>
            <a:endParaRPr lang="ja-JP" altLang="en-US" dirty="0"/>
          </a:p>
          <a:p>
            <a:endParaRPr kumimoji="1" lang="ja-JP" altLang="en-US" dirty="0"/>
          </a:p>
        </p:txBody>
      </p:sp>
      <p:sp>
        <p:nvSpPr>
          <p:cNvPr id="33" name="正方形/長方形 32">
            <a:extLst>
              <a:ext uri="{FF2B5EF4-FFF2-40B4-BE49-F238E27FC236}">
                <a16:creationId xmlns:a16="http://schemas.microsoft.com/office/drawing/2014/main" id="{4224803A-43EA-16C2-E875-5DF0904EB041}"/>
              </a:ext>
            </a:extLst>
          </p:cNvPr>
          <p:cNvSpPr/>
          <p:nvPr/>
        </p:nvSpPr>
        <p:spPr>
          <a:xfrm>
            <a:off x="11301663" y="3711238"/>
            <a:ext cx="301187" cy="32951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テキスト ボックス 33">
            <a:extLst>
              <a:ext uri="{FF2B5EF4-FFF2-40B4-BE49-F238E27FC236}">
                <a16:creationId xmlns:a16="http://schemas.microsoft.com/office/drawing/2014/main" id="{B1F85404-5E4F-1030-4CB9-E37215257447}"/>
              </a:ext>
            </a:extLst>
          </p:cNvPr>
          <p:cNvSpPr txBox="1"/>
          <p:nvPr/>
        </p:nvSpPr>
        <p:spPr>
          <a:xfrm>
            <a:off x="8047986" y="4472916"/>
            <a:ext cx="4210358" cy="653683"/>
          </a:xfrm>
          <a:prstGeom prst="rect">
            <a:avLst/>
          </a:prstGeom>
          <a:noFill/>
        </p:spPr>
        <p:txBody>
          <a:bodyPr wrap="square" rtlCol="0">
            <a:spAutoFit/>
          </a:bodyPr>
          <a:lstStyle/>
          <a:p>
            <a:r>
              <a:rPr lang="en-US" altLang="ja-JP" dirty="0"/>
              <a:t>If </a:t>
            </a:r>
            <a:r>
              <a:rPr lang="en-US" altLang="ja-JP" dirty="0" err="1"/>
              <a:t>cos_next</a:t>
            </a:r>
            <a:r>
              <a:rPr lang="ja-JP" altLang="en-US" dirty="0"/>
              <a:t> </a:t>
            </a:r>
            <a:r>
              <a:rPr lang="en-US" altLang="ja-JP" dirty="0"/>
              <a:t>&gt; </a:t>
            </a:r>
            <a:r>
              <a:rPr lang="en-US" altLang="ja-JP" dirty="0" err="1"/>
              <a:t>cos_prev</a:t>
            </a:r>
            <a:r>
              <a:rPr lang="en-US" altLang="ja-JP" dirty="0"/>
              <a:t>  </a:t>
            </a:r>
            <a:r>
              <a:rPr lang="ja-JP" altLang="en-US" dirty="0"/>
              <a:t>→ </a:t>
            </a:r>
            <a:r>
              <a:rPr lang="en-US" altLang="ja-JP" dirty="0"/>
              <a:t>S12</a:t>
            </a:r>
            <a:endParaRPr lang="ja-JP" altLang="en-US" dirty="0"/>
          </a:p>
          <a:p>
            <a:endParaRPr kumimoji="1" lang="ja-JP" altLang="en-US" dirty="0"/>
          </a:p>
        </p:txBody>
      </p:sp>
      <p:sp>
        <p:nvSpPr>
          <p:cNvPr id="36" name="正方形/長方形 35">
            <a:extLst>
              <a:ext uri="{FF2B5EF4-FFF2-40B4-BE49-F238E27FC236}">
                <a16:creationId xmlns:a16="http://schemas.microsoft.com/office/drawing/2014/main" id="{76F1B1F1-EEFD-E60E-6A25-FEC637EC7C65}"/>
              </a:ext>
            </a:extLst>
          </p:cNvPr>
          <p:cNvSpPr/>
          <p:nvPr/>
        </p:nvSpPr>
        <p:spPr>
          <a:xfrm>
            <a:off x="11298542" y="4485019"/>
            <a:ext cx="301187" cy="32951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856113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ED421F-04C0-3AAC-964E-315E1AB6D880}"/>
              </a:ext>
            </a:extLst>
          </p:cNvPr>
          <p:cNvSpPr>
            <a:spLocks noGrp="1"/>
          </p:cNvSpPr>
          <p:nvPr>
            <p:ph type="title"/>
          </p:nvPr>
        </p:nvSpPr>
        <p:spPr/>
        <p:txBody>
          <a:bodyPr/>
          <a:lstStyle/>
          <a:p>
            <a:r>
              <a:rPr kumimoji="1" lang="ja-JP" altLang="en-US" dirty="0"/>
              <a:t>重複文の再分類処理</a:t>
            </a:r>
          </a:p>
        </p:txBody>
      </p:sp>
      <p:sp>
        <p:nvSpPr>
          <p:cNvPr id="3" name="コンテンツ プレースホルダー 2">
            <a:extLst>
              <a:ext uri="{FF2B5EF4-FFF2-40B4-BE49-F238E27FC236}">
                <a16:creationId xmlns:a16="http://schemas.microsoft.com/office/drawing/2014/main" id="{9719CB3B-8D02-369D-3467-D7E6083561CD}"/>
              </a:ext>
            </a:extLst>
          </p:cNvPr>
          <p:cNvSpPr>
            <a:spLocks noGrp="1"/>
          </p:cNvSpPr>
          <p:nvPr>
            <p:ph idx="1"/>
          </p:nvPr>
        </p:nvSpPr>
        <p:spPr/>
        <p:txBody>
          <a:bodyPr/>
          <a:lstStyle/>
          <a:p>
            <a:r>
              <a:rPr kumimoji="1" lang="ja-JP" altLang="en-US" dirty="0"/>
              <a:t>重複文を前後トピックのコサイン類似度で比較</a:t>
            </a:r>
            <a:endParaRPr kumimoji="1" lang="en-US" altLang="ja-JP" dirty="0"/>
          </a:p>
          <a:p>
            <a:endParaRPr kumimoji="1" lang="en-US" altLang="ja-JP" dirty="0"/>
          </a:p>
          <a:p>
            <a:pPr marL="0" indent="0">
              <a:buNone/>
            </a:pPr>
            <a:r>
              <a:rPr kumimoji="1" lang="ja-JP" altLang="en-US" b="1" dirty="0"/>
              <a:t>（</a:t>
            </a:r>
            <a:r>
              <a:rPr lang="en-US" altLang="ja-JP" b="1" dirty="0"/>
              <a:t>cos</a:t>
            </a:r>
            <a:r>
              <a:rPr lang="ja-JP" altLang="en-US" b="1" dirty="0"/>
              <a:t>類似度</a:t>
            </a:r>
            <a:r>
              <a:rPr lang="en-US" altLang="ja-JP" b="1" dirty="0"/>
              <a:t>_</a:t>
            </a:r>
            <a:r>
              <a:rPr lang="en-US" altLang="ja-JP" b="1" dirty="0" err="1"/>
              <a:t>prev</a:t>
            </a:r>
            <a:r>
              <a:rPr lang="en-US" altLang="ja-JP" b="1" dirty="0"/>
              <a:t>- cos</a:t>
            </a:r>
            <a:r>
              <a:rPr lang="ja-JP" altLang="en-US" b="1" dirty="0"/>
              <a:t>類似度</a:t>
            </a:r>
            <a:r>
              <a:rPr lang="en-US" altLang="ja-JP" b="1" dirty="0"/>
              <a:t>_next</a:t>
            </a:r>
            <a:r>
              <a:rPr kumimoji="1" lang="ja-JP" altLang="en-US" b="1" dirty="0"/>
              <a:t>の絶対値を求める）</a:t>
            </a:r>
            <a:r>
              <a:rPr kumimoji="1" lang="ja-JP" altLang="en-US" dirty="0"/>
              <a:t>したとき</a:t>
            </a:r>
            <a:endParaRPr kumimoji="1" lang="en-US" altLang="ja-JP" dirty="0"/>
          </a:p>
          <a:p>
            <a:pPr marL="0" indent="0">
              <a:buNone/>
            </a:pPr>
            <a:endParaRPr kumimoji="1" lang="en-US" altLang="ja-JP" dirty="0"/>
          </a:p>
          <a:p>
            <a:pPr marL="0" indent="0">
              <a:buNone/>
            </a:pPr>
            <a:r>
              <a:rPr kumimoji="1" lang="en-US" altLang="ja-JP" dirty="0"/>
              <a:t>0.1</a:t>
            </a:r>
            <a:r>
              <a:rPr kumimoji="1" lang="ja-JP" altLang="en-US" dirty="0"/>
              <a:t>以下の場合は</a:t>
            </a:r>
            <a:r>
              <a:rPr lang="ja-JP" altLang="en-US" dirty="0"/>
              <a:t>前後のトピックが混在する「過渡期」の内容</a:t>
            </a:r>
            <a:endParaRPr lang="en-US" altLang="ja-JP" dirty="0"/>
          </a:p>
          <a:p>
            <a:pPr marL="0" indent="0">
              <a:buNone/>
            </a:pPr>
            <a:endParaRPr lang="en-US" altLang="ja-JP" dirty="0"/>
          </a:p>
          <a:p>
            <a:pPr marL="0" indent="0">
              <a:buNone/>
            </a:pPr>
            <a:r>
              <a:rPr lang="ja-JP" altLang="en-US" dirty="0"/>
              <a:t>としてトピック「</a:t>
            </a:r>
            <a:r>
              <a:rPr lang="en-US" altLang="ja-JP" dirty="0"/>
              <a:t>-1</a:t>
            </a:r>
            <a:r>
              <a:rPr lang="ja-JP" altLang="en-US" dirty="0"/>
              <a:t>」として処理</a:t>
            </a:r>
            <a:endParaRPr kumimoji="1" lang="ja-JP" altLang="en-US" dirty="0"/>
          </a:p>
        </p:txBody>
      </p:sp>
      <p:sp>
        <p:nvSpPr>
          <p:cNvPr id="4" name="スライド番号プレースホルダー 3">
            <a:extLst>
              <a:ext uri="{FF2B5EF4-FFF2-40B4-BE49-F238E27FC236}">
                <a16:creationId xmlns:a16="http://schemas.microsoft.com/office/drawing/2014/main" id="{D6E31ACF-A5C9-3811-437F-19F6D9D125F7}"/>
              </a:ext>
            </a:extLst>
          </p:cNvPr>
          <p:cNvSpPr>
            <a:spLocks noGrp="1"/>
          </p:cNvSpPr>
          <p:nvPr>
            <p:ph type="sldNum" sz="quarter" idx="12"/>
          </p:nvPr>
        </p:nvSpPr>
        <p:spPr/>
        <p:txBody>
          <a:bodyPr/>
          <a:lstStyle/>
          <a:p>
            <a:fld id="{27CE633F-9882-4A5C-83A2-1109D0C73261}" type="slidenum">
              <a:rPr lang="en-US" smtClean="0"/>
              <a:t>7</a:t>
            </a:fld>
            <a:endParaRPr lang="en-US" dirty="0"/>
          </a:p>
        </p:txBody>
      </p:sp>
    </p:spTree>
    <p:extLst>
      <p:ext uri="{BB962C8B-B14F-4D97-AF65-F5344CB8AC3E}">
        <p14:creationId xmlns:p14="http://schemas.microsoft.com/office/powerpoint/2010/main" val="2450776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746C3E-EB52-B9B4-8BC2-CFE7C1B66918}"/>
              </a:ext>
            </a:extLst>
          </p:cNvPr>
          <p:cNvSpPr>
            <a:spLocks noGrp="1"/>
          </p:cNvSpPr>
          <p:nvPr>
            <p:ph type="title"/>
          </p:nvPr>
        </p:nvSpPr>
        <p:spPr/>
        <p:txBody>
          <a:bodyPr/>
          <a:lstStyle/>
          <a:p>
            <a:r>
              <a:rPr kumimoji="1" lang="ja-JP" altLang="en-US" dirty="0"/>
              <a:t>重複文の再分類処理</a:t>
            </a:r>
          </a:p>
        </p:txBody>
      </p:sp>
      <p:sp>
        <p:nvSpPr>
          <p:cNvPr id="3" name="コンテンツ プレースホルダー 2">
            <a:extLst>
              <a:ext uri="{FF2B5EF4-FFF2-40B4-BE49-F238E27FC236}">
                <a16:creationId xmlns:a16="http://schemas.microsoft.com/office/drawing/2014/main" id="{D3E5E38C-B435-76B4-6A07-1DAD37B30B4E}"/>
              </a:ext>
            </a:extLst>
          </p:cNvPr>
          <p:cNvSpPr>
            <a:spLocks noGrp="1"/>
          </p:cNvSpPr>
          <p:nvPr>
            <p:ph idx="1"/>
          </p:nvPr>
        </p:nvSpPr>
        <p:spPr/>
        <p:txBody>
          <a:bodyPr/>
          <a:lstStyle/>
          <a:p>
            <a:r>
              <a:rPr kumimoji="1" lang="ja-JP" altLang="en-US" dirty="0"/>
              <a:t>再分類によって文の２つのトピック間のまたがりはなくなった。</a:t>
            </a:r>
            <a:endParaRPr kumimoji="1" lang="en-US" altLang="ja-JP" dirty="0"/>
          </a:p>
          <a:p>
            <a:r>
              <a:rPr kumimoji="1" lang="ja-JP" altLang="en-US" dirty="0"/>
              <a:t>単一文のベクトルとトピックのベクトルの平均値の類似度を求めたが，</a:t>
            </a:r>
            <a:r>
              <a:rPr kumimoji="1" lang="ja-JP" altLang="en-US" b="1" dirty="0"/>
              <a:t>単一文が曖昧性のある文であった場合ベクトルにうまく反映できない可能性がある</a:t>
            </a:r>
            <a:r>
              <a:rPr kumimoji="1" lang="ja-JP" altLang="en-US" dirty="0"/>
              <a:t>ためこの手法は完璧ではないため，この手法はいったん保留とした</a:t>
            </a:r>
            <a:endParaRPr kumimoji="1" lang="en-US" altLang="ja-JP" dirty="0"/>
          </a:p>
          <a:p>
            <a:r>
              <a:rPr kumimoji="1" lang="ja-JP" altLang="en-US" dirty="0"/>
              <a:t>そもそも重複</a:t>
            </a:r>
            <a:r>
              <a:rPr kumimoji="1" lang="ja-JP" altLang="en-US"/>
              <a:t>がでないで、かつ</a:t>
            </a:r>
            <a:r>
              <a:rPr kumimoji="1" lang="ja-JP" altLang="en-US" dirty="0"/>
              <a:t>文脈もある程度考慮できるように設計したほうがいいかもしれない</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04F7CBFD-D182-84F6-51AA-3F892318D66E}"/>
              </a:ext>
            </a:extLst>
          </p:cNvPr>
          <p:cNvSpPr>
            <a:spLocks noGrp="1"/>
          </p:cNvSpPr>
          <p:nvPr>
            <p:ph type="sldNum" sz="quarter" idx="12"/>
          </p:nvPr>
        </p:nvSpPr>
        <p:spPr/>
        <p:txBody>
          <a:bodyPr/>
          <a:lstStyle/>
          <a:p>
            <a:fld id="{27CE633F-9882-4A5C-83A2-1109D0C73261}" type="slidenum">
              <a:rPr lang="en-US" smtClean="0"/>
              <a:t>8</a:t>
            </a:fld>
            <a:endParaRPr lang="en-US"/>
          </a:p>
        </p:txBody>
      </p:sp>
    </p:spTree>
    <p:extLst>
      <p:ext uri="{BB962C8B-B14F-4D97-AF65-F5344CB8AC3E}">
        <p14:creationId xmlns:p14="http://schemas.microsoft.com/office/powerpoint/2010/main" val="1885388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1E6C84-7E39-4492-F962-8056E56E9ABE}"/>
              </a:ext>
            </a:extLst>
          </p:cNvPr>
          <p:cNvSpPr>
            <a:spLocks noGrp="1"/>
          </p:cNvSpPr>
          <p:nvPr>
            <p:ph type="title"/>
          </p:nvPr>
        </p:nvSpPr>
        <p:spPr/>
        <p:txBody>
          <a:bodyPr/>
          <a:lstStyle/>
          <a:p>
            <a:r>
              <a:rPr kumimoji="1" lang="ja-JP" altLang="en-US" sz="3200" dirty="0"/>
              <a:t>そもそもチャンク分けの際に重複が出ないように</a:t>
            </a:r>
          </a:p>
        </p:txBody>
      </p:sp>
      <p:sp>
        <p:nvSpPr>
          <p:cNvPr id="3" name="コンテンツ プレースホルダー 2">
            <a:extLst>
              <a:ext uri="{FF2B5EF4-FFF2-40B4-BE49-F238E27FC236}">
                <a16:creationId xmlns:a16="http://schemas.microsoft.com/office/drawing/2014/main" id="{5762903F-AD9F-FB0D-C65E-1EC7C8C53C62}"/>
              </a:ext>
            </a:extLst>
          </p:cNvPr>
          <p:cNvSpPr>
            <a:spLocks noGrp="1"/>
          </p:cNvSpPr>
          <p:nvPr>
            <p:ph idx="1"/>
          </p:nvPr>
        </p:nvSpPr>
        <p:spPr/>
        <p:txBody>
          <a:bodyPr/>
          <a:lstStyle/>
          <a:p>
            <a:r>
              <a:rPr kumimoji="1" lang="ja-JP" altLang="en-US" dirty="0"/>
              <a:t>仕様</a:t>
            </a:r>
            <a:endParaRPr kumimoji="1" lang="en-US" altLang="ja-JP" dirty="0"/>
          </a:p>
          <a:p>
            <a:pPr marL="0" indent="0">
              <a:buNone/>
            </a:pPr>
            <a:r>
              <a:rPr kumimoji="1" lang="ja-JP" altLang="en-US" dirty="0"/>
              <a:t>前後の文を含めたチャンクの埋め込みベクトルの平均と単一の文の埋め込みベクトルをそれぞれ振り分ける</a:t>
            </a:r>
            <a:endParaRPr kumimoji="1" lang="en-US" altLang="ja-JP" dirty="0"/>
          </a:p>
          <a:p>
            <a:pPr marL="0" indent="0">
              <a:buNone/>
            </a:pPr>
            <a:r>
              <a:rPr kumimoji="1" lang="ja-JP" altLang="en-US" dirty="0"/>
              <a:t>例）</a:t>
            </a:r>
            <a:r>
              <a:rPr kumimoji="1" lang="en-US" altLang="ja-JP" dirty="0"/>
              <a:t>S5</a:t>
            </a:r>
            <a:r>
              <a:rPr kumimoji="1" lang="ja-JP" altLang="en-US" dirty="0"/>
              <a:t>のベクトルの決め方</a:t>
            </a:r>
            <a:endParaRPr kumimoji="1" lang="en-US" altLang="ja-JP" dirty="0"/>
          </a:p>
          <a:p>
            <a:pPr marL="0" indent="0">
              <a:buNone/>
            </a:pPr>
            <a:r>
              <a:rPr kumimoji="1" lang="en-US" altLang="ja-JP" dirty="0"/>
              <a:t>S1</a:t>
            </a:r>
            <a:r>
              <a:rPr kumimoji="1" lang="ja-JP" altLang="en-US" dirty="0"/>
              <a:t> </a:t>
            </a:r>
            <a:r>
              <a:rPr kumimoji="1" lang="en-US" altLang="ja-JP" dirty="0"/>
              <a:t>S2</a:t>
            </a:r>
            <a:r>
              <a:rPr kumimoji="1" lang="ja-JP" altLang="en-US" dirty="0"/>
              <a:t> </a:t>
            </a:r>
            <a:r>
              <a:rPr kumimoji="1" lang="en-US" altLang="ja-JP" dirty="0"/>
              <a:t>S3 S4 S5 S6 S7 S8 S9 S10</a:t>
            </a:r>
            <a:endParaRPr kumimoji="1" lang="ja-JP" altLang="en-US" dirty="0"/>
          </a:p>
        </p:txBody>
      </p:sp>
      <p:sp>
        <p:nvSpPr>
          <p:cNvPr id="4" name="スライド番号プレースホルダー 3">
            <a:extLst>
              <a:ext uri="{FF2B5EF4-FFF2-40B4-BE49-F238E27FC236}">
                <a16:creationId xmlns:a16="http://schemas.microsoft.com/office/drawing/2014/main" id="{59A663FF-6CBD-A81B-F51B-537E103EE8F4}"/>
              </a:ext>
            </a:extLst>
          </p:cNvPr>
          <p:cNvSpPr>
            <a:spLocks noGrp="1"/>
          </p:cNvSpPr>
          <p:nvPr>
            <p:ph type="sldNum" sz="quarter" idx="12"/>
          </p:nvPr>
        </p:nvSpPr>
        <p:spPr/>
        <p:txBody>
          <a:bodyPr/>
          <a:lstStyle/>
          <a:p>
            <a:fld id="{27CE633F-9882-4A5C-83A2-1109D0C73261}" type="slidenum">
              <a:rPr lang="en-US" smtClean="0"/>
              <a:t>9</a:t>
            </a:fld>
            <a:endParaRPr lang="en-US"/>
          </a:p>
        </p:txBody>
      </p:sp>
      <p:sp>
        <p:nvSpPr>
          <p:cNvPr id="5" name="楕円 4">
            <a:extLst>
              <a:ext uri="{FF2B5EF4-FFF2-40B4-BE49-F238E27FC236}">
                <a16:creationId xmlns:a16="http://schemas.microsoft.com/office/drawing/2014/main" id="{FA69D072-1A98-3DB1-27CF-1159D32A445F}"/>
              </a:ext>
            </a:extLst>
          </p:cNvPr>
          <p:cNvSpPr/>
          <p:nvPr/>
        </p:nvSpPr>
        <p:spPr>
          <a:xfrm>
            <a:off x="2374232" y="4026568"/>
            <a:ext cx="1828800" cy="705853"/>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C253D60-98D9-C01D-C649-B113BCA3C609}"/>
              </a:ext>
            </a:extLst>
          </p:cNvPr>
          <p:cNvSpPr txBox="1"/>
          <p:nvPr/>
        </p:nvSpPr>
        <p:spPr>
          <a:xfrm>
            <a:off x="838200" y="5193082"/>
            <a:ext cx="10846239" cy="523220"/>
          </a:xfrm>
          <a:prstGeom prst="rect">
            <a:avLst/>
          </a:prstGeom>
          <a:noFill/>
        </p:spPr>
        <p:txBody>
          <a:bodyPr wrap="none" rtlCol="0">
            <a:spAutoFit/>
          </a:bodyPr>
          <a:lstStyle/>
          <a:p>
            <a:r>
              <a:rPr lang="en-US" altLang="ja-JP" sz="2800" dirty="0"/>
              <a:t>S5_vec = (S5</a:t>
            </a:r>
            <a:r>
              <a:rPr lang="ja-JP" altLang="en-US" sz="2800" dirty="0"/>
              <a:t>のみのベクトル </a:t>
            </a:r>
            <a:r>
              <a:rPr lang="en-US" altLang="ja-JP" sz="2800" dirty="0"/>
              <a:t>+ </a:t>
            </a:r>
            <a:r>
              <a:rPr lang="ja-JP" altLang="en-US" sz="2800" dirty="0"/>
              <a:t>チャンク</a:t>
            </a:r>
            <a:r>
              <a:rPr lang="en-US" altLang="ja-JP" sz="2800" dirty="0"/>
              <a:t>[S4, S5, S6]</a:t>
            </a:r>
            <a:r>
              <a:rPr lang="ja-JP" altLang="en-US" sz="2800" dirty="0"/>
              <a:t>のベクトル</a:t>
            </a:r>
            <a:r>
              <a:rPr lang="en-US" altLang="ja-JP" sz="2800" dirty="0"/>
              <a:t>)/2</a:t>
            </a:r>
            <a:endParaRPr kumimoji="1" lang="ja-JP" altLang="en-US" sz="2800" dirty="0"/>
          </a:p>
        </p:txBody>
      </p:sp>
    </p:spTree>
    <p:extLst>
      <p:ext uri="{BB962C8B-B14F-4D97-AF65-F5344CB8AC3E}">
        <p14:creationId xmlns:p14="http://schemas.microsoft.com/office/powerpoint/2010/main" val="3546159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355529-C8E3-7221-1607-F46DA230BE8A}"/>
              </a:ext>
            </a:extLst>
          </p:cNvPr>
          <p:cNvSpPr>
            <a:spLocks noGrp="1"/>
          </p:cNvSpPr>
          <p:nvPr>
            <p:ph type="title"/>
          </p:nvPr>
        </p:nvSpPr>
        <p:spPr/>
        <p:txBody>
          <a:bodyPr/>
          <a:lstStyle/>
          <a:p>
            <a:r>
              <a:rPr kumimoji="1" lang="ja-JP" altLang="en-US" dirty="0"/>
              <a:t>出力結果</a:t>
            </a:r>
          </a:p>
        </p:txBody>
      </p:sp>
      <p:sp>
        <p:nvSpPr>
          <p:cNvPr id="3" name="コンテンツ プレースホルダー 2">
            <a:extLst>
              <a:ext uri="{FF2B5EF4-FFF2-40B4-BE49-F238E27FC236}">
                <a16:creationId xmlns:a16="http://schemas.microsoft.com/office/drawing/2014/main" id="{18BF2604-CA0C-5213-0BE1-DF059C1FB0A2}"/>
              </a:ext>
            </a:extLst>
          </p:cNvPr>
          <p:cNvSpPr>
            <a:spLocks noGrp="1"/>
          </p:cNvSpPr>
          <p:nvPr>
            <p:ph idx="1"/>
          </p:nvPr>
        </p:nvSpPr>
        <p:spPr/>
        <p:txBody>
          <a:bodyPr/>
          <a:lstStyle/>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04C7C359-B6FC-0239-691F-7D8F1F17710B}"/>
              </a:ext>
            </a:extLst>
          </p:cNvPr>
          <p:cNvSpPr>
            <a:spLocks noGrp="1"/>
          </p:cNvSpPr>
          <p:nvPr>
            <p:ph type="sldNum" sz="quarter" idx="12"/>
          </p:nvPr>
        </p:nvSpPr>
        <p:spPr/>
        <p:txBody>
          <a:bodyPr/>
          <a:lstStyle/>
          <a:p>
            <a:fld id="{27CE633F-9882-4A5C-83A2-1109D0C73261}" type="slidenum">
              <a:rPr lang="en-US" smtClean="0"/>
              <a:t>10</a:t>
            </a:fld>
            <a:endParaRPr lang="en-US"/>
          </a:p>
        </p:txBody>
      </p:sp>
      <p:pic>
        <p:nvPicPr>
          <p:cNvPr id="8" name="図 7">
            <a:extLst>
              <a:ext uri="{FF2B5EF4-FFF2-40B4-BE49-F238E27FC236}">
                <a16:creationId xmlns:a16="http://schemas.microsoft.com/office/drawing/2014/main" id="{AB56C6DA-97BB-E3F2-3044-8C6F62A96D79}"/>
              </a:ext>
            </a:extLst>
          </p:cNvPr>
          <p:cNvPicPr>
            <a:picLocks noChangeAspect="1"/>
          </p:cNvPicPr>
          <p:nvPr/>
        </p:nvPicPr>
        <p:blipFill>
          <a:blip r:embed="rId2"/>
          <a:stretch>
            <a:fillRect/>
          </a:stretch>
        </p:blipFill>
        <p:spPr>
          <a:xfrm>
            <a:off x="7085309" y="2270721"/>
            <a:ext cx="4736578" cy="4222154"/>
          </a:xfrm>
          <a:prstGeom prst="rect">
            <a:avLst/>
          </a:prstGeom>
        </p:spPr>
      </p:pic>
      <p:pic>
        <p:nvPicPr>
          <p:cNvPr id="10" name="図 9">
            <a:extLst>
              <a:ext uri="{FF2B5EF4-FFF2-40B4-BE49-F238E27FC236}">
                <a16:creationId xmlns:a16="http://schemas.microsoft.com/office/drawing/2014/main" id="{9BB735CB-0C6E-221C-DF04-3C32290262CC}"/>
              </a:ext>
            </a:extLst>
          </p:cNvPr>
          <p:cNvPicPr>
            <a:picLocks noChangeAspect="1"/>
          </p:cNvPicPr>
          <p:nvPr/>
        </p:nvPicPr>
        <p:blipFill>
          <a:blip r:embed="rId3"/>
          <a:stretch>
            <a:fillRect/>
          </a:stretch>
        </p:blipFill>
        <p:spPr>
          <a:xfrm>
            <a:off x="0" y="4115946"/>
            <a:ext cx="6909425" cy="1644415"/>
          </a:xfrm>
          <a:prstGeom prst="rect">
            <a:avLst/>
          </a:prstGeom>
        </p:spPr>
      </p:pic>
      <p:sp>
        <p:nvSpPr>
          <p:cNvPr id="11" name="楕円 10">
            <a:extLst>
              <a:ext uri="{FF2B5EF4-FFF2-40B4-BE49-F238E27FC236}">
                <a16:creationId xmlns:a16="http://schemas.microsoft.com/office/drawing/2014/main" id="{7D0D318A-6071-507E-4C31-A884C349BF59}"/>
              </a:ext>
            </a:extLst>
          </p:cNvPr>
          <p:cNvSpPr/>
          <p:nvPr/>
        </p:nvSpPr>
        <p:spPr>
          <a:xfrm>
            <a:off x="7247477" y="4381798"/>
            <a:ext cx="711200" cy="1233714"/>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0752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44069A-92C9-1E80-E6CA-E49190B3DD04}"/>
              </a:ext>
            </a:extLst>
          </p:cNvPr>
          <p:cNvSpPr>
            <a:spLocks noGrp="1"/>
          </p:cNvSpPr>
          <p:nvPr>
            <p:ph type="title"/>
          </p:nvPr>
        </p:nvSpPr>
        <p:spPr/>
        <p:txBody>
          <a:bodyPr/>
          <a:lstStyle/>
          <a:p>
            <a:r>
              <a:rPr kumimoji="1" lang="ja-JP" altLang="en-US" dirty="0"/>
              <a:t>出力結果</a:t>
            </a:r>
          </a:p>
        </p:txBody>
      </p:sp>
      <p:sp>
        <p:nvSpPr>
          <p:cNvPr id="3" name="コンテンツ プレースホルダー 2">
            <a:extLst>
              <a:ext uri="{FF2B5EF4-FFF2-40B4-BE49-F238E27FC236}">
                <a16:creationId xmlns:a16="http://schemas.microsoft.com/office/drawing/2014/main" id="{61EFEB27-F65A-C6F9-2C54-702E9487C130}"/>
              </a:ext>
            </a:extLst>
          </p:cNvPr>
          <p:cNvSpPr>
            <a:spLocks noGrp="1"/>
          </p:cNvSpPr>
          <p:nvPr>
            <p:ph idx="1"/>
          </p:nvPr>
        </p:nvSpPr>
        <p:spPr/>
        <p:txBody>
          <a:bodyPr/>
          <a:lstStyle/>
          <a:p>
            <a:r>
              <a:rPr kumimoji="1" lang="ja-JP" altLang="en-US" dirty="0"/>
              <a:t>対象の文のベクトルと周囲の文のベクトルの平均を使っているため話題の切り替わり点を捉えることができていて，切り替わり点ではトピックが外れ値になり「</a:t>
            </a:r>
            <a:r>
              <a:rPr kumimoji="1" lang="en-US" altLang="ja-JP" dirty="0"/>
              <a:t>-1</a:t>
            </a:r>
            <a:r>
              <a:rPr kumimoji="1" lang="ja-JP" altLang="en-US" dirty="0"/>
              <a:t>」となる</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99154399-56BD-5BF4-9105-ED1AA831660C}"/>
              </a:ext>
            </a:extLst>
          </p:cNvPr>
          <p:cNvSpPr>
            <a:spLocks noGrp="1"/>
          </p:cNvSpPr>
          <p:nvPr>
            <p:ph type="sldNum" sz="quarter" idx="12"/>
          </p:nvPr>
        </p:nvSpPr>
        <p:spPr/>
        <p:txBody>
          <a:bodyPr/>
          <a:lstStyle/>
          <a:p>
            <a:fld id="{27CE633F-9882-4A5C-83A2-1109D0C73261}" type="slidenum">
              <a:rPr lang="en-US" smtClean="0"/>
              <a:t>11</a:t>
            </a:fld>
            <a:endParaRPr lang="en-US"/>
          </a:p>
        </p:txBody>
      </p:sp>
      <p:pic>
        <p:nvPicPr>
          <p:cNvPr id="11" name="図 10">
            <a:extLst>
              <a:ext uri="{FF2B5EF4-FFF2-40B4-BE49-F238E27FC236}">
                <a16:creationId xmlns:a16="http://schemas.microsoft.com/office/drawing/2014/main" id="{26708FE1-10B2-2631-1765-F4B069E57D64}"/>
              </a:ext>
            </a:extLst>
          </p:cNvPr>
          <p:cNvPicPr>
            <a:picLocks noChangeAspect="1"/>
          </p:cNvPicPr>
          <p:nvPr/>
        </p:nvPicPr>
        <p:blipFill>
          <a:blip r:embed="rId2"/>
          <a:stretch>
            <a:fillRect/>
          </a:stretch>
        </p:blipFill>
        <p:spPr>
          <a:xfrm>
            <a:off x="1783686" y="3429000"/>
            <a:ext cx="8624627" cy="2052626"/>
          </a:xfrm>
          <a:prstGeom prst="rect">
            <a:avLst/>
          </a:prstGeom>
        </p:spPr>
      </p:pic>
    </p:spTree>
    <p:extLst>
      <p:ext uri="{BB962C8B-B14F-4D97-AF65-F5344CB8AC3E}">
        <p14:creationId xmlns:p14="http://schemas.microsoft.com/office/powerpoint/2010/main" val="2552117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3C2488-8D23-08FF-06CE-A9616F8D0B99}"/>
              </a:ext>
            </a:extLst>
          </p:cNvPr>
          <p:cNvSpPr>
            <a:spLocks noGrp="1"/>
          </p:cNvSpPr>
          <p:nvPr>
            <p:ph type="title"/>
          </p:nvPr>
        </p:nvSpPr>
        <p:spPr/>
        <p:txBody>
          <a:bodyPr/>
          <a:lstStyle/>
          <a:p>
            <a:r>
              <a:rPr kumimoji="1" lang="ja-JP" altLang="en-US" dirty="0"/>
              <a:t>今週の予定</a:t>
            </a:r>
          </a:p>
        </p:txBody>
      </p:sp>
      <p:sp>
        <p:nvSpPr>
          <p:cNvPr id="3" name="コンテンツ プレースホルダー 2">
            <a:extLst>
              <a:ext uri="{FF2B5EF4-FFF2-40B4-BE49-F238E27FC236}">
                <a16:creationId xmlns:a16="http://schemas.microsoft.com/office/drawing/2014/main" id="{5CFD5661-6661-7B90-E51E-C5D9E246D171}"/>
              </a:ext>
            </a:extLst>
          </p:cNvPr>
          <p:cNvSpPr>
            <a:spLocks noGrp="1"/>
          </p:cNvSpPr>
          <p:nvPr>
            <p:ph idx="1"/>
          </p:nvPr>
        </p:nvSpPr>
        <p:spPr/>
        <p:txBody>
          <a:bodyPr/>
          <a:lstStyle/>
          <a:p>
            <a:pPr marL="0" indent="0">
              <a:buNone/>
            </a:pPr>
            <a:r>
              <a:rPr kumimoji="1" lang="ja-JP" altLang="en-US" dirty="0"/>
              <a:t>・ほかの文章データで実行し，さらに改善できそうなところを見つけアイディアをだす</a:t>
            </a:r>
            <a:endParaRPr kumimoji="1" lang="en-US" altLang="ja-JP" dirty="0"/>
          </a:p>
          <a:p>
            <a:pPr marL="0" indent="0">
              <a:buNone/>
            </a:pPr>
            <a:r>
              <a:rPr kumimoji="1" lang="ja-JP" altLang="en-US" dirty="0"/>
              <a:t>・複数の小規模データで精度の安定が確認できれば</a:t>
            </a:r>
            <a:endParaRPr kumimoji="1" lang="en-US" altLang="ja-JP" dirty="0"/>
          </a:p>
          <a:p>
            <a:pPr marL="0" indent="0">
              <a:buNone/>
            </a:pPr>
            <a:r>
              <a:rPr kumimoji="1" lang="en-US" altLang="ja-JP" dirty="0" err="1"/>
              <a:t>Youtube</a:t>
            </a:r>
            <a:r>
              <a:rPr kumimoji="1" lang="ja-JP" altLang="en-US" dirty="0"/>
              <a:t>字幕データの前処理の実装にとりかかる</a:t>
            </a:r>
            <a:endParaRPr kumimoji="1" lang="en-US" altLang="ja-JP" dirty="0"/>
          </a:p>
          <a:p>
            <a:pPr marL="0" indent="0">
              <a:buNone/>
            </a:pPr>
            <a:r>
              <a:rPr kumimoji="1" lang="ja-JP" altLang="en-US" dirty="0"/>
              <a:t>・トピック遷移検出に関する論文を調べる</a:t>
            </a:r>
            <a:endParaRPr kumimoji="1" lang="en-US" altLang="ja-JP" dirty="0"/>
          </a:p>
          <a:p>
            <a:pPr marL="0" indent="0">
              <a:buNone/>
            </a:pPr>
            <a:endParaRPr kumimoji="1" lang="ja-JP" altLang="en-US" sz="3200" dirty="0"/>
          </a:p>
        </p:txBody>
      </p:sp>
      <p:sp>
        <p:nvSpPr>
          <p:cNvPr id="4" name="スライド番号プレースホルダー 3">
            <a:extLst>
              <a:ext uri="{FF2B5EF4-FFF2-40B4-BE49-F238E27FC236}">
                <a16:creationId xmlns:a16="http://schemas.microsoft.com/office/drawing/2014/main" id="{440CEFE1-02AA-9F25-A388-5BE5B747228B}"/>
              </a:ext>
            </a:extLst>
          </p:cNvPr>
          <p:cNvSpPr>
            <a:spLocks noGrp="1"/>
          </p:cNvSpPr>
          <p:nvPr>
            <p:ph type="sldNum" sz="quarter" idx="12"/>
          </p:nvPr>
        </p:nvSpPr>
        <p:spPr/>
        <p:txBody>
          <a:bodyPr/>
          <a:lstStyle/>
          <a:p>
            <a:fld id="{27CE633F-9882-4A5C-83A2-1109D0C73261}" type="slidenum">
              <a:rPr lang="en-US" smtClean="0"/>
              <a:t>12</a:t>
            </a:fld>
            <a:endParaRPr lang="en-US"/>
          </a:p>
        </p:txBody>
      </p:sp>
    </p:spTree>
    <p:extLst>
      <p:ext uri="{BB962C8B-B14F-4D97-AF65-F5344CB8AC3E}">
        <p14:creationId xmlns:p14="http://schemas.microsoft.com/office/powerpoint/2010/main" val="3676070298"/>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29094</TotalTime>
  <Words>440</Words>
  <Application>Microsoft Office PowerPoint</Application>
  <PresentationFormat>ワイド画面</PresentationFormat>
  <Paragraphs>64</Paragraphs>
  <Slides>12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游ゴシック</vt:lpstr>
      <vt:lpstr>Yu Mincho</vt:lpstr>
      <vt:lpstr>Yu Mincho Demibold</vt:lpstr>
      <vt:lpstr>Arial</vt:lpstr>
      <vt:lpstr>Univers</vt:lpstr>
      <vt:lpstr>GradientVTI</vt:lpstr>
      <vt:lpstr>進捗報告</vt:lpstr>
      <vt:lpstr>進捗</vt:lpstr>
      <vt:lpstr>前回の埋め込み前のチャンク分けの仕様</vt:lpstr>
      <vt:lpstr>前回の結果の問題点</vt:lpstr>
      <vt:lpstr>重複文の再分類による重複回避</vt:lpstr>
      <vt:lpstr>重複文の再分類処理</vt:lpstr>
      <vt:lpstr>重複文の再分類処理</vt:lpstr>
      <vt:lpstr>重複文の再分類処理</vt:lpstr>
      <vt:lpstr>そもそもチャンク分けの際に重複が出ないように</vt:lpstr>
      <vt:lpstr>出力結果</vt:lpstr>
      <vt:lpstr>出力結果</vt:lpstr>
      <vt:lpstr>今週の予定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三輪　昇汰</cp:lastModifiedBy>
  <cp:revision>7</cp:revision>
  <dcterms:created xsi:type="dcterms:W3CDTF">2025-05-18T22:20:18Z</dcterms:created>
  <dcterms:modified xsi:type="dcterms:W3CDTF">2025-07-07T04:48:28Z</dcterms:modified>
</cp:coreProperties>
</file>