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8"/>
  </p:notesMasterIdLst>
  <p:sldIdLst>
    <p:sldId id="256" r:id="rId2"/>
    <p:sldId id="301" r:id="rId3"/>
    <p:sldId id="281" r:id="rId4"/>
    <p:sldId id="309" r:id="rId5"/>
    <p:sldId id="283" r:id="rId6"/>
    <p:sldId id="307" r:id="rId7"/>
    <p:sldId id="308" r:id="rId8"/>
    <p:sldId id="304" r:id="rId9"/>
    <p:sldId id="305" r:id="rId10"/>
    <p:sldId id="302" r:id="rId11"/>
    <p:sldId id="306" r:id="rId12"/>
    <p:sldId id="286" r:id="rId13"/>
    <p:sldId id="287" r:id="rId14"/>
    <p:sldId id="289" r:id="rId15"/>
    <p:sldId id="303" r:id="rId16"/>
    <p:sldId id="285"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1620F83-4D7E-4695-9889-D4448A9E40DC}">
          <p14:sldIdLst>
            <p14:sldId id="256"/>
            <p14:sldId id="301"/>
            <p14:sldId id="281"/>
            <p14:sldId id="309"/>
            <p14:sldId id="283"/>
            <p14:sldId id="307"/>
            <p14:sldId id="308"/>
            <p14:sldId id="304"/>
            <p14:sldId id="305"/>
            <p14:sldId id="302"/>
          </p14:sldIdLst>
        </p14:section>
        <p14:section name="タイトルなしのセクション" id="{DD63A468-A80A-4F5D-BF86-E83CBBF7B594}">
          <p14:sldIdLst>
            <p14:sldId id="306"/>
            <p14:sldId id="286"/>
            <p14:sldId id="287"/>
            <p14:sldId id="289"/>
            <p14:sldId id="303"/>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1FB71-A051-4E0E-AB97-712272489FA9}" v="867" dt="2025-07-22T05:39:37.41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046" autoAdjust="0"/>
  </p:normalViewPr>
  <p:slideViewPr>
    <p:cSldViewPr snapToGrid="0">
      <p:cViewPr varScale="1">
        <p:scale>
          <a:sx n="76" d="100"/>
          <a:sy n="76" d="100"/>
        </p:scale>
        <p:origin x="2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昇汰 三輪" userId="ce91b2adc13b8b7b" providerId="LiveId" clId="{D3888F12-5FBA-4CD0-B4B3-B398391AAB94}"/>
    <pc:docChg chg="custSel delSld modSld">
      <pc:chgData name="昇汰 三輪" userId="ce91b2adc13b8b7b" providerId="LiveId" clId="{D3888F12-5FBA-4CD0-B4B3-B398391AAB94}" dt="2025-05-29T03:49:00.544" v="34" actId="47"/>
      <pc:docMkLst>
        <pc:docMk/>
      </pc:docMkLst>
      <pc:sldChg chg="modSp mod">
        <pc:chgData name="昇汰 三輪" userId="ce91b2adc13b8b7b" providerId="LiveId" clId="{D3888F12-5FBA-4CD0-B4B3-B398391AAB94}" dt="2025-05-29T03:45:53.937" v="4" actId="20577"/>
        <pc:sldMkLst>
          <pc:docMk/>
          <pc:sldMk cId="3730098426" sldId="256"/>
        </pc:sldMkLst>
        <pc:spChg chg="mod">
          <ac:chgData name="昇汰 三輪" userId="ce91b2adc13b8b7b" providerId="LiveId" clId="{D3888F12-5FBA-4CD0-B4B3-B398391AAB94}" dt="2025-05-29T03:45:53.937" v="4" actId="20577"/>
          <ac:spMkLst>
            <pc:docMk/>
            <pc:sldMk cId="3730098426" sldId="256"/>
            <ac:spMk id="3" creationId="{192DF71A-4D5A-C01D-C3AD-C999293F80D5}"/>
          </ac:spMkLst>
        </pc:spChg>
      </pc:sldChg>
      <pc:sldChg chg="modSp del mod">
        <pc:chgData name="昇汰 三輪" userId="ce91b2adc13b8b7b" providerId="LiveId" clId="{D3888F12-5FBA-4CD0-B4B3-B398391AAB94}" dt="2025-05-29T03:49:00.544" v="34" actId="47"/>
        <pc:sldMkLst>
          <pc:docMk/>
          <pc:sldMk cId="4193036451" sldId="257"/>
        </pc:sldMkLst>
      </pc:sldChg>
      <pc:sldChg chg="delSp modSp del mod">
        <pc:chgData name="昇汰 三輪" userId="ce91b2adc13b8b7b" providerId="LiveId" clId="{D3888F12-5FBA-4CD0-B4B3-B398391AAB94}" dt="2025-05-29T03:48:59.675" v="33" actId="47"/>
        <pc:sldMkLst>
          <pc:docMk/>
          <pc:sldMk cId="2169742340" sldId="258"/>
        </pc:sldMkLst>
      </pc:sldChg>
      <pc:sldChg chg="modSp del mod">
        <pc:chgData name="昇汰 三輪" userId="ce91b2adc13b8b7b" providerId="LiveId" clId="{D3888F12-5FBA-4CD0-B4B3-B398391AAB94}" dt="2025-05-29T03:48:59.318" v="32" actId="47"/>
        <pc:sldMkLst>
          <pc:docMk/>
          <pc:sldMk cId="3369383633" sldId="259"/>
        </pc:sldMkLst>
      </pc:sldChg>
      <pc:sldChg chg="delSp del mod">
        <pc:chgData name="昇汰 三輪" userId="ce91b2adc13b8b7b" providerId="LiveId" clId="{D3888F12-5FBA-4CD0-B4B3-B398391AAB94}" dt="2025-05-29T03:48:58.098" v="30" actId="47"/>
        <pc:sldMkLst>
          <pc:docMk/>
          <pc:sldMk cId="1423168952" sldId="260"/>
        </pc:sldMkLst>
      </pc:sldChg>
      <pc:sldChg chg="modSp del mod">
        <pc:chgData name="昇汰 三輪" userId="ce91b2adc13b8b7b" providerId="LiveId" clId="{D3888F12-5FBA-4CD0-B4B3-B398391AAB94}" dt="2025-05-29T03:48:58.900" v="31" actId="47"/>
        <pc:sldMkLst>
          <pc:docMk/>
          <pc:sldMk cId="3954940504" sldId="261"/>
        </pc:sldMkLst>
      </pc:sldChg>
      <pc:sldChg chg="del">
        <pc:chgData name="昇汰 三輪" userId="ce91b2adc13b8b7b" providerId="LiveId" clId="{D3888F12-5FBA-4CD0-B4B3-B398391AAB94}" dt="2025-05-29T03:48:04.292" v="23" actId="47"/>
        <pc:sldMkLst>
          <pc:docMk/>
          <pc:sldMk cId="467222269" sldId="262"/>
        </pc:sldMkLst>
      </pc:sldChg>
      <pc:sldChg chg="del">
        <pc:chgData name="昇汰 三輪" userId="ce91b2adc13b8b7b" providerId="LiveId" clId="{D3888F12-5FBA-4CD0-B4B3-B398391AAB94}" dt="2025-05-29T03:47:52.237" v="16" actId="47"/>
        <pc:sldMkLst>
          <pc:docMk/>
          <pc:sldMk cId="1923764176" sldId="263"/>
        </pc:sldMkLst>
      </pc:sldChg>
      <pc:sldChg chg="del">
        <pc:chgData name="昇汰 三輪" userId="ce91b2adc13b8b7b" providerId="LiveId" clId="{D3888F12-5FBA-4CD0-B4B3-B398391AAB94}" dt="2025-05-29T03:47:53.233" v="17" actId="47"/>
        <pc:sldMkLst>
          <pc:docMk/>
          <pc:sldMk cId="4019613844" sldId="264"/>
        </pc:sldMkLst>
      </pc:sldChg>
      <pc:sldChg chg="del">
        <pc:chgData name="昇汰 三輪" userId="ce91b2adc13b8b7b" providerId="LiveId" clId="{D3888F12-5FBA-4CD0-B4B3-B398391AAB94}" dt="2025-05-29T03:47:55.899" v="19" actId="47"/>
        <pc:sldMkLst>
          <pc:docMk/>
          <pc:sldMk cId="2892573014" sldId="265"/>
        </pc:sldMkLst>
      </pc:sldChg>
      <pc:sldChg chg="del">
        <pc:chgData name="昇汰 三輪" userId="ce91b2adc13b8b7b" providerId="LiveId" clId="{D3888F12-5FBA-4CD0-B4B3-B398391AAB94}" dt="2025-05-29T03:47:56.936" v="20" actId="47"/>
        <pc:sldMkLst>
          <pc:docMk/>
          <pc:sldMk cId="1051875026" sldId="266"/>
        </pc:sldMkLst>
      </pc:sldChg>
      <pc:sldChg chg="del">
        <pc:chgData name="昇汰 三輪" userId="ce91b2adc13b8b7b" providerId="LiveId" clId="{D3888F12-5FBA-4CD0-B4B3-B398391AAB94}" dt="2025-05-29T03:47:58.027" v="21" actId="47"/>
        <pc:sldMkLst>
          <pc:docMk/>
          <pc:sldMk cId="2873352913" sldId="267"/>
        </pc:sldMkLst>
      </pc:sldChg>
      <pc:sldChg chg="del">
        <pc:chgData name="昇汰 三輪" userId="ce91b2adc13b8b7b" providerId="LiveId" clId="{D3888F12-5FBA-4CD0-B4B3-B398391AAB94}" dt="2025-05-29T03:47:54.436" v="18" actId="47"/>
        <pc:sldMkLst>
          <pc:docMk/>
          <pc:sldMk cId="4289650315" sldId="270"/>
        </pc:sldMkLst>
      </pc:sldChg>
      <pc:sldChg chg="delSp modSp del mod">
        <pc:chgData name="昇汰 三輪" userId="ce91b2adc13b8b7b" providerId="LiveId" clId="{D3888F12-5FBA-4CD0-B4B3-B398391AAB94}" dt="2025-05-29T03:47:29.205" v="11" actId="47"/>
        <pc:sldMkLst>
          <pc:docMk/>
          <pc:sldMk cId="1034081959" sldId="271"/>
        </pc:sldMkLst>
      </pc:sldChg>
      <pc:sldChg chg="del">
        <pc:chgData name="昇汰 三輪" userId="ce91b2adc13b8b7b" providerId="LiveId" clId="{D3888F12-5FBA-4CD0-B4B3-B398391AAB94}" dt="2025-05-29T03:48:05.900" v="24" actId="47"/>
        <pc:sldMkLst>
          <pc:docMk/>
          <pc:sldMk cId="2308860950" sldId="272"/>
        </pc:sldMkLst>
      </pc:sldChg>
      <pc:sldChg chg="del">
        <pc:chgData name="昇汰 三輪" userId="ce91b2adc13b8b7b" providerId="LiveId" clId="{D3888F12-5FBA-4CD0-B4B3-B398391AAB94}" dt="2025-05-29T03:48:07.324" v="25" actId="47"/>
        <pc:sldMkLst>
          <pc:docMk/>
          <pc:sldMk cId="3943331822" sldId="273"/>
        </pc:sldMkLst>
      </pc:sldChg>
    </pc:docChg>
  </pc:docChgLst>
  <pc:docChgLst>
    <pc:chgData name="昇汰 三輪" userId="ce91b2adc13b8b7b" providerId="LiveId" clId="{B84432D4-6A6A-444E-AA0B-9A8192848C53}"/>
    <pc:docChg chg="undo custSel addSld delSld modSld sldOrd">
      <pc:chgData name="昇汰 三輪" userId="ce91b2adc13b8b7b" providerId="LiveId" clId="{B84432D4-6A6A-444E-AA0B-9A8192848C53}" dt="2025-06-08T22:59:20.691" v="8529" actId="20577"/>
      <pc:docMkLst>
        <pc:docMk/>
      </pc:docMkLst>
      <pc:sldChg chg="modSp new mod">
        <pc:chgData name="昇汰 三輪" userId="ce91b2adc13b8b7b" providerId="LiveId" clId="{B84432D4-6A6A-444E-AA0B-9A8192848C53}" dt="2025-06-08T20:27:17.260" v="5862" actId="20577"/>
        <pc:sldMkLst>
          <pc:docMk/>
          <pc:sldMk cId="2308684198" sldId="257"/>
        </pc:sldMkLst>
      </pc:sldChg>
      <pc:sldChg chg="modSp new del mod modShow">
        <pc:chgData name="昇汰 三輪" userId="ce91b2adc13b8b7b" providerId="LiveId" clId="{B84432D4-6A6A-444E-AA0B-9A8192848C53}" dt="2025-06-08T21:44:41.225" v="7423" actId="2696"/>
        <pc:sldMkLst>
          <pc:docMk/>
          <pc:sldMk cId="306565416" sldId="258"/>
        </pc:sldMkLst>
      </pc:sldChg>
      <pc:sldChg chg="addSp delSp modSp new del mod">
        <pc:chgData name="昇汰 三輪" userId="ce91b2adc13b8b7b" providerId="LiveId" clId="{B84432D4-6A6A-444E-AA0B-9A8192848C53}" dt="2025-06-03T00:42:22.942" v="539" actId="2696"/>
        <pc:sldMkLst>
          <pc:docMk/>
          <pc:sldMk cId="358953091" sldId="259"/>
        </pc:sldMkLst>
      </pc:sldChg>
      <pc:sldChg chg="addSp delSp modSp new del mod modShow">
        <pc:chgData name="昇汰 三輪" userId="ce91b2adc13b8b7b" providerId="LiveId" clId="{B84432D4-6A6A-444E-AA0B-9A8192848C53}" dt="2025-06-08T20:33:23.663" v="5929" actId="2696"/>
        <pc:sldMkLst>
          <pc:docMk/>
          <pc:sldMk cId="2383730718" sldId="260"/>
        </pc:sldMkLst>
      </pc:sldChg>
      <pc:sldChg chg="modSp new del mod modShow">
        <pc:chgData name="昇汰 三輪" userId="ce91b2adc13b8b7b" providerId="LiveId" clId="{B84432D4-6A6A-444E-AA0B-9A8192848C53}" dt="2025-06-08T20:33:26.143" v="5930" actId="2696"/>
        <pc:sldMkLst>
          <pc:docMk/>
          <pc:sldMk cId="1737806161" sldId="261"/>
        </pc:sldMkLst>
      </pc:sldChg>
      <pc:sldChg chg="modSp new del mod ord modShow">
        <pc:chgData name="昇汰 三輪" userId="ce91b2adc13b8b7b" providerId="LiveId" clId="{B84432D4-6A6A-444E-AA0B-9A8192848C53}" dt="2025-06-08T21:44:44.457" v="7424" actId="2696"/>
        <pc:sldMkLst>
          <pc:docMk/>
          <pc:sldMk cId="679994611" sldId="262"/>
        </pc:sldMkLst>
      </pc:sldChg>
      <pc:sldChg chg="addSp delSp modSp new mod">
        <pc:chgData name="昇汰 三輪" userId="ce91b2adc13b8b7b" providerId="LiveId" clId="{B84432D4-6A6A-444E-AA0B-9A8192848C53}" dt="2025-06-08T21:44:58.453" v="7425" actId="1076"/>
        <pc:sldMkLst>
          <pc:docMk/>
          <pc:sldMk cId="2722557001" sldId="263"/>
        </pc:sldMkLst>
      </pc:sldChg>
      <pc:sldChg chg="modSp new mod ord">
        <pc:chgData name="昇汰 三輪" userId="ce91b2adc13b8b7b" providerId="LiveId" clId="{B84432D4-6A6A-444E-AA0B-9A8192848C53}" dt="2025-06-08T21:48:26.535" v="7467" actId="20577"/>
        <pc:sldMkLst>
          <pc:docMk/>
          <pc:sldMk cId="3872091645" sldId="264"/>
        </pc:sldMkLst>
      </pc:sldChg>
      <pc:sldChg chg="modSp new mod ord">
        <pc:chgData name="昇汰 三輪" userId="ce91b2adc13b8b7b" providerId="LiveId" clId="{B84432D4-6A6A-444E-AA0B-9A8192848C53}" dt="2025-06-08T20:01:20.811" v="5371"/>
        <pc:sldMkLst>
          <pc:docMk/>
          <pc:sldMk cId="3890367890" sldId="265"/>
        </pc:sldMkLst>
      </pc:sldChg>
      <pc:sldChg chg="addSp modSp new del mod ord">
        <pc:chgData name="昇汰 三輪" userId="ce91b2adc13b8b7b" providerId="LiveId" clId="{B84432D4-6A6A-444E-AA0B-9A8192848C53}" dt="2025-06-07T13:37:38.200" v="4305" actId="47"/>
        <pc:sldMkLst>
          <pc:docMk/>
          <pc:sldMk cId="3702522903" sldId="266"/>
        </pc:sldMkLst>
      </pc:sldChg>
      <pc:sldChg chg="addSp modSp new mod">
        <pc:chgData name="昇汰 三輪" userId="ce91b2adc13b8b7b" providerId="LiveId" clId="{B84432D4-6A6A-444E-AA0B-9A8192848C53}" dt="2025-06-08T20:33:15.697" v="5928" actId="20578"/>
        <pc:sldMkLst>
          <pc:docMk/>
          <pc:sldMk cId="3412479310" sldId="267"/>
        </pc:sldMkLst>
      </pc:sldChg>
      <pc:sldChg chg="addSp modSp new mod ord">
        <pc:chgData name="昇汰 三輪" userId="ce91b2adc13b8b7b" providerId="LiveId" clId="{B84432D4-6A6A-444E-AA0B-9A8192848C53}" dt="2025-06-08T20:01:23.504" v="5373"/>
        <pc:sldMkLst>
          <pc:docMk/>
          <pc:sldMk cId="406617643" sldId="268"/>
        </pc:sldMkLst>
      </pc:sldChg>
      <pc:sldChg chg="modSp new mod">
        <pc:chgData name="昇汰 三輪" userId="ce91b2adc13b8b7b" providerId="LiveId" clId="{B84432D4-6A6A-444E-AA0B-9A8192848C53}" dt="2025-06-08T22:51:58.157" v="8292" actId="20577"/>
        <pc:sldMkLst>
          <pc:docMk/>
          <pc:sldMk cId="3792913055" sldId="269"/>
        </pc:sldMkLst>
      </pc:sldChg>
      <pc:sldChg chg="modSp new mod">
        <pc:chgData name="昇汰 三輪" userId="ce91b2adc13b8b7b" providerId="LiveId" clId="{B84432D4-6A6A-444E-AA0B-9A8192848C53}" dt="2025-06-08T21:40:58.227" v="7232" actId="20577"/>
        <pc:sldMkLst>
          <pc:docMk/>
          <pc:sldMk cId="1621400181" sldId="270"/>
        </pc:sldMkLst>
      </pc:sldChg>
      <pc:sldChg chg="modSp new mod ord">
        <pc:chgData name="昇汰 三輪" userId="ce91b2adc13b8b7b" providerId="LiveId" clId="{B84432D4-6A6A-444E-AA0B-9A8192848C53}" dt="2025-06-08T22:28:56.380" v="7776" actId="20577"/>
        <pc:sldMkLst>
          <pc:docMk/>
          <pc:sldMk cId="155853910" sldId="271"/>
        </pc:sldMkLst>
      </pc:sldChg>
      <pc:sldChg chg="addSp delSp modSp new mod">
        <pc:chgData name="昇汰 三輪" userId="ce91b2adc13b8b7b" providerId="LiveId" clId="{B84432D4-6A6A-444E-AA0B-9A8192848C53}" dt="2025-06-08T22:42:54.391" v="8195" actId="1076"/>
        <pc:sldMkLst>
          <pc:docMk/>
          <pc:sldMk cId="1880109827" sldId="272"/>
        </pc:sldMkLst>
      </pc:sldChg>
      <pc:sldChg chg="modSp new ord">
        <pc:chgData name="昇汰 三輪" userId="ce91b2adc13b8b7b" providerId="LiveId" clId="{B84432D4-6A6A-444E-AA0B-9A8192848C53}" dt="2025-06-08T21:50:24.945" v="7510"/>
        <pc:sldMkLst>
          <pc:docMk/>
          <pc:sldMk cId="1183548393" sldId="273"/>
        </pc:sldMkLst>
      </pc:sldChg>
      <pc:sldChg chg="modSp new mod modShow">
        <pc:chgData name="昇汰 三輪" userId="ce91b2adc13b8b7b" providerId="LiveId" clId="{B84432D4-6A6A-444E-AA0B-9A8192848C53}" dt="2025-06-08T21:48:56.729" v="7470" actId="729"/>
        <pc:sldMkLst>
          <pc:docMk/>
          <pc:sldMk cId="3250817086" sldId="274"/>
        </pc:sldMkLst>
      </pc:sldChg>
      <pc:sldChg chg="addSp modSp new mod">
        <pc:chgData name="昇汰 三輪" userId="ce91b2adc13b8b7b" providerId="LiveId" clId="{B84432D4-6A6A-444E-AA0B-9A8192848C53}" dt="2025-06-08T22:59:20.691" v="8529" actId="20577"/>
        <pc:sldMkLst>
          <pc:docMk/>
          <pc:sldMk cId="3598483349" sldId="275"/>
        </pc:sldMkLst>
      </pc:sldChg>
      <pc:sldChg chg="modSp new mod">
        <pc:chgData name="昇汰 三輪" userId="ce91b2adc13b8b7b" providerId="LiveId" clId="{B84432D4-6A6A-444E-AA0B-9A8192848C53}" dt="2025-06-08T22:31:24.890" v="8190" actId="20577"/>
        <pc:sldMkLst>
          <pc:docMk/>
          <pc:sldMk cId="3214781991" sldId="276"/>
        </pc:sldMkLst>
      </pc:sldChg>
    </pc:docChg>
  </pc:docChgLst>
  <pc:docChgLst>
    <pc:chgData name="昇汰 三輪" userId="ce91b2adc13b8b7b" providerId="LiveId" clId="{5FC1FB71-A051-4E0E-AB97-712272489FA9}"/>
    <pc:docChg chg="undo redo custSel addSld delSld modSld sldOrd addSection modSection">
      <pc:chgData name="昇汰 三輪" userId="ce91b2adc13b8b7b" providerId="LiveId" clId="{5FC1FB71-A051-4E0E-AB97-712272489FA9}" dt="2025-07-22T05:39:51.581" v="29823" actId="20577"/>
      <pc:docMkLst>
        <pc:docMk/>
      </pc:docMkLst>
      <pc:sldChg chg="addSp delSp modSp mod delDesignElem">
        <pc:chgData name="昇汰 三輪" userId="ce91b2adc13b8b7b" providerId="LiveId" clId="{5FC1FB71-A051-4E0E-AB97-712272489FA9}" dt="2025-07-22T04:18:27.852" v="29745" actId="20577"/>
        <pc:sldMkLst>
          <pc:docMk/>
          <pc:sldMk cId="3730098426" sldId="256"/>
        </pc:sldMkLst>
        <pc:spChg chg="mod">
          <ac:chgData name="昇汰 三輪" userId="ce91b2adc13b8b7b" providerId="LiveId" clId="{5FC1FB71-A051-4E0E-AB97-712272489FA9}" dt="2025-07-09T18:51:30.713" v="19169" actId="20577"/>
          <ac:spMkLst>
            <pc:docMk/>
            <pc:sldMk cId="3730098426" sldId="256"/>
            <ac:spMk id="2" creationId="{0B561EC4-925D-3098-4683-C702208DDA23}"/>
          </ac:spMkLst>
        </pc:spChg>
        <pc:spChg chg="mod">
          <ac:chgData name="昇汰 三輪" userId="ce91b2adc13b8b7b" providerId="LiveId" clId="{5FC1FB71-A051-4E0E-AB97-712272489FA9}" dt="2025-07-22T04:18:27.852" v="29745" actId="20577"/>
          <ac:spMkLst>
            <pc:docMk/>
            <pc:sldMk cId="3730098426" sldId="256"/>
            <ac:spMk id="3" creationId="{192DF71A-4D5A-C01D-C3AD-C999293F80D5}"/>
          </ac:spMkLst>
        </pc:spChg>
        <pc:spChg chg="mod">
          <ac:chgData name="昇汰 三輪" userId="ce91b2adc13b8b7b" providerId="LiveId" clId="{5FC1FB71-A051-4E0E-AB97-712272489FA9}" dt="2025-07-22T01:26:54.617" v="27583"/>
          <ac:spMkLst>
            <pc:docMk/>
            <pc:sldMk cId="3730098426" sldId="256"/>
            <ac:spMk id="5" creationId="{034DA8EA-82B2-3730-9AA6-6984A4F2D2FB}"/>
          </ac:spMkLst>
        </pc:spChg>
        <pc:spChg chg="add del">
          <ac:chgData name="昇汰 三輪" userId="ce91b2adc13b8b7b" providerId="LiveId" clId="{5FC1FB71-A051-4E0E-AB97-712272489FA9}" dt="2025-07-22T01:26:54.617" v="27583"/>
          <ac:spMkLst>
            <pc:docMk/>
            <pc:sldMk cId="3730098426" sldId="256"/>
            <ac:spMk id="9" creationId="{C17278C5-34E8-4293-BE47-73B18483AF7B}"/>
          </ac:spMkLst>
        </pc:spChg>
        <pc:spChg chg="add del">
          <ac:chgData name="昇汰 三輪" userId="ce91b2adc13b8b7b" providerId="LiveId" clId="{5FC1FB71-A051-4E0E-AB97-712272489FA9}" dt="2025-07-22T01:26:54.617" v="27583"/>
          <ac:spMkLst>
            <pc:docMk/>
            <pc:sldMk cId="3730098426" sldId="256"/>
            <ac:spMk id="11" creationId="{9A3F5928-D955-456A-97B5-AA390B8CE9D5}"/>
          </ac:spMkLst>
        </pc:spChg>
        <pc:spChg chg="add del">
          <ac:chgData name="昇汰 三輪" userId="ce91b2adc13b8b7b" providerId="LiveId" clId="{5FC1FB71-A051-4E0E-AB97-712272489FA9}" dt="2025-07-22T01:26:54.617" v="27583"/>
          <ac:spMkLst>
            <pc:docMk/>
            <pc:sldMk cId="3730098426" sldId="256"/>
            <ac:spMk id="15" creationId="{C5CB530E-515E-412C-9DF1-5F8FFBD6F383}"/>
          </ac:spMkLst>
        </pc:spChg>
        <pc:spChg chg="add del">
          <ac:chgData name="昇汰 三輪" userId="ce91b2adc13b8b7b" providerId="LiveId" clId="{5FC1FB71-A051-4E0E-AB97-712272489FA9}" dt="2025-07-22T01:26:54.617" v="27583"/>
          <ac:spMkLst>
            <pc:docMk/>
            <pc:sldMk cId="3730098426" sldId="256"/>
            <ac:spMk id="17" creationId="{712D4376-A578-4FF1-94FC-245E7A6A489F}"/>
          </ac:spMkLst>
        </pc:spChg>
        <pc:spChg chg="add del">
          <ac:chgData name="昇汰 三輪" userId="ce91b2adc13b8b7b" providerId="LiveId" clId="{5FC1FB71-A051-4E0E-AB97-712272489FA9}" dt="2025-07-22T01:26:54.617" v="27583"/>
          <ac:spMkLst>
            <pc:docMk/>
            <pc:sldMk cId="3730098426" sldId="256"/>
            <ac:spMk id="19" creationId="{AEA7509D-F04F-40CB-A0B3-EEF16499CC9F}"/>
          </ac:spMkLst>
        </pc:spChg>
        <pc:cxnChg chg="add del">
          <ac:chgData name="昇汰 三輪" userId="ce91b2adc13b8b7b" providerId="LiveId" clId="{5FC1FB71-A051-4E0E-AB97-712272489FA9}" dt="2025-07-22T01:26:54.617" v="27583"/>
          <ac:cxnSpMkLst>
            <pc:docMk/>
            <pc:sldMk cId="3730098426" sldId="256"/>
            <ac:cxnSpMk id="13" creationId="{56020367-4FD5-4596-8E10-C5F095CD8DBF}"/>
          </ac:cxnSpMkLst>
        </pc:cxnChg>
      </pc:sldChg>
      <pc:sldChg chg="addSp delSp modSp del mod ord">
        <pc:chgData name="昇汰 三輪" userId="ce91b2adc13b8b7b" providerId="LiveId" clId="{5FC1FB71-A051-4E0E-AB97-712272489FA9}" dt="2025-07-09T19:00:09.696" v="19287" actId="47"/>
        <pc:sldMkLst>
          <pc:docMk/>
          <pc:sldMk cId="2308684198" sldId="257"/>
        </pc:sldMkLst>
      </pc:sldChg>
      <pc:sldChg chg="modSp new del mod ord">
        <pc:chgData name="昇汰 三輪" userId="ce91b2adc13b8b7b" providerId="LiveId" clId="{5FC1FB71-A051-4E0E-AB97-712272489FA9}" dt="2025-06-28T09:19:34.434" v="9751" actId="47"/>
        <pc:sldMkLst>
          <pc:docMk/>
          <pc:sldMk cId="663080845" sldId="258"/>
        </pc:sldMkLst>
      </pc:sldChg>
      <pc:sldChg chg="modSp new del mod">
        <pc:chgData name="昇汰 三輪" userId="ce91b2adc13b8b7b" providerId="LiveId" clId="{5FC1FB71-A051-4E0E-AB97-712272489FA9}" dt="2025-06-16T02:52:22.618" v="2804" actId="47"/>
        <pc:sldMkLst>
          <pc:docMk/>
          <pc:sldMk cId="3330806653" sldId="258"/>
        </pc:sldMkLst>
      </pc:sldChg>
      <pc:sldChg chg="addSp delSp modSp new del mod">
        <pc:chgData name="昇汰 三輪" userId="ce91b2adc13b8b7b" providerId="LiveId" clId="{5FC1FB71-A051-4E0E-AB97-712272489FA9}" dt="2025-06-28T09:19:34.892" v="9752" actId="47"/>
        <pc:sldMkLst>
          <pc:docMk/>
          <pc:sldMk cId="1182914701" sldId="259"/>
        </pc:sldMkLst>
      </pc:sldChg>
      <pc:sldChg chg="new del">
        <pc:chgData name="昇汰 三輪" userId="ce91b2adc13b8b7b" providerId="LiveId" clId="{5FC1FB71-A051-4E0E-AB97-712272489FA9}" dt="2025-06-16T03:32:30.653" v="3823" actId="47"/>
        <pc:sldMkLst>
          <pc:docMk/>
          <pc:sldMk cId="1418989033" sldId="259"/>
        </pc:sldMkLst>
      </pc:sldChg>
      <pc:sldChg chg="addSp delSp modSp new del mod">
        <pc:chgData name="昇汰 三輪" userId="ce91b2adc13b8b7b" providerId="LiveId" clId="{5FC1FB71-A051-4E0E-AB97-712272489FA9}" dt="2025-06-28T09:19:36.152" v="9755" actId="47"/>
        <pc:sldMkLst>
          <pc:docMk/>
          <pc:sldMk cId="64392165" sldId="260"/>
        </pc:sldMkLst>
      </pc:sldChg>
      <pc:sldChg chg="modSp new del mod">
        <pc:chgData name="昇汰 三輪" userId="ce91b2adc13b8b7b" providerId="LiveId" clId="{5FC1FB71-A051-4E0E-AB97-712272489FA9}" dt="2025-06-16T06:10:05.221" v="3841" actId="47"/>
        <pc:sldMkLst>
          <pc:docMk/>
          <pc:sldMk cId="3862239671" sldId="260"/>
        </pc:sldMkLst>
      </pc:sldChg>
      <pc:sldChg chg="modSp new del mod ord">
        <pc:chgData name="昇汰 三輪" userId="ce91b2adc13b8b7b" providerId="LiveId" clId="{5FC1FB71-A051-4E0E-AB97-712272489FA9}" dt="2025-06-30T23:06:52.221" v="14473" actId="47"/>
        <pc:sldMkLst>
          <pc:docMk/>
          <pc:sldMk cId="1788577664" sldId="261"/>
        </pc:sldMkLst>
      </pc:sldChg>
      <pc:sldChg chg="modSp new del mod">
        <pc:chgData name="昇汰 三輪" userId="ce91b2adc13b8b7b" providerId="LiveId" clId="{5FC1FB71-A051-4E0E-AB97-712272489FA9}" dt="2025-06-15T23:46:42.949" v="1714" actId="47"/>
        <pc:sldMkLst>
          <pc:docMk/>
          <pc:sldMk cId="4045883602" sldId="261"/>
        </pc:sldMkLst>
      </pc:sldChg>
      <pc:sldChg chg="addSp delSp modSp new del mod">
        <pc:chgData name="昇汰 三輪" userId="ce91b2adc13b8b7b" providerId="LiveId" clId="{5FC1FB71-A051-4E0E-AB97-712272489FA9}" dt="2025-06-16T06:10:03.189" v="3834" actId="47"/>
        <pc:sldMkLst>
          <pc:docMk/>
          <pc:sldMk cId="598545129" sldId="262"/>
        </pc:sldMkLst>
      </pc:sldChg>
      <pc:sldChg chg="modSp new del mod ord">
        <pc:chgData name="昇汰 三輪" userId="ce91b2adc13b8b7b" providerId="LiveId" clId="{5FC1FB71-A051-4E0E-AB97-712272489FA9}" dt="2025-06-28T09:19:33.938" v="9750" actId="47"/>
        <pc:sldMkLst>
          <pc:docMk/>
          <pc:sldMk cId="3015017923" sldId="262"/>
        </pc:sldMkLst>
      </pc:sldChg>
      <pc:sldChg chg="addSp delSp modSp new del mod ord">
        <pc:chgData name="昇汰 三輪" userId="ce91b2adc13b8b7b" providerId="LiveId" clId="{5FC1FB71-A051-4E0E-AB97-712272489FA9}" dt="2025-07-09T19:00:18.430" v="19296" actId="47"/>
        <pc:sldMkLst>
          <pc:docMk/>
          <pc:sldMk cId="3942121337" sldId="262"/>
        </pc:sldMkLst>
      </pc:sldChg>
      <pc:sldChg chg="modSp new del mod">
        <pc:chgData name="昇汰 三輪" userId="ce91b2adc13b8b7b" providerId="LiveId" clId="{5FC1FB71-A051-4E0E-AB97-712272489FA9}" dt="2025-06-16T06:10:04.467" v="3840" actId="47"/>
        <pc:sldMkLst>
          <pc:docMk/>
          <pc:sldMk cId="778074728" sldId="263"/>
        </pc:sldMkLst>
      </pc:sldChg>
      <pc:sldChg chg="del">
        <pc:chgData name="昇汰 三輪" userId="ce91b2adc13b8b7b" providerId="LiveId" clId="{5FC1FB71-A051-4E0E-AB97-712272489FA9}" dt="2025-06-11T23:18:26.844" v="0" actId="47"/>
        <pc:sldMkLst>
          <pc:docMk/>
          <pc:sldMk cId="2722557001" sldId="263"/>
        </pc:sldMkLst>
      </pc:sldChg>
      <pc:sldChg chg="modSp new del mod">
        <pc:chgData name="昇汰 三輪" userId="ce91b2adc13b8b7b" providerId="LiveId" clId="{5FC1FB71-A051-4E0E-AB97-712272489FA9}" dt="2025-07-03T17:33:06.590" v="15110" actId="47"/>
        <pc:sldMkLst>
          <pc:docMk/>
          <pc:sldMk cId="2970474710" sldId="263"/>
        </pc:sldMkLst>
      </pc:sldChg>
      <pc:sldChg chg="modSp new del mod ord">
        <pc:chgData name="昇汰 三輪" userId="ce91b2adc13b8b7b" providerId="LiveId" clId="{5FC1FB71-A051-4E0E-AB97-712272489FA9}" dt="2025-06-28T09:19:33.282" v="9749" actId="47"/>
        <pc:sldMkLst>
          <pc:docMk/>
          <pc:sldMk cId="3344223506" sldId="263"/>
        </pc:sldMkLst>
      </pc:sldChg>
      <pc:sldChg chg="modSp new del mod">
        <pc:chgData name="昇汰 三輪" userId="ce91b2adc13b8b7b" providerId="LiveId" clId="{5FC1FB71-A051-4E0E-AB97-712272489FA9}" dt="2025-06-28T09:19:35.758" v="9754" actId="47"/>
        <pc:sldMkLst>
          <pc:docMk/>
          <pc:sldMk cId="1115555178" sldId="264"/>
        </pc:sldMkLst>
      </pc:sldChg>
      <pc:sldChg chg="addSp modSp new del mod">
        <pc:chgData name="昇汰 三輪" userId="ce91b2adc13b8b7b" providerId="LiveId" clId="{5FC1FB71-A051-4E0E-AB97-712272489FA9}" dt="2025-07-03T17:33:08.223" v="15113" actId="47"/>
        <pc:sldMkLst>
          <pc:docMk/>
          <pc:sldMk cId="1417297615" sldId="264"/>
        </pc:sldMkLst>
      </pc:sldChg>
      <pc:sldChg chg="addSp modSp new del mod">
        <pc:chgData name="昇汰 三輪" userId="ce91b2adc13b8b7b" providerId="LiveId" clId="{5FC1FB71-A051-4E0E-AB97-712272489FA9}" dt="2025-06-16T06:10:04.081" v="3839" actId="47"/>
        <pc:sldMkLst>
          <pc:docMk/>
          <pc:sldMk cId="2647106135" sldId="264"/>
        </pc:sldMkLst>
      </pc:sldChg>
      <pc:sldChg chg="del">
        <pc:chgData name="昇汰 三輪" userId="ce91b2adc13b8b7b" providerId="LiveId" clId="{5FC1FB71-A051-4E0E-AB97-712272489FA9}" dt="2025-06-11T23:18:28.850" v="1" actId="47"/>
        <pc:sldMkLst>
          <pc:docMk/>
          <pc:sldMk cId="3872091645" sldId="264"/>
        </pc:sldMkLst>
      </pc:sldChg>
      <pc:sldChg chg="addSp delSp modSp new del mod">
        <pc:chgData name="昇汰 三輪" userId="ce91b2adc13b8b7b" providerId="LiveId" clId="{5FC1FB71-A051-4E0E-AB97-712272489FA9}" dt="2025-06-16T06:10:03.439" v="3836" actId="47"/>
        <pc:sldMkLst>
          <pc:docMk/>
          <pc:sldMk cId="1930047361" sldId="265"/>
        </pc:sldMkLst>
      </pc:sldChg>
      <pc:sldChg chg="modSp new del mod">
        <pc:chgData name="昇汰 三輪" userId="ce91b2adc13b8b7b" providerId="LiveId" clId="{5FC1FB71-A051-4E0E-AB97-712272489FA9}" dt="2025-07-03T17:33:00.796" v="15108" actId="47"/>
        <pc:sldMkLst>
          <pc:docMk/>
          <pc:sldMk cId="3296967537" sldId="265"/>
        </pc:sldMkLst>
      </pc:sldChg>
      <pc:sldChg chg="modSp new del mod">
        <pc:chgData name="昇汰 三輪" userId="ce91b2adc13b8b7b" providerId="LiveId" clId="{5FC1FB71-A051-4E0E-AB97-712272489FA9}" dt="2025-06-28T09:19:35.326" v="9753" actId="47"/>
        <pc:sldMkLst>
          <pc:docMk/>
          <pc:sldMk cId="3528182602" sldId="265"/>
        </pc:sldMkLst>
      </pc:sldChg>
      <pc:sldChg chg="del">
        <pc:chgData name="昇汰 三輪" userId="ce91b2adc13b8b7b" providerId="LiveId" clId="{5FC1FB71-A051-4E0E-AB97-712272489FA9}" dt="2025-06-11T23:18:29.544" v="2" actId="47"/>
        <pc:sldMkLst>
          <pc:docMk/>
          <pc:sldMk cId="3890367890" sldId="265"/>
        </pc:sldMkLst>
      </pc:sldChg>
      <pc:sldChg chg="addSp delSp modSp new del mod">
        <pc:chgData name="昇汰 三輪" userId="ce91b2adc13b8b7b" providerId="LiveId" clId="{5FC1FB71-A051-4E0E-AB97-712272489FA9}" dt="2025-06-16T06:10:03.306" v="3835" actId="47"/>
        <pc:sldMkLst>
          <pc:docMk/>
          <pc:sldMk cId="890247293" sldId="266"/>
        </pc:sldMkLst>
      </pc:sldChg>
      <pc:sldChg chg="addSp modSp new del mod">
        <pc:chgData name="昇汰 三輪" userId="ce91b2adc13b8b7b" providerId="LiveId" clId="{5FC1FB71-A051-4E0E-AB97-712272489FA9}" dt="2025-07-03T17:33:07.367" v="15111" actId="47"/>
        <pc:sldMkLst>
          <pc:docMk/>
          <pc:sldMk cId="2930246171" sldId="266"/>
        </pc:sldMkLst>
      </pc:sldChg>
      <pc:sldChg chg="addSp modSp new del mod ord">
        <pc:chgData name="昇汰 三輪" userId="ce91b2adc13b8b7b" providerId="LiveId" clId="{5FC1FB71-A051-4E0E-AB97-712272489FA9}" dt="2025-06-28T09:19:36.868" v="9757" actId="47"/>
        <pc:sldMkLst>
          <pc:docMk/>
          <pc:sldMk cId="4214967062" sldId="266"/>
        </pc:sldMkLst>
      </pc:sldChg>
      <pc:sldChg chg="addSp modSp new del mod ord">
        <pc:chgData name="昇汰 三輪" userId="ce91b2adc13b8b7b" providerId="LiveId" clId="{5FC1FB71-A051-4E0E-AB97-712272489FA9}" dt="2025-06-28T09:19:36.555" v="9756" actId="47"/>
        <pc:sldMkLst>
          <pc:docMk/>
          <pc:sldMk cId="366156671" sldId="267"/>
        </pc:sldMkLst>
      </pc:sldChg>
      <pc:sldChg chg="addSp modSp new del mod">
        <pc:chgData name="昇汰 三輪" userId="ce91b2adc13b8b7b" providerId="LiveId" clId="{5FC1FB71-A051-4E0E-AB97-712272489FA9}" dt="2025-07-03T17:33:07.861" v="15112" actId="47"/>
        <pc:sldMkLst>
          <pc:docMk/>
          <pc:sldMk cId="2923831041" sldId="267"/>
        </pc:sldMkLst>
      </pc:sldChg>
      <pc:sldChg chg="addSp modSp new del mod">
        <pc:chgData name="昇汰 三輪" userId="ce91b2adc13b8b7b" providerId="LiveId" clId="{5FC1FB71-A051-4E0E-AB97-712272489FA9}" dt="2025-06-16T06:10:03.059" v="3833" actId="47"/>
        <pc:sldMkLst>
          <pc:docMk/>
          <pc:sldMk cId="3179388456" sldId="267"/>
        </pc:sldMkLst>
      </pc:sldChg>
      <pc:sldChg chg="del">
        <pc:chgData name="昇汰 三輪" userId="ce91b2adc13b8b7b" providerId="LiveId" clId="{5FC1FB71-A051-4E0E-AB97-712272489FA9}" dt="2025-06-11T23:18:31.042" v="6" actId="47"/>
        <pc:sldMkLst>
          <pc:docMk/>
          <pc:sldMk cId="3412479310" sldId="267"/>
        </pc:sldMkLst>
      </pc:sldChg>
      <pc:sldChg chg="del">
        <pc:chgData name="昇汰 三輪" userId="ce91b2adc13b8b7b" providerId="LiveId" clId="{5FC1FB71-A051-4E0E-AB97-712272489FA9}" dt="2025-06-11T23:18:30.041" v="3" actId="47"/>
        <pc:sldMkLst>
          <pc:docMk/>
          <pc:sldMk cId="406617643" sldId="268"/>
        </pc:sldMkLst>
      </pc:sldChg>
      <pc:sldChg chg="modSp new del mod">
        <pc:chgData name="昇汰 三輪" userId="ce91b2adc13b8b7b" providerId="LiveId" clId="{5FC1FB71-A051-4E0E-AB97-712272489FA9}" dt="2025-06-28T09:19:37.191" v="9758" actId="47"/>
        <pc:sldMkLst>
          <pc:docMk/>
          <pc:sldMk cId="957967134" sldId="268"/>
        </pc:sldMkLst>
      </pc:sldChg>
      <pc:sldChg chg="addSp delSp modSp new del mod">
        <pc:chgData name="昇汰 三輪" userId="ce91b2adc13b8b7b" providerId="LiveId" clId="{5FC1FB71-A051-4E0E-AB97-712272489FA9}" dt="2025-07-03T17:33:08.538" v="15114" actId="47"/>
        <pc:sldMkLst>
          <pc:docMk/>
          <pc:sldMk cId="1747884226" sldId="268"/>
        </pc:sldMkLst>
      </pc:sldChg>
      <pc:sldChg chg="addSp modSp new del mod">
        <pc:chgData name="昇汰 三輪" userId="ce91b2adc13b8b7b" providerId="LiveId" clId="{5FC1FB71-A051-4E0E-AB97-712272489FA9}" dt="2025-06-16T06:10:02.922" v="3832" actId="47"/>
        <pc:sldMkLst>
          <pc:docMk/>
          <pc:sldMk cId="4168969118" sldId="268"/>
        </pc:sldMkLst>
      </pc:sldChg>
      <pc:sldChg chg="modSp new del mod">
        <pc:chgData name="昇汰 三輪" userId="ce91b2adc13b8b7b" providerId="LiveId" clId="{5FC1FB71-A051-4E0E-AB97-712272489FA9}" dt="2025-06-16T06:10:02.100" v="3829" actId="47"/>
        <pc:sldMkLst>
          <pc:docMk/>
          <pc:sldMk cId="2207709873" sldId="269"/>
        </pc:sldMkLst>
      </pc:sldChg>
      <pc:sldChg chg="addSp delSp modSp new del mod">
        <pc:chgData name="昇汰 三輪" userId="ce91b2adc13b8b7b" providerId="LiveId" clId="{5FC1FB71-A051-4E0E-AB97-712272489FA9}" dt="2025-06-28T09:19:37.783" v="9759" actId="47"/>
        <pc:sldMkLst>
          <pc:docMk/>
          <pc:sldMk cId="2263359952" sldId="269"/>
        </pc:sldMkLst>
      </pc:sldChg>
      <pc:sldChg chg="modSp new del mod ord">
        <pc:chgData name="昇汰 三輪" userId="ce91b2adc13b8b7b" providerId="LiveId" clId="{5FC1FB71-A051-4E0E-AB97-712272489FA9}" dt="2025-07-09T19:00:12.849" v="19288" actId="47"/>
        <pc:sldMkLst>
          <pc:docMk/>
          <pc:sldMk cId="3676070298" sldId="269"/>
        </pc:sldMkLst>
      </pc:sldChg>
      <pc:sldChg chg="del">
        <pc:chgData name="昇汰 三輪" userId="ce91b2adc13b8b7b" providerId="LiveId" clId="{5FC1FB71-A051-4E0E-AB97-712272489FA9}" dt="2025-06-11T23:18:31.213" v="7" actId="47"/>
        <pc:sldMkLst>
          <pc:docMk/>
          <pc:sldMk cId="3792913055" sldId="269"/>
        </pc:sldMkLst>
      </pc:sldChg>
      <pc:sldChg chg="modSp new del mod">
        <pc:chgData name="昇汰 三輪" userId="ce91b2adc13b8b7b" providerId="LiveId" clId="{5FC1FB71-A051-4E0E-AB97-712272489FA9}" dt="2025-06-28T09:19:38.538" v="9760" actId="47"/>
        <pc:sldMkLst>
          <pc:docMk/>
          <pc:sldMk cId="1092064075" sldId="270"/>
        </pc:sldMkLst>
      </pc:sldChg>
      <pc:sldChg chg="del">
        <pc:chgData name="昇汰 三輪" userId="ce91b2adc13b8b7b" providerId="LiveId" clId="{5FC1FB71-A051-4E0E-AB97-712272489FA9}" dt="2025-06-11T23:18:30.363" v="4" actId="47"/>
        <pc:sldMkLst>
          <pc:docMk/>
          <pc:sldMk cId="1621400181" sldId="270"/>
        </pc:sldMkLst>
      </pc:sldChg>
      <pc:sldChg chg="addSp delSp modSp new del mod">
        <pc:chgData name="昇汰 三輪" userId="ce91b2adc13b8b7b" providerId="LiveId" clId="{5FC1FB71-A051-4E0E-AB97-712272489FA9}" dt="2025-07-03T17:33:08.765" v="15115" actId="47"/>
        <pc:sldMkLst>
          <pc:docMk/>
          <pc:sldMk cId="3550147182" sldId="270"/>
        </pc:sldMkLst>
      </pc:sldChg>
      <pc:sldChg chg="addSp delSp modSp new del mod">
        <pc:chgData name="昇汰 三輪" userId="ce91b2adc13b8b7b" providerId="LiveId" clId="{5FC1FB71-A051-4E0E-AB97-712272489FA9}" dt="2025-06-16T06:10:02.717" v="3831" actId="47"/>
        <pc:sldMkLst>
          <pc:docMk/>
          <pc:sldMk cId="4259497626" sldId="270"/>
        </pc:sldMkLst>
      </pc:sldChg>
      <pc:sldChg chg="del">
        <pc:chgData name="昇汰 三輪" userId="ce91b2adc13b8b7b" providerId="LiveId" clId="{5FC1FB71-A051-4E0E-AB97-712272489FA9}" dt="2025-06-11T23:18:32.976" v="12" actId="47"/>
        <pc:sldMkLst>
          <pc:docMk/>
          <pc:sldMk cId="155853910" sldId="271"/>
        </pc:sldMkLst>
      </pc:sldChg>
      <pc:sldChg chg="addSp delSp modSp new del mod">
        <pc:chgData name="昇汰 三輪" userId="ce91b2adc13b8b7b" providerId="LiveId" clId="{5FC1FB71-A051-4E0E-AB97-712272489FA9}" dt="2025-06-16T06:10:02.345" v="3830" actId="47"/>
        <pc:sldMkLst>
          <pc:docMk/>
          <pc:sldMk cId="2933385930" sldId="271"/>
        </pc:sldMkLst>
      </pc:sldChg>
      <pc:sldChg chg="addSp delSp modSp new del mod">
        <pc:chgData name="昇汰 三輪" userId="ce91b2adc13b8b7b" providerId="LiveId" clId="{5FC1FB71-A051-4E0E-AB97-712272489FA9}" dt="2025-07-03T17:33:00.905" v="15109" actId="47"/>
        <pc:sldMkLst>
          <pc:docMk/>
          <pc:sldMk cId="3725177195" sldId="271"/>
        </pc:sldMkLst>
      </pc:sldChg>
      <pc:sldChg chg="del">
        <pc:chgData name="昇汰 三輪" userId="ce91b2adc13b8b7b" providerId="LiveId" clId="{5FC1FB71-A051-4E0E-AB97-712272489FA9}" dt="2025-06-11T23:18:32.018" v="9" actId="47"/>
        <pc:sldMkLst>
          <pc:docMk/>
          <pc:sldMk cId="1880109827" sldId="272"/>
        </pc:sldMkLst>
      </pc:sldChg>
      <pc:sldChg chg="modSp new del mod">
        <pc:chgData name="昇汰 三輪" userId="ce91b2adc13b8b7b" providerId="LiveId" clId="{5FC1FB71-A051-4E0E-AB97-712272489FA9}" dt="2025-06-16T06:10:03.690" v="3838" actId="47"/>
        <pc:sldMkLst>
          <pc:docMk/>
          <pc:sldMk cId="3297834167" sldId="272"/>
        </pc:sldMkLst>
      </pc:sldChg>
      <pc:sldChg chg="modSp new del mod">
        <pc:chgData name="昇汰 三輪" userId="ce91b2adc13b8b7b" providerId="LiveId" clId="{5FC1FB71-A051-4E0E-AB97-712272489FA9}" dt="2025-07-06T17:39:06.656" v="16488" actId="47"/>
        <pc:sldMkLst>
          <pc:docMk/>
          <pc:sldMk cId="3649202254" sldId="272"/>
        </pc:sldMkLst>
      </pc:sldChg>
      <pc:sldChg chg="modSp new del mod">
        <pc:chgData name="昇汰 三輪" userId="ce91b2adc13b8b7b" providerId="LiveId" clId="{5FC1FB71-A051-4E0E-AB97-712272489FA9}" dt="2025-06-16T06:10:03.562" v="3837" actId="47"/>
        <pc:sldMkLst>
          <pc:docMk/>
          <pc:sldMk cId="578114408" sldId="273"/>
        </pc:sldMkLst>
      </pc:sldChg>
      <pc:sldChg chg="del">
        <pc:chgData name="昇汰 三輪" userId="ce91b2adc13b8b7b" providerId="LiveId" clId="{5FC1FB71-A051-4E0E-AB97-712272489FA9}" dt="2025-06-11T23:18:32.293" v="10" actId="47"/>
        <pc:sldMkLst>
          <pc:docMk/>
          <pc:sldMk cId="1183548393" sldId="273"/>
        </pc:sldMkLst>
      </pc:sldChg>
      <pc:sldChg chg="addSp delSp modSp new del mod">
        <pc:chgData name="昇汰 三輪" userId="ce91b2adc13b8b7b" providerId="LiveId" clId="{5FC1FB71-A051-4E0E-AB97-712272489FA9}" dt="2025-07-09T19:00:17.805" v="19295" actId="47"/>
        <pc:sldMkLst>
          <pc:docMk/>
          <pc:sldMk cId="2209453812" sldId="273"/>
        </pc:sldMkLst>
      </pc:sldChg>
      <pc:sldChg chg="del">
        <pc:chgData name="昇汰 三輪" userId="ce91b2adc13b8b7b" providerId="LiveId" clId="{5FC1FB71-A051-4E0E-AB97-712272489FA9}" dt="2025-06-11T23:18:30.810" v="5" actId="47"/>
        <pc:sldMkLst>
          <pc:docMk/>
          <pc:sldMk cId="3250817086" sldId="274"/>
        </pc:sldMkLst>
      </pc:sldChg>
      <pc:sldChg chg="addSp delSp modSp new del mod">
        <pc:chgData name="昇汰 三輪" userId="ce91b2adc13b8b7b" providerId="LiveId" clId="{5FC1FB71-A051-4E0E-AB97-712272489FA9}" dt="2025-07-09T19:00:17.146" v="19294" actId="47"/>
        <pc:sldMkLst>
          <pc:docMk/>
          <pc:sldMk cId="3856113316" sldId="274"/>
        </pc:sldMkLst>
      </pc:sldChg>
      <pc:sldChg chg="modSp new del mod">
        <pc:chgData name="昇汰 三輪" userId="ce91b2adc13b8b7b" providerId="LiveId" clId="{5FC1FB71-A051-4E0E-AB97-712272489FA9}" dt="2025-07-09T19:00:16.056" v="19293" actId="47"/>
        <pc:sldMkLst>
          <pc:docMk/>
          <pc:sldMk cId="2450776402" sldId="275"/>
        </pc:sldMkLst>
      </pc:sldChg>
      <pc:sldChg chg="del">
        <pc:chgData name="昇汰 三輪" userId="ce91b2adc13b8b7b" providerId="LiveId" clId="{5FC1FB71-A051-4E0E-AB97-712272489FA9}" dt="2025-06-11T23:18:31.417" v="8" actId="47"/>
        <pc:sldMkLst>
          <pc:docMk/>
          <pc:sldMk cId="3598483349" sldId="275"/>
        </pc:sldMkLst>
      </pc:sldChg>
      <pc:sldChg chg="addSp delSp modSp new del mod">
        <pc:chgData name="昇汰 三輪" userId="ce91b2adc13b8b7b" providerId="LiveId" clId="{5FC1FB71-A051-4E0E-AB97-712272489FA9}" dt="2025-07-09T19:00:19.298" v="19297" actId="47"/>
        <pc:sldMkLst>
          <pc:docMk/>
          <pc:sldMk cId="3032419719" sldId="276"/>
        </pc:sldMkLst>
      </pc:sldChg>
      <pc:sldChg chg="del">
        <pc:chgData name="昇汰 三輪" userId="ce91b2adc13b8b7b" providerId="LiveId" clId="{5FC1FB71-A051-4E0E-AB97-712272489FA9}" dt="2025-06-11T23:18:32.623" v="11" actId="47"/>
        <pc:sldMkLst>
          <pc:docMk/>
          <pc:sldMk cId="3214781991" sldId="276"/>
        </pc:sldMkLst>
      </pc:sldChg>
      <pc:sldChg chg="modSp new del mod">
        <pc:chgData name="昇汰 三輪" userId="ce91b2adc13b8b7b" providerId="LiveId" clId="{5FC1FB71-A051-4E0E-AB97-712272489FA9}" dt="2025-07-07T02:19:47.782" v="16518" actId="47"/>
        <pc:sldMkLst>
          <pc:docMk/>
          <pc:sldMk cId="523146652" sldId="277"/>
        </pc:sldMkLst>
      </pc:sldChg>
      <pc:sldChg chg="modSp new del mod">
        <pc:chgData name="昇汰 三輪" userId="ce91b2adc13b8b7b" providerId="LiveId" clId="{5FC1FB71-A051-4E0E-AB97-712272489FA9}" dt="2025-07-09T19:00:15.453" v="19292" actId="47"/>
        <pc:sldMkLst>
          <pc:docMk/>
          <pc:sldMk cId="1885388768" sldId="277"/>
        </pc:sldMkLst>
      </pc:sldChg>
      <pc:sldChg chg="addSp modSp new del mod">
        <pc:chgData name="昇汰 三輪" userId="ce91b2adc13b8b7b" providerId="LiveId" clId="{5FC1FB71-A051-4E0E-AB97-712272489FA9}" dt="2025-07-09T19:00:14.855" v="19291" actId="47"/>
        <pc:sldMkLst>
          <pc:docMk/>
          <pc:sldMk cId="3546159248" sldId="278"/>
        </pc:sldMkLst>
      </pc:sldChg>
      <pc:sldChg chg="addSp delSp modSp new del mod">
        <pc:chgData name="昇汰 三輪" userId="ce91b2adc13b8b7b" providerId="LiveId" clId="{5FC1FB71-A051-4E0E-AB97-712272489FA9}" dt="2025-07-09T19:00:14.216" v="19290" actId="47"/>
        <pc:sldMkLst>
          <pc:docMk/>
          <pc:sldMk cId="450752070" sldId="279"/>
        </pc:sldMkLst>
      </pc:sldChg>
      <pc:sldChg chg="addSp delSp modSp new del mod">
        <pc:chgData name="昇汰 三輪" userId="ce91b2adc13b8b7b" providerId="LiveId" clId="{5FC1FB71-A051-4E0E-AB97-712272489FA9}" dt="2025-07-09T19:00:13.572" v="19289" actId="47"/>
        <pc:sldMkLst>
          <pc:docMk/>
          <pc:sldMk cId="2552117617" sldId="280"/>
        </pc:sldMkLst>
      </pc:sldChg>
      <pc:sldChg chg="modSp new mod ord">
        <pc:chgData name="昇汰 三輪" userId="ce91b2adc13b8b7b" providerId="LiveId" clId="{5FC1FB71-A051-4E0E-AB97-712272489FA9}" dt="2025-07-22T01:29:46.466" v="27658" actId="20577"/>
        <pc:sldMkLst>
          <pc:docMk/>
          <pc:sldMk cId="431577705" sldId="281"/>
        </pc:sldMkLst>
        <pc:spChg chg="mod">
          <ac:chgData name="昇汰 三輪" userId="ce91b2adc13b8b7b" providerId="LiveId" clId="{5FC1FB71-A051-4E0E-AB97-712272489FA9}" dt="2025-07-22T01:26:54.617" v="27583"/>
          <ac:spMkLst>
            <pc:docMk/>
            <pc:sldMk cId="431577705" sldId="281"/>
            <ac:spMk id="2" creationId="{069D579E-A5BA-4923-1CB0-7C90D2A74AD1}"/>
          </ac:spMkLst>
        </pc:spChg>
        <pc:spChg chg="mod">
          <ac:chgData name="昇汰 三輪" userId="ce91b2adc13b8b7b" providerId="LiveId" clId="{5FC1FB71-A051-4E0E-AB97-712272489FA9}" dt="2025-07-22T01:29:46.466" v="27658" actId="20577"/>
          <ac:spMkLst>
            <pc:docMk/>
            <pc:sldMk cId="431577705" sldId="281"/>
            <ac:spMk id="3" creationId="{CC90498D-6D45-2C99-A800-653CEE5E26BE}"/>
          </ac:spMkLst>
        </pc:spChg>
        <pc:spChg chg="mod">
          <ac:chgData name="昇汰 三輪" userId="ce91b2adc13b8b7b" providerId="LiveId" clId="{5FC1FB71-A051-4E0E-AB97-712272489FA9}" dt="2025-07-22T01:26:54.617" v="27583"/>
          <ac:spMkLst>
            <pc:docMk/>
            <pc:sldMk cId="431577705" sldId="281"/>
            <ac:spMk id="4" creationId="{F6D10F59-FA66-A52A-BDC4-E83F616981ED}"/>
          </ac:spMkLst>
        </pc:spChg>
      </pc:sldChg>
      <pc:sldChg chg="modSp new del mod">
        <pc:chgData name="昇汰 三輪" userId="ce91b2adc13b8b7b" providerId="LiveId" clId="{5FC1FB71-A051-4E0E-AB97-712272489FA9}" dt="2025-07-11T12:14:53.444" v="20870" actId="47"/>
        <pc:sldMkLst>
          <pc:docMk/>
          <pc:sldMk cId="3313055916" sldId="282"/>
        </pc:sldMkLst>
      </pc:sldChg>
      <pc:sldChg chg="modSp new mod">
        <pc:chgData name="昇汰 三輪" userId="ce91b2adc13b8b7b" providerId="LiveId" clId="{5FC1FB71-A051-4E0E-AB97-712272489FA9}" dt="2025-07-22T03:27:54.420" v="28898" actId="20577"/>
        <pc:sldMkLst>
          <pc:docMk/>
          <pc:sldMk cId="1327206116" sldId="283"/>
        </pc:sldMkLst>
        <pc:spChg chg="mod">
          <ac:chgData name="昇汰 三輪" userId="ce91b2adc13b8b7b" providerId="LiveId" clId="{5FC1FB71-A051-4E0E-AB97-712272489FA9}" dt="2025-07-22T01:26:54.617" v="27583"/>
          <ac:spMkLst>
            <pc:docMk/>
            <pc:sldMk cId="1327206116" sldId="283"/>
            <ac:spMk id="2" creationId="{0AE588D2-C457-D33F-88E5-4E6FDD16F4D7}"/>
          </ac:spMkLst>
        </pc:spChg>
        <pc:spChg chg="mod">
          <ac:chgData name="昇汰 三輪" userId="ce91b2adc13b8b7b" providerId="LiveId" clId="{5FC1FB71-A051-4E0E-AB97-712272489FA9}" dt="2025-07-22T03:27:54.420" v="28898" actId="20577"/>
          <ac:spMkLst>
            <pc:docMk/>
            <pc:sldMk cId="1327206116" sldId="283"/>
            <ac:spMk id="3" creationId="{CC28C5DE-BE40-6BE6-685F-7D55580619AA}"/>
          </ac:spMkLst>
        </pc:spChg>
        <pc:spChg chg="mod">
          <ac:chgData name="昇汰 三輪" userId="ce91b2adc13b8b7b" providerId="LiveId" clId="{5FC1FB71-A051-4E0E-AB97-712272489FA9}" dt="2025-07-22T01:26:54.617" v="27583"/>
          <ac:spMkLst>
            <pc:docMk/>
            <pc:sldMk cId="1327206116" sldId="283"/>
            <ac:spMk id="4" creationId="{23383660-2ABF-EEA1-0D30-2F6F0EB94527}"/>
          </ac:spMkLst>
        </pc:spChg>
      </pc:sldChg>
      <pc:sldChg chg="modSp new del mod">
        <pc:chgData name="昇汰 三輪" userId="ce91b2adc13b8b7b" providerId="LiveId" clId="{5FC1FB71-A051-4E0E-AB97-712272489FA9}" dt="2025-07-14T18:34:38.064" v="22266" actId="47"/>
        <pc:sldMkLst>
          <pc:docMk/>
          <pc:sldMk cId="834785582" sldId="284"/>
        </pc:sldMkLst>
      </pc:sldChg>
      <pc:sldChg chg="modSp new mod">
        <pc:chgData name="昇汰 三輪" userId="ce91b2adc13b8b7b" providerId="LiveId" clId="{5FC1FB71-A051-4E0E-AB97-712272489FA9}" dt="2025-07-22T03:46:19.100" v="29659" actId="20577"/>
        <pc:sldMkLst>
          <pc:docMk/>
          <pc:sldMk cId="1719794422" sldId="285"/>
        </pc:sldMkLst>
        <pc:spChg chg="mod">
          <ac:chgData name="昇汰 三輪" userId="ce91b2adc13b8b7b" providerId="LiveId" clId="{5FC1FB71-A051-4E0E-AB97-712272489FA9}" dt="2025-07-22T01:26:54.617" v="27583"/>
          <ac:spMkLst>
            <pc:docMk/>
            <pc:sldMk cId="1719794422" sldId="285"/>
            <ac:spMk id="2" creationId="{DEBADC3E-D283-303B-8022-FFD41D3CE9DC}"/>
          </ac:spMkLst>
        </pc:spChg>
        <pc:spChg chg="mod">
          <ac:chgData name="昇汰 三輪" userId="ce91b2adc13b8b7b" providerId="LiveId" clId="{5FC1FB71-A051-4E0E-AB97-712272489FA9}" dt="2025-07-22T03:46:19.100" v="29659" actId="20577"/>
          <ac:spMkLst>
            <pc:docMk/>
            <pc:sldMk cId="1719794422" sldId="285"/>
            <ac:spMk id="3" creationId="{50607238-5C80-505B-EF0A-544933946B70}"/>
          </ac:spMkLst>
        </pc:spChg>
        <pc:spChg chg="mod">
          <ac:chgData name="昇汰 三輪" userId="ce91b2adc13b8b7b" providerId="LiveId" clId="{5FC1FB71-A051-4E0E-AB97-712272489FA9}" dt="2025-07-22T01:26:54.617" v="27583"/>
          <ac:spMkLst>
            <pc:docMk/>
            <pc:sldMk cId="1719794422" sldId="285"/>
            <ac:spMk id="4" creationId="{0632F285-9B08-3558-969E-489B16E8BD22}"/>
          </ac:spMkLst>
        </pc:spChg>
      </pc:sldChg>
      <pc:sldChg chg="modSp new mod ord">
        <pc:chgData name="昇汰 三輪" userId="ce91b2adc13b8b7b" providerId="LiveId" clId="{5FC1FB71-A051-4E0E-AB97-712272489FA9}" dt="2025-07-22T03:35:39.480" v="29284" actId="20577"/>
        <pc:sldMkLst>
          <pc:docMk/>
          <pc:sldMk cId="412479998" sldId="286"/>
        </pc:sldMkLst>
        <pc:spChg chg="mod">
          <ac:chgData name="昇汰 三輪" userId="ce91b2adc13b8b7b" providerId="LiveId" clId="{5FC1FB71-A051-4E0E-AB97-712272489FA9}" dt="2025-07-22T01:26:54.617" v="27583"/>
          <ac:spMkLst>
            <pc:docMk/>
            <pc:sldMk cId="412479998" sldId="286"/>
            <ac:spMk id="2" creationId="{457E55A0-71F1-CCFD-94DE-996A26B9AB6B}"/>
          </ac:spMkLst>
        </pc:spChg>
        <pc:spChg chg="mod">
          <ac:chgData name="昇汰 三輪" userId="ce91b2adc13b8b7b" providerId="LiveId" clId="{5FC1FB71-A051-4E0E-AB97-712272489FA9}" dt="2025-07-22T03:35:39.480" v="29284" actId="20577"/>
          <ac:spMkLst>
            <pc:docMk/>
            <pc:sldMk cId="412479998" sldId="286"/>
            <ac:spMk id="3" creationId="{48DF6A21-05B0-DF74-8CFF-E2CB9D1B9A5B}"/>
          </ac:spMkLst>
        </pc:spChg>
        <pc:spChg chg="mod">
          <ac:chgData name="昇汰 三輪" userId="ce91b2adc13b8b7b" providerId="LiveId" clId="{5FC1FB71-A051-4E0E-AB97-712272489FA9}" dt="2025-07-22T01:26:54.617" v="27583"/>
          <ac:spMkLst>
            <pc:docMk/>
            <pc:sldMk cId="412479998" sldId="286"/>
            <ac:spMk id="4" creationId="{F0D88812-4A36-89B0-6FF6-1DD95C0B3779}"/>
          </ac:spMkLst>
        </pc:spChg>
      </pc:sldChg>
      <pc:sldChg chg="modSp new mod ord">
        <pc:chgData name="昇汰 三輪" userId="ce91b2adc13b8b7b" providerId="LiveId" clId="{5FC1FB71-A051-4E0E-AB97-712272489FA9}" dt="2025-07-22T03:36:28.742" v="29335" actId="20577"/>
        <pc:sldMkLst>
          <pc:docMk/>
          <pc:sldMk cId="1453310503" sldId="287"/>
        </pc:sldMkLst>
        <pc:spChg chg="mod">
          <ac:chgData name="昇汰 三輪" userId="ce91b2adc13b8b7b" providerId="LiveId" clId="{5FC1FB71-A051-4E0E-AB97-712272489FA9}" dt="2025-07-22T01:26:54.617" v="27583"/>
          <ac:spMkLst>
            <pc:docMk/>
            <pc:sldMk cId="1453310503" sldId="287"/>
            <ac:spMk id="2" creationId="{5969AFC9-C9E5-8696-FB23-3D9031038DC4}"/>
          </ac:spMkLst>
        </pc:spChg>
        <pc:spChg chg="mod">
          <ac:chgData name="昇汰 三輪" userId="ce91b2adc13b8b7b" providerId="LiveId" clId="{5FC1FB71-A051-4E0E-AB97-712272489FA9}" dt="2025-07-22T03:36:28.742" v="29335" actId="20577"/>
          <ac:spMkLst>
            <pc:docMk/>
            <pc:sldMk cId="1453310503" sldId="287"/>
            <ac:spMk id="3" creationId="{5858F73E-F153-A330-750A-B8E321E242DD}"/>
          </ac:spMkLst>
        </pc:spChg>
        <pc:spChg chg="mod">
          <ac:chgData name="昇汰 三輪" userId="ce91b2adc13b8b7b" providerId="LiveId" clId="{5FC1FB71-A051-4E0E-AB97-712272489FA9}" dt="2025-07-22T01:26:54.617" v="27583"/>
          <ac:spMkLst>
            <pc:docMk/>
            <pc:sldMk cId="1453310503" sldId="287"/>
            <ac:spMk id="4" creationId="{56D2FFAA-AF83-DC61-0A06-44080C6AB23B}"/>
          </ac:spMkLst>
        </pc:spChg>
      </pc:sldChg>
      <pc:sldChg chg="modSp new del mod">
        <pc:chgData name="昇汰 三輪" userId="ce91b2adc13b8b7b" providerId="LiveId" clId="{5FC1FB71-A051-4E0E-AB97-712272489FA9}" dt="2025-07-22T00:51:54.736" v="27053" actId="47"/>
        <pc:sldMkLst>
          <pc:docMk/>
          <pc:sldMk cId="755817661" sldId="288"/>
        </pc:sldMkLst>
      </pc:sldChg>
      <pc:sldChg chg="modSp new mod ord">
        <pc:chgData name="昇汰 三輪" userId="ce91b2adc13b8b7b" providerId="LiveId" clId="{5FC1FB71-A051-4E0E-AB97-712272489FA9}" dt="2025-07-22T03:37:59.627" v="29424" actId="20577"/>
        <pc:sldMkLst>
          <pc:docMk/>
          <pc:sldMk cId="4214216116" sldId="289"/>
        </pc:sldMkLst>
        <pc:spChg chg="mod">
          <ac:chgData name="昇汰 三輪" userId="ce91b2adc13b8b7b" providerId="LiveId" clId="{5FC1FB71-A051-4E0E-AB97-712272489FA9}" dt="2025-07-22T01:26:54.617" v="27583"/>
          <ac:spMkLst>
            <pc:docMk/>
            <pc:sldMk cId="4214216116" sldId="289"/>
            <ac:spMk id="2" creationId="{85196BE5-3918-D270-0DD8-E65F2D721541}"/>
          </ac:spMkLst>
        </pc:spChg>
        <pc:spChg chg="mod">
          <ac:chgData name="昇汰 三輪" userId="ce91b2adc13b8b7b" providerId="LiveId" clId="{5FC1FB71-A051-4E0E-AB97-712272489FA9}" dt="2025-07-22T03:37:59.627" v="29424" actId="20577"/>
          <ac:spMkLst>
            <pc:docMk/>
            <pc:sldMk cId="4214216116" sldId="289"/>
            <ac:spMk id="3" creationId="{71FC8C45-89A2-020F-EE28-2E7866B243BB}"/>
          </ac:spMkLst>
        </pc:spChg>
        <pc:spChg chg="mod">
          <ac:chgData name="昇汰 三輪" userId="ce91b2adc13b8b7b" providerId="LiveId" clId="{5FC1FB71-A051-4E0E-AB97-712272489FA9}" dt="2025-07-22T01:26:54.617" v="27583"/>
          <ac:spMkLst>
            <pc:docMk/>
            <pc:sldMk cId="4214216116" sldId="289"/>
            <ac:spMk id="4" creationId="{4C0ADBB7-9853-4F53-6D20-D9DCAED21332}"/>
          </ac:spMkLst>
        </pc:spChg>
      </pc:sldChg>
      <pc:sldChg chg="modSp new del mod">
        <pc:chgData name="昇汰 三輪" userId="ce91b2adc13b8b7b" providerId="LiveId" clId="{5FC1FB71-A051-4E0E-AB97-712272489FA9}" dt="2025-07-22T00:21:06.017" v="26489" actId="47"/>
        <pc:sldMkLst>
          <pc:docMk/>
          <pc:sldMk cId="176418722" sldId="290"/>
        </pc:sldMkLst>
      </pc:sldChg>
      <pc:sldChg chg="modSp new del mod">
        <pc:chgData name="昇汰 三輪" userId="ce91b2adc13b8b7b" providerId="LiveId" clId="{5FC1FB71-A051-4E0E-AB97-712272489FA9}" dt="2025-07-21T22:18:22.384" v="24470" actId="47"/>
        <pc:sldMkLst>
          <pc:docMk/>
          <pc:sldMk cId="2744625878" sldId="291"/>
        </pc:sldMkLst>
        <pc:spChg chg="mod">
          <ac:chgData name="昇汰 三輪" userId="ce91b2adc13b8b7b" providerId="LiveId" clId="{5FC1FB71-A051-4E0E-AB97-712272489FA9}" dt="2025-07-21T20:07:59.214" v="23699" actId="20577"/>
          <ac:spMkLst>
            <pc:docMk/>
            <pc:sldMk cId="2744625878" sldId="291"/>
            <ac:spMk id="3" creationId="{5CB9F9F6-8870-8D25-715F-972560F73815}"/>
          </ac:spMkLst>
        </pc:spChg>
      </pc:sldChg>
      <pc:sldChg chg="addSp delSp modSp new del mod setBg">
        <pc:chgData name="昇汰 三輪" userId="ce91b2adc13b8b7b" providerId="LiveId" clId="{5FC1FB71-A051-4E0E-AB97-712272489FA9}" dt="2025-07-21T22:18:23.170" v="24471" actId="47"/>
        <pc:sldMkLst>
          <pc:docMk/>
          <pc:sldMk cId="284065997" sldId="292"/>
        </pc:sldMkLst>
      </pc:sldChg>
      <pc:sldChg chg="addSp delSp modSp new del mod">
        <pc:chgData name="昇汰 三輪" userId="ce91b2adc13b8b7b" providerId="LiveId" clId="{5FC1FB71-A051-4E0E-AB97-712272489FA9}" dt="2025-07-22T00:21:11.472" v="26490" actId="47"/>
        <pc:sldMkLst>
          <pc:docMk/>
          <pc:sldMk cId="1395011797" sldId="293"/>
        </pc:sldMkLst>
        <pc:graphicFrameChg chg="add mod ord modGraphic">
          <ac:chgData name="昇汰 三輪" userId="ce91b2adc13b8b7b" providerId="LiveId" clId="{5FC1FB71-A051-4E0E-AB97-712272489FA9}" dt="2025-07-21T01:22:07.095" v="22885" actId="20577"/>
          <ac:graphicFrameMkLst>
            <pc:docMk/>
            <pc:sldMk cId="1395011797" sldId="293"/>
            <ac:graphicFrameMk id="5" creationId="{F51CF067-5013-0D56-85AA-784349EAB8FF}"/>
          </ac:graphicFrameMkLst>
        </pc:graphicFrameChg>
      </pc:sldChg>
      <pc:sldChg chg="addSp modSp new del mod">
        <pc:chgData name="昇汰 三輪" userId="ce91b2adc13b8b7b" providerId="LiveId" clId="{5FC1FB71-A051-4E0E-AB97-712272489FA9}" dt="2025-07-21T15:44:57.939" v="23042" actId="47"/>
        <pc:sldMkLst>
          <pc:docMk/>
          <pc:sldMk cId="719740371" sldId="294"/>
        </pc:sldMkLst>
      </pc:sldChg>
      <pc:sldChg chg="modSp new del mod">
        <pc:chgData name="昇汰 三輪" userId="ce91b2adc13b8b7b" providerId="LiveId" clId="{5FC1FB71-A051-4E0E-AB97-712272489FA9}" dt="2025-07-21T22:18:25.406" v="24472" actId="47"/>
        <pc:sldMkLst>
          <pc:docMk/>
          <pc:sldMk cId="2477780113" sldId="295"/>
        </pc:sldMkLst>
      </pc:sldChg>
      <pc:sldChg chg="modSp new del mod">
        <pc:chgData name="昇汰 三輪" userId="ce91b2adc13b8b7b" providerId="LiveId" clId="{5FC1FB71-A051-4E0E-AB97-712272489FA9}" dt="2025-07-22T00:19:54.885" v="26481" actId="47"/>
        <pc:sldMkLst>
          <pc:docMk/>
          <pc:sldMk cId="351160712" sldId="296"/>
        </pc:sldMkLst>
        <pc:spChg chg="mod">
          <ac:chgData name="昇汰 三輪" userId="ce91b2adc13b8b7b" providerId="LiveId" clId="{5FC1FB71-A051-4E0E-AB97-712272489FA9}" dt="2025-07-22T00:18:10.051" v="26460" actId="20577"/>
          <ac:spMkLst>
            <pc:docMk/>
            <pc:sldMk cId="351160712" sldId="296"/>
            <ac:spMk id="3" creationId="{B619ECD4-DC3C-B5C8-4B82-F9BB642E7FB4}"/>
          </ac:spMkLst>
        </pc:spChg>
      </pc:sldChg>
      <pc:sldChg chg="modSp new del mod">
        <pc:chgData name="昇汰 三輪" userId="ce91b2adc13b8b7b" providerId="LiveId" clId="{5FC1FB71-A051-4E0E-AB97-712272489FA9}" dt="2025-07-22T00:20:01.250" v="26482" actId="47"/>
        <pc:sldMkLst>
          <pc:docMk/>
          <pc:sldMk cId="3989346390" sldId="297"/>
        </pc:sldMkLst>
        <pc:spChg chg="mod">
          <ac:chgData name="昇汰 三輪" userId="ce91b2adc13b8b7b" providerId="LiveId" clId="{5FC1FB71-A051-4E0E-AB97-712272489FA9}" dt="2025-07-22T00:18:45.695" v="26478" actId="20577"/>
          <ac:spMkLst>
            <pc:docMk/>
            <pc:sldMk cId="3989346390" sldId="297"/>
            <ac:spMk id="3" creationId="{06FB686C-669A-2651-9369-4AD7F500753F}"/>
          </ac:spMkLst>
        </pc:spChg>
      </pc:sldChg>
      <pc:sldChg chg="modSp new del mod">
        <pc:chgData name="昇汰 三輪" userId="ce91b2adc13b8b7b" providerId="LiveId" clId="{5FC1FB71-A051-4E0E-AB97-712272489FA9}" dt="2025-07-22T00:19:52.696" v="26480" actId="47"/>
        <pc:sldMkLst>
          <pc:docMk/>
          <pc:sldMk cId="2314731359" sldId="298"/>
        </pc:sldMkLst>
      </pc:sldChg>
      <pc:sldChg chg="modSp new del mod">
        <pc:chgData name="昇汰 三輪" userId="ce91b2adc13b8b7b" providerId="LiveId" clId="{5FC1FB71-A051-4E0E-AB97-712272489FA9}" dt="2025-07-22T00:20:03.722" v="26483" actId="47"/>
        <pc:sldMkLst>
          <pc:docMk/>
          <pc:sldMk cId="2182117285" sldId="299"/>
        </pc:sldMkLst>
      </pc:sldChg>
      <pc:sldChg chg="addSp modSp new del mod">
        <pc:chgData name="昇汰 三輪" userId="ce91b2adc13b8b7b" providerId="LiveId" clId="{5FC1FB71-A051-4E0E-AB97-712272489FA9}" dt="2025-07-22T00:19:22.254" v="26479" actId="47"/>
        <pc:sldMkLst>
          <pc:docMk/>
          <pc:sldMk cId="3052816317" sldId="300"/>
        </pc:sldMkLst>
      </pc:sldChg>
      <pc:sldChg chg="modSp new mod">
        <pc:chgData name="昇汰 三輪" userId="ce91b2adc13b8b7b" providerId="LiveId" clId="{5FC1FB71-A051-4E0E-AB97-712272489FA9}" dt="2025-07-22T01:26:54.617" v="27583"/>
        <pc:sldMkLst>
          <pc:docMk/>
          <pc:sldMk cId="2141325863" sldId="301"/>
        </pc:sldMkLst>
        <pc:spChg chg="mod">
          <ac:chgData name="昇汰 三輪" userId="ce91b2adc13b8b7b" providerId="LiveId" clId="{5FC1FB71-A051-4E0E-AB97-712272489FA9}" dt="2025-07-22T01:26:54.617" v="27583"/>
          <ac:spMkLst>
            <pc:docMk/>
            <pc:sldMk cId="2141325863" sldId="301"/>
            <ac:spMk id="2" creationId="{D8E5253D-BCD6-8458-9B83-55E9D14A3C87}"/>
          </ac:spMkLst>
        </pc:spChg>
        <pc:spChg chg="mod">
          <ac:chgData name="昇汰 三輪" userId="ce91b2adc13b8b7b" providerId="LiveId" clId="{5FC1FB71-A051-4E0E-AB97-712272489FA9}" dt="2025-07-22T01:26:54.617" v="27583"/>
          <ac:spMkLst>
            <pc:docMk/>
            <pc:sldMk cId="2141325863" sldId="301"/>
            <ac:spMk id="3" creationId="{4C195B2B-5BBA-9E26-D46B-EFE30E2826E7}"/>
          </ac:spMkLst>
        </pc:spChg>
        <pc:spChg chg="mod">
          <ac:chgData name="昇汰 三輪" userId="ce91b2adc13b8b7b" providerId="LiveId" clId="{5FC1FB71-A051-4E0E-AB97-712272489FA9}" dt="2025-07-22T01:26:54.617" v="27583"/>
          <ac:spMkLst>
            <pc:docMk/>
            <pc:sldMk cId="2141325863" sldId="301"/>
            <ac:spMk id="4" creationId="{D27F16F2-7ADE-5E23-8466-70235657132D}"/>
          </ac:spMkLst>
        </pc:spChg>
      </pc:sldChg>
      <pc:sldChg chg="modSp new mod ord">
        <pc:chgData name="昇汰 三輪" userId="ce91b2adc13b8b7b" providerId="LiveId" clId="{5FC1FB71-A051-4E0E-AB97-712272489FA9}" dt="2025-07-22T03:42:34.519" v="29512" actId="14100"/>
        <pc:sldMkLst>
          <pc:docMk/>
          <pc:sldMk cId="2002735758" sldId="302"/>
        </pc:sldMkLst>
        <pc:spChg chg="mod">
          <ac:chgData name="昇汰 三輪" userId="ce91b2adc13b8b7b" providerId="LiveId" clId="{5FC1FB71-A051-4E0E-AB97-712272489FA9}" dt="2025-07-22T01:26:54.617" v="27583"/>
          <ac:spMkLst>
            <pc:docMk/>
            <pc:sldMk cId="2002735758" sldId="302"/>
            <ac:spMk id="2" creationId="{26EC8DA3-9A8F-61A5-BD9D-5FC6ED4CF243}"/>
          </ac:spMkLst>
        </pc:spChg>
        <pc:spChg chg="mod">
          <ac:chgData name="昇汰 三輪" userId="ce91b2adc13b8b7b" providerId="LiveId" clId="{5FC1FB71-A051-4E0E-AB97-712272489FA9}" dt="2025-07-22T03:42:34.519" v="29512" actId="14100"/>
          <ac:spMkLst>
            <pc:docMk/>
            <pc:sldMk cId="2002735758" sldId="302"/>
            <ac:spMk id="3" creationId="{A3E4569A-792C-2CBC-DD88-2A752A5C60D6}"/>
          </ac:spMkLst>
        </pc:spChg>
        <pc:spChg chg="mod">
          <ac:chgData name="昇汰 三輪" userId="ce91b2adc13b8b7b" providerId="LiveId" clId="{5FC1FB71-A051-4E0E-AB97-712272489FA9}" dt="2025-07-22T01:26:54.617" v="27583"/>
          <ac:spMkLst>
            <pc:docMk/>
            <pc:sldMk cId="2002735758" sldId="302"/>
            <ac:spMk id="4" creationId="{4E60EE3C-0251-6416-43C3-ABEC618622D3}"/>
          </ac:spMkLst>
        </pc:spChg>
      </pc:sldChg>
      <pc:sldChg chg="addSp delSp modSp new mod">
        <pc:chgData name="昇汰 三輪" userId="ce91b2adc13b8b7b" providerId="LiveId" clId="{5FC1FB71-A051-4E0E-AB97-712272489FA9}" dt="2025-07-22T03:45:39.664" v="29650" actId="20577"/>
        <pc:sldMkLst>
          <pc:docMk/>
          <pc:sldMk cId="2899108207" sldId="303"/>
        </pc:sldMkLst>
        <pc:spChg chg="mod">
          <ac:chgData name="昇汰 三輪" userId="ce91b2adc13b8b7b" providerId="LiveId" clId="{5FC1FB71-A051-4E0E-AB97-712272489FA9}" dt="2025-07-22T03:44:33.906" v="29549" actId="20577"/>
          <ac:spMkLst>
            <pc:docMk/>
            <pc:sldMk cId="2899108207" sldId="303"/>
            <ac:spMk id="2" creationId="{6ED17100-23D7-4C45-97FF-2957201E52B8}"/>
          </ac:spMkLst>
        </pc:spChg>
        <pc:spChg chg="del">
          <ac:chgData name="昇汰 三輪" userId="ce91b2adc13b8b7b" providerId="LiveId" clId="{5FC1FB71-A051-4E0E-AB97-712272489FA9}" dt="2025-07-21T19:32:05.915" v="23116" actId="3680"/>
          <ac:spMkLst>
            <pc:docMk/>
            <pc:sldMk cId="2899108207" sldId="303"/>
            <ac:spMk id="3" creationId="{6D1E1259-510E-A593-414B-A07F54E976FA}"/>
          </ac:spMkLst>
        </pc:spChg>
        <pc:spChg chg="mod">
          <ac:chgData name="昇汰 三輪" userId="ce91b2adc13b8b7b" providerId="LiveId" clId="{5FC1FB71-A051-4E0E-AB97-712272489FA9}" dt="2025-07-22T01:26:54.617" v="27583"/>
          <ac:spMkLst>
            <pc:docMk/>
            <pc:sldMk cId="2899108207" sldId="303"/>
            <ac:spMk id="4" creationId="{D6336D8F-F53D-2B01-111E-40ABD69C4783}"/>
          </ac:spMkLst>
        </pc:spChg>
        <pc:graphicFrameChg chg="add mod ord modGraphic">
          <ac:chgData name="昇汰 三輪" userId="ce91b2adc13b8b7b" providerId="LiveId" clId="{5FC1FB71-A051-4E0E-AB97-712272489FA9}" dt="2025-07-22T03:45:39.664" v="29650" actId="20577"/>
          <ac:graphicFrameMkLst>
            <pc:docMk/>
            <pc:sldMk cId="2899108207" sldId="303"/>
            <ac:graphicFrameMk id="5" creationId="{5B4DEA81-C878-CE55-2F4F-AC9DD09B8D47}"/>
          </ac:graphicFrameMkLst>
        </pc:graphicFrameChg>
      </pc:sldChg>
      <pc:sldChg chg="addSp delSp modSp new mod">
        <pc:chgData name="昇汰 三輪" userId="ce91b2adc13b8b7b" providerId="LiveId" clId="{5FC1FB71-A051-4E0E-AB97-712272489FA9}" dt="2025-07-22T02:42:32.061" v="28190" actId="20577"/>
        <pc:sldMkLst>
          <pc:docMk/>
          <pc:sldMk cId="147186000" sldId="304"/>
        </pc:sldMkLst>
        <pc:spChg chg="mod">
          <ac:chgData name="昇汰 三輪" userId="ce91b2adc13b8b7b" providerId="LiveId" clId="{5FC1FB71-A051-4E0E-AB97-712272489FA9}" dt="2025-07-22T01:26:54.617" v="27583"/>
          <ac:spMkLst>
            <pc:docMk/>
            <pc:sldMk cId="147186000" sldId="304"/>
            <ac:spMk id="2" creationId="{52ECB698-37E9-F6B8-8017-20079214FED3}"/>
          </ac:spMkLst>
        </pc:spChg>
        <pc:spChg chg="del mod">
          <ac:chgData name="昇汰 三輪" userId="ce91b2adc13b8b7b" providerId="LiveId" clId="{5FC1FB71-A051-4E0E-AB97-712272489FA9}" dt="2025-07-21T23:21:30.027" v="25482" actId="478"/>
          <ac:spMkLst>
            <pc:docMk/>
            <pc:sldMk cId="147186000" sldId="304"/>
            <ac:spMk id="3" creationId="{56C1D7E2-D288-9858-AEAD-1E75AB43AA7B}"/>
          </ac:spMkLst>
        </pc:spChg>
        <pc:spChg chg="mod">
          <ac:chgData name="昇汰 三輪" userId="ce91b2adc13b8b7b" providerId="LiveId" clId="{5FC1FB71-A051-4E0E-AB97-712272489FA9}" dt="2025-07-22T01:26:54.617" v="27583"/>
          <ac:spMkLst>
            <pc:docMk/>
            <pc:sldMk cId="147186000" sldId="304"/>
            <ac:spMk id="4" creationId="{CC92D1C4-3788-6826-7339-A5BE7482F82D}"/>
          </ac:spMkLst>
        </pc:spChg>
        <pc:spChg chg="add mod">
          <ac:chgData name="昇汰 三輪" userId="ce91b2adc13b8b7b" providerId="LiveId" clId="{5FC1FB71-A051-4E0E-AB97-712272489FA9}" dt="2025-07-21T23:24:57.288" v="25542" actId="113"/>
          <ac:spMkLst>
            <pc:docMk/>
            <pc:sldMk cId="147186000" sldId="304"/>
            <ac:spMk id="5" creationId="{D304542F-AC33-3649-98EF-FB22338D14EA}"/>
          </ac:spMkLst>
        </pc:spChg>
        <pc:spChg chg="add mod">
          <ac:chgData name="昇汰 三輪" userId="ce91b2adc13b8b7b" providerId="LiveId" clId="{5FC1FB71-A051-4E0E-AB97-712272489FA9}" dt="2025-07-22T00:17:11.749" v="26457" actId="113"/>
          <ac:spMkLst>
            <pc:docMk/>
            <pc:sldMk cId="147186000" sldId="304"/>
            <ac:spMk id="6" creationId="{F1419EF3-A658-EA7C-1BE2-E17624C81990}"/>
          </ac:spMkLst>
        </pc:spChg>
        <pc:spChg chg="add mod">
          <ac:chgData name="昇汰 三輪" userId="ce91b2adc13b8b7b" providerId="LiveId" clId="{5FC1FB71-A051-4E0E-AB97-712272489FA9}" dt="2025-07-22T01:01:22.185" v="27079" actId="20577"/>
          <ac:spMkLst>
            <pc:docMk/>
            <pc:sldMk cId="147186000" sldId="304"/>
            <ac:spMk id="7" creationId="{18EA69B2-79B5-FB66-F86A-CB532ED5C950}"/>
          </ac:spMkLst>
        </pc:spChg>
        <pc:spChg chg="add mod">
          <ac:chgData name="昇汰 三輪" userId="ce91b2adc13b8b7b" providerId="LiveId" clId="{5FC1FB71-A051-4E0E-AB97-712272489FA9}" dt="2025-07-22T00:56:15.434" v="27066" actId="20577"/>
          <ac:spMkLst>
            <pc:docMk/>
            <pc:sldMk cId="147186000" sldId="304"/>
            <ac:spMk id="8" creationId="{E9F40626-0B32-B321-E83A-630F01922395}"/>
          </ac:spMkLst>
        </pc:spChg>
        <pc:spChg chg="add mod">
          <ac:chgData name="昇汰 三輪" userId="ce91b2adc13b8b7b" providerId="LiveId" clId="{5FC1FB71-A051-4E0E-AB97-712272489FA9}" dt="2025-07-22T01:01:31.464" v="27080" actId="1076"/>
          <ac:spMkLst>
            <pc:docMk/>
            <pc:sldMk cId="147186000" sldId="304"/>
            <ac:spMk id="9" creationId="{0A1C0774-94C3-86E1-7C60-130E053C4154}"/>
          </ac:spMkLst>
        </pc:spChg>
        <pc:spChg chg="add mod">
          <ac:chgData name="昇汰 三輪" userId="ce91b2adc13b8b7b" providerId="LiveId" clId="{5FC1FB71-A051-4E0E-AB97-712272489FA9}" dt="2025-07-22T00:17:18.614" v="26459" actId="1076"/>
          <ac:spMkLst>
            <pc:docMk/>
            <pc:sldMk cId="147186000" sldId="304"/>
            <ac:spMk id="10" creationId="{4ED822EA-F037-320D-F9FF-52650341F98C}"/>
          </ac:spMkLst>
        </pc:spChg>
        <pc:spChg chg="add mod">
          <ac:chgData name="昇汰 三輪" userId="ce91b2adc13b8b7b" providerId="LiveId" clId="{5FC1FB71-A051-4E0E-AB97-712272489FA9}" dt="2025-07-22T02:42:32.061" v="28190" actId="20577"/>
          <ac:spMkLst>
            <pc:docMk/>
            <pc:sldMk cId="147186000" sldId="304"/>
            <ac:spMk id="11" creationId="{18860A87-1BB0-3C5D-EA55-135F98D395F3}"/>
          </ac:spMkLst>
        </pc:spChg>
        <pc:spChg chg="add mod">
          <ac:chgData name="昇汰 三輪" userId="ce91b2adc13b8b7b" providerId="LiveId" clId="{5FC1FB71-A051-4E0E-AB97-712272489FA9}" dt="2025-07-21T23:25:39.229" v="25550" actId="113"/>
          <ac:spMkLst>
            <pc:docMk/>
            <pc:sldMk cId="147186000" sldId="304"/>
            <ac:spMk id="12" creationId="{E7CBF142-F669-B5A8-A9D0-B0D42E643699}"/>
          </ac:spMkLst>
        </pc:spChg>
        <pc:spChg chg="add mod">
          <ac:chgData name="昇汰 三輪" userId="ce91b2adc13b8b7b" providerId="LiveId" clId="{5FC1FB71-A051-4E0E-AB97-712272489FA9}" dt="2025-07-22T00:57:30.871" v="27078" actId="20577"/>
          <ac:spMkLst>
            <pc:docMk/>
            <pc:sldMk cId="147186000" sldId="304"/>
            <ac:spMk id="13" creationId="{F820D681-8154-F2FE-6F21-0259319DFAB7}"/>
          </ac:spMkLst>
        </pc:spChg>
        <pc:cxnChg chg="add mod">
          <ac:chgData name="昇汰 三輪" userId="ce91b2adc13b8b7b" providerId="LiveId" clId="{5FC1FB71-A051-4E0E-AB97-712272489FA9}" dt="2025-07-22T00:17:06.220" v="26456" actId="14100"/>
          <ac:cxnSpMkLst>
            <pc:docMk/>
            <pc:sldMk cId="147186000" sldId="304"/>
            <ac:cxnSpMk id="15" creationId="{6ADEE974-5073-BD5B-168E-EB0FC757DE53}"/>
          </ac:cxnSpMkLst>
        </pc:cxnChg>
        <pc:cxnChg chg="add mod">
          <ac:chgData name="昇汰 三輪" userId="ce91b2adc13b8b7b" providerId="LiveId" clId="{5FC1FB71-A051-4E0E-AB97-712272489FA9}" dt="2025-07-21T23:25:05.042" v="25543" actId="1076"/>
          <ac:cxnSpMkLst>
            <pc:docMk/>
            <pc:sldMk cId="147186000" sldId="304"/>
            <ac:cxnSpMk id="17" creationId="{873A791A-BE10-C030-B6B5-113392A75AF3}"/>
          </ac:cxnSpMkLst>
        </pc:cxnChg>
        <pc:cxnChg chg="add mod">
          <ac:chgData name="昇汰 三輪" userId="ce91b2adc13b8b7b" providerId="LiveId" clId="{5FC1FB71-A051-4E0E-AB97-712272489FA9}" dt="2025-07-22T00:17:06.220" v="26456" actId="14100"/>
          <ac:cxnSpMkLst>
            <pc:docMk/>
            <pc:sldMk cId="147186000" sldId="304"/>
            <ac:cxnSpMk id="19" creationId="{E02A2367-08F9-6848-725A-475F695DEF0C}"/>
          </ac:cxnSpMkLst>
        </pc:cxnChg>
        <pc:cxnChg chg="add mod">
          <ac:chgData name="昇汰 三輪" userId="ce91b2adc13b8b7b" providerId="LiveId" clId="{5FC1FB71-A051-4E0E-AB97-712272489FA9}" dt="2025-07-21T23:25:05.042" v="25543" actId="1076"/>
          <ac:cxnSpMkLst>
            <pc:docMk/>
            <pc:sldMk cId="147186000" sldId="304"/>
            <ac:cxnSpMk id="21" creationId="{400B7862-2189-C6F5-3FAC-6528E0727AA4}"/>
          </ac:cxnSpMkLst>
        </pc:cxnChg>
        <pc:cxnChg chg="add mod">
          <ac:chgData name="昇汰 三輪" userId="ce91b2adc13b8b7b" providerId="LiveId" clId="{5FC1FB71-A051-4E0E-AB97-712272489FA9}" dt="2025-07-22T01:01:31.464" v="27080" actId="1076"/>
          <ac:cxnSpMkLst>
            <pc:docMk/>
            <pc:sldMk cId="147186000" sldId="304"/>
            <ac:cxnSpMk id="31" creationId="{97B817AF-F7D0-A4B8-8CE2-532170CB4BA6}"/>
          </ac:cxnSpMkLst>
        </pc:cxnChg>
        <pc:cxnChg chg="add mod">
          <ac:chgData name="昇汰 三輪" userId="ce91b2adc13b8b7b" providerId="LiveId" clId="{5FC1FB71-A051-4E0E-AB97-712272489FA9}" dt="2025-07-22T01:01:31.464" v="27080" actId="1076"/>
          <ac:cxnSpMkLst>
            <pc:docMk/>
            <pc:sldMk cId="147186000" sldId="304"/>
            <ac:cxnSpMk id="34" creationId="{49A24C5B-B64C-F01D-8294-360C1DF0EBBE}"/>
          </ac:cxnSpMkLst>
        </pc:cxnChg>
      </pc:sldChg>
      <pc:sldChg chg="addSp delSp modSp new mod">
        <pc:chgData name="昇汰 三輪" userId="ce91b2adc13b8b7b" providerId="LiveId" clId="{5FC1FB71-A051-4E0E-AB97-712272489FA9}" dt="2025-07-22T03:42:01.599" v="29493" actId="20577"/>
        <pc:sldMkLst>
          <pc:docMk/>
          <pc:sldMk cId="2135217274" sldId="305"/>
        </pc:sldMkLst>
        <pc:spChg chg="mod">
          <ac:chgData name="昇汰 三輪" userId="ce91b2adc13b8b7b" providerId="LiveId" clId="{5FC1FB71-A051-4E0E-AB97-712272489FA9}" dt="2025-07-22T01:26:54.617" v="27583"/>
          <ac:spMkLst>
            <pc:docMk/>
            <pc:sldMk cId="2135217274" sldId="305"/>
            <ac:spMk id="2" creationId="{AB49084A-7D37-4849-472D-BFDCC84E2741}"/>
          </ac:spMkLst>
        </pc:spChg>
        <pc:spChg chg="del">
          <ac:chgData name="昇汰 三輪" userId="ce91b2adc13b8b7b" providerId="LiveId" clId="{5FC1FB71-A051-4E0E-AB97-712272489FA9}" dt="2025-07-21T23:29:33.931" v="25566" actId="3680"/>
          <ac:spMkLst>
            <pc:docMk/>
            <pc:sldMk cId="2135217274" sldId="305"/>
            <ac:spMk id="3" creationId="{4EFD9028-A206-4048-7B0F-0493F53CD10B}"/>
          </ac:spMkLst>
        </pc:spChg>
        <pc:spChg chg="mod">
          <ac:chgData name="昇汰 三輪" userId="ce91b2adc13b8b7b" providerId="LiveId" clId="{5FC1FB71-A051-4E0E-AB97-712272489FA9}" dt="2025-07-22T01:26:54.617" v="27583"/>
          <ac:spMkLst>
            <pc:docMk/>
            <pc:sldMk cId="2135217274" sldId="305"/>
            <ac:spMk id="4" creationId="{C4222022-8345-1457-671B-1266E619C96D}"/>
          </ac:spMkLst>
        </pc:spChg>
        <pc:spChg chg="add mod">
          <ac:chgData name="昇汰 三輪" userId="ce91b2adc13b8b7b" providerId="LiveId" clId="{5FC1FB71-A051-4E0E-AB97-712272489FA9}" dt="2025-07-22T03:42:01.599" v="29493" actId="20577"/>
          <ac:spMkLst>
            <pc:docMk/>
            <pc:sldMk cId="2135217274" sldId="305"/>
            <ac:spMk id="6" creationId="{862248D1-0F60-98AB-9C23-CC59B2CBE3F2}"/>
          </ac:spMkLst>
        </pc:spChg>
        <pc:spChg chg="add mod">
          <ac:chgData name="昇汰 三輪" userId="ce91b2adc13b8b7b" providerId="LiveId" clId="{5FC1FB71-A051-4E0E-AB97-712272489FA9}" dt="2025-07-22T03:32:01.536" v="29081" actId="1076"/>
          <ac:spMkLst>
            <pc:docMk/>
            <pc:sldMk cId="2135217274" sldId="305"/>
            <ac:spMk id="7" creationId="{AB9CF7F4-1FAB-4B0F-985A-9502BF3CEDC3}"/>
          </ac:spMkLst>
        </pc:spChg>
        <pc:spChg chg="add del mod">
          <ac:chgData name="昇汰 三輪" userId="ce91b2adc13b8b7b" providerId="LiveId" clId="{5FC1FB71-A051-4E0E-AB97-712272489FA9}" dt="2025-07-22T03:18:19.137" v="28673" actId="478"/>
          <ac:spMkLst>
            <pc:docMk/>
            <pc:sldMk cId="2135217274" sldId="305"/>
            <ac:spMk id="10" creationId="{4DE3754D-CB09-72F3-CD13-A2883A13C897}"/>
          </ac:spMkLst>
        </pc:spChg>
        <pc:graphicFrameChg chg="add del mod ord modGraphic">
          <ac:chgData name="昇汰 三輪" userId="ce91b2adc13b8b7b" providerId="LiveId" clId="{5FC1FB71-A051-4E0E-AB97-712272489FA9}" dt="2025-07-22T03:18:05.930" v="28672" actId="478"/>
          <ac:graphicFrameMkLst>
            <pc:docMk/>
            <pc:sldMk cId="2135217274" sldId="305"/>
            <ac:graphicFrameMk id="5" creationId="{EB3A7084-396A-0F2F-9FC9-349FA399B552}"/>
          </ac:graphicFrameMkLst>
        </pc:graphicFrameChg>
        <pc:graphicFrameChg chg="add del mod modGraphic">
          <ac:chgData name="昇汰 三輪" userId="ce91b2adc13b8b7b" providerId="LiveId" clId="{5FC1FB71-A051-4E0E-AB97-712272489FA9}" dt="2025-07-22T03:32:05.589" v="29082" actId="1076"/>
          <ac:graphicFrameMkLst>
            <pc:docMk/>
            <pc:sldMk cId="2135217274" sldId="305"/>
            <ac:graphicFrameMk id="8" creationId="{9B2A3E5D-82F8-33A4-013C-D029681DFF00}"/>
          </ac:graphicFrameMkLst>
        </pc:graphicFrameChg>
      </pc:sldChg>
      <pc:sldChg chg="addSp delSp modSp new del mod setBg addAnim delAnim">
        <pc:chgData name="昇汰 三輪" userId="ce91b2adc13b8b7b" providerId="LiveId" clId="{5FC1FB71-A051-4E0E-AB97-712272489FA9}" dt="2025-07-22T01:27:47.293" v="27587" actId="47"/>
        <pc:sldMkLst>
          <pc:docMk/>
          <pc:sldMk cId="3214709598" sldId="306"/>
        </pc:sldMkLst>
        <pc:spChg chg="mod">
          <ac:chgData name="昇汰 三輪" userId="ce91b2adc13b8b7b" providerId="LiveId" clId="{5FC1FB71-A051-4E0E-AB97-712272489FA9}" dt="2025-07-22T01:27:09.472" v="27586" actId="1076"/>
          <ac:spMkLst>
            <pc:docMk/>
            <pc:sldMk cId="3214709598" sldId="306"/>
            <ac:spMk id="2" creationId="{95657E81-5E2C-4E5E-6570-47C8E6E79EDD}"/>
          </ac:spMkLst>
        </pc:spChg>
        <pc:spChg chg="del">
          <ac:chgData name="昇汰 三輪" userId="ce91b2adc13b8b7b" providerId="LiveId" clId="{5FC1FB71-A051-4E0E-AB97-712272489FA9}" dt="2025-07-22T01:26:04.476" v="27518" actId="478"/>
          <ac:spMkLst>
            <pc:docMk/>
            <pc:sldMk cId="3214709598" sldId="306"/>
            <ac:spMk id="3" creationId="{B91CC7C4-7C14-E184-A6D3-E1AF1B525CF5}"/>
          </ac:spMkLst>
        </pc:spChg>
        <pc:spChg chg="mod">
          <ac:chgData name="昇汰 三輪" userId="ce91b2adc13b8b7b" providerId="LiveId" clId="{5FC1FB71-A051-4E0E-AB97-712272489FA9}" dt="2025-07-22T01:27:04.855" v="27584" actId="26606"/>
          <ac:spMkLst>
            <pc:docMk/>
            <pc:sldMk cId="3214709598" sldId="306"/>
            <ac:spMk id="4" creationId="{0F03228A-EB6C-EFE0-21FB-4A03D9CB51C3}"/>
          </ac:spMkLst>
        </pc:spChg>
        <pc:spChg chg="add">
          <ac:chgData name="昇汰 三輪" userId="ce91b2adc13b8b7b" providerId="LiveId" clId="{5FC1FB71-A051-4E0E-AB97-712272489FA9}" dt="2025-07-22T01:27:04.855" v="27584" actId="26606"/>
          <ac:spMkLst>
            <pc:docMk/>
            <pc:sldMk cId="3214709598" sldId="306"/>
            <ac:spMk id="7" creationId="{8F9CBE3F-79A8-4F8F-88D9-DAD03D0D281F}"/>
          </ac:spMkLst>
        </pc:spChg>
        <pc:spChg chg="add">
          <ac:chgData name="昇汰 三輪" userId="ce91b2adc13b8b7b" providerId="LiveId" clId="{5FC1FB71-A051-4E0E-AB97-712272489FA9}" dt="2025-07-22T01:27:04.855" v="27584" actId="26606"/>
          <ac:spMkLst>
            <pc:docMk/>
            <pc:sldMk cId="3214709598" sldId="306"/>
            <ac:spMk id="8" creationId="{508BEF50-7B1E-49A4-BC19-5F4F1D755E64}"/>
          </ac:spMkLst>
        </pc:spChg>
        <pc:spChg chg="add del">
          <ac:chgData name="昇汰 三輪" userId="ce91b2adc13b8b7b" providerId="LiveId" clId="{5FC1FB71-A051-4E0E-AB97-712272489FA9}" dt="2025-07-22T01:26:53.889" v="27581" actId="26606"/>
          <ac:spMkLst>
            <pc:docMk/>
            <pc:sldMk cId="3214709598" sldId="306"/>
            <ac:spMk id="9" creationId="{BE194971-2F2D-44B0-8AE6-FF2DCCEE0A96}"/>
          </ac:spMkLst>
        </pc:spChg>
        <pc:spChg chg="add">
          <ac:chgData name="昇汰 三輪" userId="ce91b2adc13b8b7b" providerId="LiveId" clId="{5FC1FB71-A051-4E0E-AB97-712272489FA9}" dt="2025-07-22T01:27:04.855" v="27584" actId="26606"/>
          <ac:spMkLst>
            <pc:docMk/>
            <pc:sldMk cId="3214709598" sldId="306"/>
            <ac:spMk id="10" creationId="{C5CB530E-515E-412C-9DF1-5F8FFBD6F383}"/>
          </ac:spMkLst>
        </pc:spChg>
        <pc:spChg chg="add del">
          <ac:chgData name="昇汰 三輪" userId="ce91b2adc13b8b7b" providerId="LiveId" clId="{5FC1FB71-A051-4E0E-AB97-712272489FA9}" dt="2025-07-22T01:26:53.889" v="27581" actId="26606"/>
          <ac:spMkLst>
            <pc:docMk/>
            <pc:sldMk cId="3214709598" sldId="306"/>
            <ac:spMk id="11" creationId="{1FF9A61E-EB11-4C46-82E1-3E00A3B4B4D6}"/>
          </ac:spMkLst>
        </pc:spChg>
        <pc:spChg chg="add">
          <ac:chgData name="昇汰 三輪" userId="ce91b2adc13b8b7b" providerId="LiveId" clId="{5FC1FB71-A051-4E0E-AB97-712272489FA9}" dt="2025-07-22T01:27:04.855" v="27584" actId="26606"/>
          <ac:spMkLst>
            <pc:docMk/>
            <pc:sldMk cId="3214709598" sldId="306"/>
            <ac:spMk id="12" creationId="{AEA7509D-F04F-40CB-A0B3-EEF16499CC9F}"/>
          </ac:spMkLst>
        </pc:spChg>
        <pc:spChg chg="add del">
          <ac:chgData name="昇汰 三輪" userId="ce91b2adc13b8b7b" providerId="LiveId" clId="{5FC1FB71-A051-4E0E-AB97-712272489FA9}" dt="2025-07-22T01:26:53.889" v="27581" actId="26606"/>
          <ac:spMkLst>
            <pc:docMk/>
            <pc:sldMk cId="3214709598" sldId="306"/>
            <ac:spMk id="15" creationId="{0BA28970-3E8F-46CD-A302-42EE83668B0A}"/>
          </ac:spMkLst>
        </pc:spChg>
        <pc:spChg chg="add">
          <ac:chgData name="昇汰 三輪" userId="ce91b2adc13b8b7b" providerId="LiveId" clId="{5FC1FB71-A051-4E0E-AB97-712272489FA9}" dt="2025-07-22T01:27:04.855" v="27584" actId="26606"/>
          <ac:spMkLst>
            <pc:docMk/>
            <pc:sldMk cId="3214709598" sldId="306"/>
            <ac:spMk id="19" creationId="{C39ADB8F-D187-49D7-BDCF-C1B6DC727068}"/>
          </ac:spMkLst>
        </pc:spChg>
        <pc:spChg chg="add">
          <ac:chgData name="昇汰 三輪" userId="ce91b2adc13b8b7b" providerId="LiveId" clId="{5FC1FB71-A051-4E0E-AB97-712272489FA9}" dt="2025-07-22T01:27:04.855" v="27584" actId="26606"/>
          <ac:spMkLst>
            <pc:docMk/>
            <pc:sldMk cId="3214709598" sldId="306"/>
            <ac:spMk id="21" creationId="{712D4376-A578-4FF1-94FC-245E7A6A489F}"/>
          </ac:spMkLst>
        </pc:spChg>
        <pc:spChg chg="add">
          <ac:chgData name="昇汰 三輪" userId="ce91b2adc13b8b7b" providerId="LiveId" clId="{5FC1FB71-A051-4E0E-AB97-712272489FA9}" dt="2025-07-22T01:27:04.855" v="27584" actId="26606"/>
          <ac:spMkLst>
            <pc:docMk/>
            <pc:sldMk cId="3214709598" sldId="306"/>
            <ac:spMk id="23" creationId="{3FBAD350-5664-4811-A208-657FB882D350}"/>
          </ac:spMkLst>
        </pc:spChg>
        <pc:cxnChg chg="add del">
          <ac:chgData name="昇汰 三輪" userId="ce91b2adc13b8b7b" providerId="LiveId" clId="{5FC1FB71-A051-4E0E-AB97-712272489FA9}" dt="2025-07-22T01:26:53.889" v="27581" actId="26606"/>
          <ac:cxnSpMkLst>
            <pc:docMk/>
            <pc:sldMk cId="3214709598" sldId="306"/>
            <ac:cxnSpMk id="13" creationId="{5E564EB3-35F2-4EFF-87DC-642DC020526D}"/>
          </ac:cxnSpMkLst>
        </pc:cxnChg>
        <pc:cxnChg chg="add del">
          <ac:chgData name="昇汰 三輪" userId="ce91b2adc13b8b7b" providerId="LiveId" clId="{5FC1FB71-A051-4E0E-AB97-712272489FA9}" dt="2025-07-22T01:26:53.889" v="27581" actId="26606"/>
          <ac:cxnSpMkLst>
            <pc:docMk/>
            <pc:sldMk cId="3214709598" sldId="306"/>
            <ac:cxnSpMk id="17" creationId="{47AE7893-212D-45CB-A5B0-AE377389AB3F}"/>
          </ac:cxnSpMkLst>
        </pc:cxnChg>
        <pc:cxnChg chg="add">
          <ac:chgData name="昇汰 三輪" userId="ce91b2adc13b8b7b" providerId="LiveId" clId="{5FC1FB71-A051-4E0E-AB97-712272489FA9}" dt="2025-07-22T01:27:04.855" v="27584" actId="26606"/>
          <ac:cxnSpMkLst>
            <pc:docMk/>
            <pc:sldMk cId="3214709598" sldId="306"/>
            <ac:cxnSpMk id="25" creationId="{56020367-4FD5-4596-8E10-C5F095CD8DBF}"/>
          </ac:cxnSpMkLst>
        </pc:cxnChg>
      </pc:sldChg>
      <pc:sldChg chg="delSp modSp new mod">
        <pc:chgData name="昇汰 三輪" userId="ce91b2adc13b8b7b" providerId="LiveId" clId="{5FC1FB71-A051-4E0E-AB97-712272489FA9}" dt="2025-07-22T01:34:12.336" v="27854" actId="1076"/>
        <pc:sldMkLst>
          <pc:docMk/>
          <pc:sldMk cId="3679703979" sldId="306"/>
        </pc:sldMkLst>
        <pc:spChg chg="mod">
          <ac:chgData name="昇汰 三輪" userId="ce91b2adc13b8b7b" providerId="LiveId" clId="{5FC1FB71-A051-4E0E-AB97-712272489FA9}" dt="2025-07-22T01:34:12.336" v="27854" actId="1076"/>
          <ac:spMkLst>
            <pc:docMk/>
            <pc:sldMk cId="3679703979" sldId="306"/>
            <ac:spMk id="2" creationId="{77DA4B58-8FF2-FC9A-4405-96617F23CA8D}"/>
          </ac:spMkLst>
        </pc:spChg>
        <pc:spChg chg="del">
          <ac:chgData name="昇汰 三輪" userId="ce91b2adc13b8b7b" providerId="LiveId" clId="{5FC1FB71-A051-4E0E-AB97-712272489FA9}" dt="2025-07-22T01:30:20.051" v="27659" actId="478"/>
          <ac:spMkLst>
            <pc:docMk/>
            <pc:sldMk cId="3679703979" sldId="306"/>
            <ac:spMk id="3" creationId="{06132A1C-1174-0505-0BEC-72AC91A66A1F}"/>
          </ac:spMkLst>
        </pc:spChg>
      </pc:sldChg>
      <pc:sldChg chg="delSp modSp new mod ord">
        <pc:chgData name="昇汰 三輪" userId="ce91b2adc13b8b7b" providerId="LiveId" clId="{5FC1FB71-A051-4E0E-AB97-712272489FA9}" dt="2025-07-22T03:49:06.470" v="29738" actId="20577"/>
        <pc:sldMkLst>
          <pc:docMk/>
          <pc:sldMk cId="1704469878" sldId="307"/>
        </pc:sldMkLst>
        <pc:spChg chg="del">
          <ac:chgData name="昇汰 三輪" userId="ce91b2adc13b8b7b" providerId="LiveId" clId="{5FC1FB71-A051-4E0E-AB97-712272489FA9}" dt="2025-07-22T03:25:32.992" v="28867" actId="478"/>
          <ac:spMkLst>
            <pc:docMk/>
            <pc:sldMk cId="1704469878" sldId="307"/>
            <ac:spMk id="2" creationId="{F386F81F-3C41-E936-7DE9-996BDBE9B712}"/>
          </ac:spMkLst>
        </pc:spChg>
        <pc:spChg chg="mod">
          <ac:chgData name="昇汰 三輪" userId="ce91b2adc13b8b7b" providerId="LiveId" clId="{5FC1FB71-A051-4E0E-AB97-712272489FA9}" dt="2025-07-22T03:49:06.470" v="29738" actId="20577"/>
          <ac:spMkLst>
            <pc:docMk/>
            <pc:sldMk cId="1704469878" sldId="307"/>
            <ac:spMk id="3" creationId="{878CB68A-2A72-4688-12E5-59228F2045ED}"/>
          </ac:spMkLst>
        </pc:spChg>
      </pc:sldChg>
      <pc:sldChg chg="modSp new mod">
        <pc:chgData name="昇汰 三輪" userId="ce91b2adc13b8b7b" providerId="LiveId" clId="{5FC1FB71-A051-4E0E-AB97-712272489FA9}" dt="2025-07-22T05:36:44.866" v="29778"/>
        <pc:sldMkLst>
          <pc:docMk/>
          <pc:sldMk cId="1043906072" sldId="308"/>
        </pc:sldMkLst>
        <pc:spChg chg="mod">
          <ac:chgData name="昇汰 三輪" userId="ce91b2adc13b8b7b" providerId="LiveId" clId="{5FC1FB71-A051-4E0E-AB97-712272489FA9}" dt="2025-07-22T05:35:27.397" v="29766" actId="20577"/>
          <ac:spMkLst>
            <pc:docMk/>
            <pc:sldMk cId="1043906072" sldId="308"/>
            <ac:spMk id="2" creationId="{F2007485-7026-9519-03A2-A16BAE702289}"/>
          </ac:spMkLst>
        </pc:spChg>
        <pc:spChg chg="mod">
          <ac:chgData name="昇汰 三輪" userId="ce91b2adc13b8b7b" providerId="LiveId" clId="{5FC1FB71-A051-4E0E-AB97-712272489FA9}" dt="2025-07-22T05:36:44.866" v="29778"/>
          <ac:spMkLst>
            <pc:docMk/>
            <pc:sldMk cId="1043906072" sldId="308"/>
            <ac:spMk id="3" creationId="{88380528-A06B-A112-399B-CF54561CCBC9}"/>
          </ac:spMkLst>
        </pc:spChg>
      </pc:sldChg>
      <pc:sldChg chg="modSp new mod">
        <pc:chgData name="昇汰 三輪" userId="ce91b2adc13b8b7b" providerId="LiveId" clId="{5FC1FB71-A051-4E0E-AB97-712272489FA9}" dt="2025-07-22T05:39:51.581" v="29823" actId="20577"/>
        <pc:sldMkLst>
          <pc:docMk/>
          <pc:sldMk cId="3545684583" sldId="309"/>
        </pc:sldMkLst>
        <pc:spChg chg="mod">
          <ac:chgData name="昇汰 三輪" userId="ce91b2adc13b8b7b" providerId="LiveId" clId="{5FC1FB71-A051-4E0E-AB97-712272489FA9}" dt="2025-07-22T05:38:27.967" v="29803" actId="20577"/>
          <ac:spMkLst>
            <pc:docMk/>
            <pc:sldMk cId="3545684583" sldId="309"/>
            <ac:spMk id="2" creationId="{7A217F57-088C-83D4-6F2A-AA2D9EE0FD34}"/>
          </ac:spMkLst>
        </pc:spChg>
        <pc:spChg chg="mod">
          <ac:chgData name="昇汰 三輪" userId="ce91b2adc13b8b7b" providerId="LiveId" clId="{5FC1FB71-A051-4E0E-AB97-712272489FA9}" dt="2025-07-22T05:39:51.581" v="29823" actId="20577"/>
          <ac:spMkLst>
            <pc:docMk/>
            <pc:sldMk cId="3545684583" sldId="309"/>
            <ac:spMk id="3" creationId="{F40CAD8F-B554-E46A-384A-979C3583C7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189518-7BDC-4EF2-BA07-E597FC3F5EA0}" type="datetimeFigureOut">
              <a:rPr kumimoji="1" lang="ja-JP" altLang="en-US" smtClean="0"/>
              <a:t>2025/11/7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C819-7384-4D0C-892B-5B4234F1FB04}" type="slidenum">
              <a:rPr kumimoji="1" lang="ja-JP" altLang="en-US" smtClean="0"/>
              <a:t>‹#›</a:t>
            </a:fld>
            <a:endParaRPr kumimoji="1" lang="ja-JP" altLang="en-US"/>
          </a:p>
        </p:txBody>
      </p:sp>
    </p:spTree>
    <p:extLst>
      <p:ext uri="{BB962C8B-B14F-4D97-AF65-F5344CB8AC3E}">
        <p14:creationId xmlns:p14="http://schemas.microsoft.com/office/powerpoint/2010/main" val="27125240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EC017EED-94F8-48BD-AD46-42CC091DFCD5}" type="datetime1">
              <a:rPr lang="en-US" altLang="ja-JP" smtClean="0"/>
              <a:t>11/7/2025</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70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9DAB9055-7364-4701-BD19-5946FD70A601}" type="datetime1">
              <a:rPr lang="en-US" altLang="ja-JP" smtClean="0"/>
              <a:t>11/7/2025</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69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3CA98758-20B1-499B-8141-454EB5136267}" type="datetime1">
              <a:rPr lang="en-US" altLang="ja-JP" smtClean="0"/>
              <a:t>11/7/2025</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43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505F8DC0-3FF3-456F-B845-1F95A740D5BA}" type="datetime1">
              <a:rPr lang="en-US" altLang="ja-JP" smtClean="0"/>
              <a:t>11/7/2025</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3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DBD26BD3-0DB2-4F5D-B55E-23D09E3B9D2C}" type="datetime1">
              <a:rPr lang="en-US" altLang="ja-JP" smtClean="0"/>
              <a:t>11/7/2025</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940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5A6843B8-C56B-4A4D-B246-717FE45E2163}" type="datetime1">
              <a:rPr lang="en-US" altLang="ja-JP" smtClean="0"/>
              <a:t>11/7/2025</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6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41C2B5C4-827B-4A60-8899-EBC8D1207273}" type="datetime1">
              <a:rPr lang="en-US" altLang="ja-JP" smtClean="0"/>
              <a:t>11/7/2025</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33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7368CA27-71E2-4445-B2A7-5B3A6F88CF78}" type="datetime1">
              <a:rPr lang="en-US" altLang="ja-JP" smtClean="0"/>
              <a:t>11/7/2025</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22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28E84A6-53AF-442C-AA27-75F8B8EA139D}" type="datetime1">
              <a:rPr lang="en-US" altLang="ja-JP" smtClean="0"/>
              <a:t>11/7/2025</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9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D1C6A50A-875F-4B78-B835-9A325647FF3E}" type="datetime1">
              <a:rPr lang="en-US" altLang="ja-JP" smtClean="0"/>
              <a:t>11/7/2025</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535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B3B8D614-06F2-4E43-9C71-B89E30245769}" type="datetime1">
              <a:rPr lang="en-US" altLang="ja-JP" smtClean="0"/>
              <a:t>11/7/2025</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50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250198D0-9CF8-4813-A053-00B2EAF8E379}" type="datetime1">
              <a:rPr lang="en-US" altLang="ja-JP" smtClean="0"/>
              <a:t>11/7/2025</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325319726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11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4" name="Picture 3">
            <a:extLst>
              <a:ext uri="{FF2B5EF4-FFF2-40B4-BE49-F238E27FC236}">
                <a16:creationId xmlns:a16="http://schemas.microsoft.com/office/drawing/2014/main" id="{D1991C1B-AA14-C6A8-77BE-AF69940D8906}"/>
              </a:ext>
            </a:extLst>
          </p:cNvPr>
          <p:cNvPicPr>
            <a:picLocks noChangeAspect="1"/>
          </p:cNvPicPr>
          <p:nvPr/>
        </p:nvPicPr>
        <p:blipFill>
          <a:blip r:embed="rId2">
            <a:duotone>
              <a:schemeClr val="accent1">
                <a:shade val="45000"/>
                <a:satMod val="135000"/>
              </a:schemeClr>
              <a:prstClr val="white"/>
            </a:duotone>
            <a:alphaModFix amt="35000"/>
          </a:blip>
          <a:srcRect b="15730"/>
          <a:stretch>
            <a:fillRect/>
          </a:stretch>
        </p:blipFill>
        <p:spPr>
          <a:xfrm>
            <a:off x="20" y="-8877"/>
            <a:ext cx="12191980" cy="6858000"/>
          </a:xfrm>
          <a:prstGeom prst="rect">
            <a:avLst/>
          </a:prstGeom>
        </p:spPr>
      </p:pic>
      <p:sp>
        <p:nvSpPr>
          <p:cNvPr id="2" name="タイトル 1">
            <a:extLst>
              <a:ext uri="{FF2B5EF4-FFF2-40B4-BE49-F238E27FC236}">
                <a16:creationId xmlns:a16="http://schemas.microsoft.com/office/drawing/2014/main" id="{0B561EC4-925D-3098-4683-C702208DDA23}"/>
              </a:ext>
            </a:extLst>
          </p:cNvPr>
          <p:cNvSpPr>
            <a:spLocks noGrp="1"/>
          </p:cNvSpPr>
          <p:nvPr>
            <p:ph type="ctrTitle"/>
          </p:nvPr>
        </p:nvSpPr>
        <p:spPr>
          <a:xfrm>
            <a:off x="1256275" y="2271449"/>
            <a:ext cx="9679449" cy="2847058"/>
          </a:xfrm>
        </p:spPr>
        <p:txBody>
          <a:bodyPr anchor="b">
            <a:normAutofit/>
          </a:bodyPr>
          <a:lstStyle/>
          <a:p>
            <a:r>
              <a:rPr kumimoji="1" lang="ja-JP" altLang="en-US" sz="7200" dirty="0">
                <a:solidFill>
                  <a:srgbClr val="FFFFFF"/>
                </a:solidFill>
              </a:rPr>
              <a:t>研究紹介</a:t>
            </a:r>
          </a:p>
        </p:txBody>
      </p:sp>
      <p:sp>
        <p:nvSpPr>
          <p:cNvPr id="3" name="字幕 2">
            <a:extLst>
              <a:ext uri="{FF2B5EF4-FFF2-40B4-BE49-F238E27FC236}">
                <a16:creationId xmlns:a16="http://schemas.microsoft.com/office/drawing/2014/main" id="{192DF71A-4D5A-C01D-C3AD-C999293F80D5}"/>
              </a:ext>
            </a:extLst>
          </p:cNvPr>
          <p:cNvSpPr>
            <a:spLocks noGrp="1"/>
          </p:cNvSpPr>
          <p:nvPr>
            <p:ph type="subTitle" idx="1"/>
          </p:nvPr>
        </p:nvSpPr>
        <p:spPr>
          <a:xfrm>
            <a:off x="1256275" y="5098254"/>
            <a:ext cx="9679449" cy="750259"/>
          </a:xfrm>
        </p:spPr>
        <p:txBody>
          <a:bodyPr anchor="ctr">
            <a:normAutofit/>
          </a:bodyPr>
          <a:lstStyle/>
          <a:p>
            <a:r>
              <a:rPr kumimoji="1" lang="en-US" altLang="ja-JP" dirty="0">
                <a:solidFill>
                  <a:srgbClr val="FFFFFF"/>
                </a:solidFill>
              </a:rPr>
              <a:t>Al21120</a:t>
            </a:r>
            <a:r>
              <a:rPr kumimoji="1" lang="ja-JP" altLang="en-US" dirty="0">
                <a:solidFill>
                  <a:srgbClr val="FFFFFF"/>
                </a:solidFill>
              </a:rPr>
              <a:t>　三輪昇汰　</a:t>
            </a:r>
            <a:r>
              <a:rPr kumimoji="1" lang="en-US" altLang="ja-JP">
                <a:solidFill>
                  <a:srgbClr val="FFFFFF"/>
                </a:solidFill>
              </a:rPr>
              <a:t>2025/07/22</a:t>
            </a:r>
            <a:endParaRPr kumimoji="1" lang="ja-JP" altLang="en-US" dirty="0">
              <a:solidFill>
                <a:srgbClr val="FFFFFF"/>
              </a:solidFill>
            </a:endParaRPr>
          </a:p>
        </p:txBody>
      </p:sp>
      <p:cxnSp>
        <p:nvCxnSpPr>
          <p:cNvPr id="13" name="Straight Connector 1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5"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7"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19"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5" name="スライド番号プレースホルダー 4">
            <a:extLst>
              <a:ext uri="{FF2B5EF4-FFF2-40B4-BE49-F238E27FC236}">
                <a16:creationId xmlns:a16="http://schemas.microsoft.com/office/drawing/2014/main" id="{034DA8EA-82B2-3730-9AA6-6984A4F2D2FB}"/>
              </a:ext>
            </a:extLst>
          </p:cNvPr>
          <p:cNvSpPr>
            <a:spLocks noGrp="1"/>
          </p:cNvSpPr>
          <p:nvPr>
            <p:ph type="sldNum" sz="quarter" idx="12"/>
          </p:nvPr>
        </p:nvSpPr>
        <p:spPr/>
        <p:txBody>
          <a:bodyPr/>
          <a:lstStyle/>
          <a:p>
            <a:fld id="{27CE633F-9882-4A5C-83A2-1109D0C73261}" type="slidenum">
              <a:rPr lang="en-US" smtClean="0"/>
              <a:t>1</a:t>
            </a:fld>
            <a:endParaRPr lang="en-US"/>
          </a:p>
        </p:txBody>
      </p:sp>
    </p:spTree>
    <p:extLst>
      <p:ext uri="{BB962C8B-B14F-4D97-AF65-F5344CB8AC3E}">
        <p14:creationId xmlns:p14="http://schemas.microsoft.com/office/powerpoint/2010/main" val="3730098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E5253D-BCD6-8458-9B83-55E9D14A3C87}"/>
              </a:ext>
            </a:extLst>
          </p:cNvPr>
          <p:cNvSpPr>
            <a:spLocks noGrp="1"/>
          </p:cNvSpPr>
          <p:nvPr>
            <p:ph type="title"/>
          </p:nvPr>
        </p:nvSpPr>
        <p:spPr/>
        <p:txBody>
          <a:bodyPr/>
          <a:lstStyle/>
          <a:p>
            <a:r>
              <a:rPr kumimoji="1" lang="ja-JP" altLang="en-US" dirty="0"/>
              <a:t>研究背景</a:t>
            </a:r>
          </a:p>
        </p:txBody>
      </p:sp>
      <p:sp>
        <p:nvSpPr>
          <p:cNvPr id="3" name="コンテンツ プレースホルダー 2">
            <a:extLst>
              <a:ext uri="{FF2B5EF4-FFF2-40B4-BE49-F238E27FC236}">
                <a16:creationId xmlns:a16="http://schemas.microsoft.com/office/drawing/2014/main" id="{4C195B2B-5BBA-9E26-D46B-EFE30E2826E7}"/>
              </a:ext>
            </a:extLst>
          </p:cNvPr>
          <p:cNvSpPr>
            <a:spLocks noGrp="1"/>
          </p:cNvSpPr>
          <p:nvPr>
            <p:ph idx="1"/>
          </p:nvPr>
        </p:nvSpPr>
        <p:spPr/>
        <p:txBody>
          <a:bodyPr/>
          <a:lstStyle/>
          <a:p>
            <a:pPr marL="0" indent="0">
              <a:buNone/>
            </a:pPr>
            <a:r>
              <a:rPr kumimoji="1" lang="ja-JP" altLang="en-US" dirty="0"/>
              <a:t>　インターネット上で動画配信を行う人が増加している</a:t>
            </a:r>
            <a:r>
              <a:rPr kumimoji="1" lang="en-US" altLang="ja-JP" dirty="0"/>
              <a:t>.</a:t>
            </a:r>
          </a:p>
          <a:p>
            <a:pPr marL="0" indent="0">
              <a:buNone/>
            </a:pPr>
            <a:r>
              <a:rPr kumimoji="1" lang="ja-JP" altLang="en-US" dirty="0"/>
              <a:t>その中では一時間を超える長時間のものもある。その配信を見やすくして提供する切り抜き動画などがあり</a:t>
            </a:r>
            <a:r>
              <a:rPr kumimoji="1" lang="en-US" altLang="ja-JP" dirty="0"/>
              <a:t>,</a:t>
            </a:r>
            <a:r>
              <a:rPr kumimoji="1" lang="ja-JP" altLang="en-US" dirty="0"/>
              <a:t>流行している</a:t>
            </a:r>
            <a:r>
              <a:rPr kumimoji="1" lang="en-US" altLang="ja-JP" dirty="0"/>
              <a:t>.</a:t>
            </a:r>
            <a:r>
              <a:rPr kumimoji="1" lang="ja-JP" altLang="en-US" dirty="0"/>
              <a:t> 　　　　　</a:t>
            </a:r>
            <a:endParaRPr kumimoji="1" lang="en-US" altLang="ja-JP" dirty="0"/>
          </a:p>
          <a:p>
            <a:pPr marL="0" indent="0">
              <a:buNone/>
            </a:pPr>
            <a:r>
              <a:rPr kumimoji="1" lang="ja-JP" altLang="en-US" dirty="0"/>
              <a:t>　数分程度の切り抜き動画や</a:t>
            </a:r>
            <a:r>
              <a:rPr kumimoji="1" lang="en-US" altLang="ja-JP" dirty="0"/>
              <a:t>Short </a:t>
            </a:r>
            <a:r>
              <a:rPr kumimoji="1" lang="ja-JP" altLang="en-US" dirty="0"/>
              <a:t>動画という </a:t>
            </a:r>
            <a:r>
              <a:rPr kumimoji="1" lang="en-US" altLang="ja-JP" dirty="0"/>
              <a:t>10~60 </a:t>
            </a:r>
            <a:r>
              <a:rPr kumimoji="1" lang="ja-JP" altLang="en-US" dirty="0"/>
              <a:t>秒ほどの短い動画の比率も上がってきている</a:t>
            </a:r>
            <a:r>
              <a:rPr kumimoji="1" lang="en-US" altLang="ja-JP" dirty="0"/>
              <a:t>.</a:t>
            </a:r>
            <a:r>
              <a:rPr kumimoji="1" lang="ja-JP" altLang="en-US" dirty="0"/>
              <a:t>その中で切り抜き動画を作る人は増えつつあるが</a:t>
            </a:r>
            <a:r>
              <a:rPr kumimoji="1" lang="en-US" altLang="ja-JP" dirty="0"/>
              <a:t>,</a:t>
            </a:r>
            <a:r>
              <a:rPr kumimoji="1" lang="ja-JP" altLang="en-US" dirty="0"/>
              <a:t>配信直後の切り抜きなどはまだ作られていない場合が多いため配信を見逃してすぐにその配信の面白い部分だけを見ることはできない</a:t>
            </a:r>
            <a:r>
              <a:rPr kumimoji="1"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D27F16F2-7ADE-5E23-8466-70235657132D}"/>
              </a:ext>
            </a:extLst>
          </p:cNvPr>
          <p:cNvSpPr>
            <a:spLocks noGrp="1"/>
          </p:cNvSpPr>
          <p:nvPr>
            <p:ph type="sldNum" sz="quarter"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214132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9D579E-A5BA-4923-1CB0-7C90D2A74AD1}"/>
              </a:ext>
            </a:extLst>
          </p:cNvPr>
          <p:cNvSpPr>
            <a:spLocks noGrp="1"/>
          </p:cNvSpPr>
          <p:nvPr>
            <p:ph type="title"/>
          </p:nvPr>
        </p:nvSpPr>
        <p:spPr/>
        <p:txBody>
          <a:bodyPr/>
          <a:lstStyle/>
          <a:p>
            <a:r>
              <a:rPr kumimoji="1" lang="ja-JP" altLang="en-US" dirty="0"/>
              <a:t>研究目的</a:t>
            </a:r>
          </a:p>
        </p:txBody>
      </p:sp>
      <p:sp>
        <p:nvSpPr>
          <p:cNvPr id="3" name="コンテンツ プレースホルダー 2">
            <a:extLst>
              <a:ext uri="{FF2B5EF4-FFF2-40B4-BE49-F238E27FC236}">
                <a16:creationId xmlns:a16="http://schemas.microsoft.com/office/drawing/2014/main" id="{CC90498D-6D45-2C99-A800-653CEE5E26BE}"/>
              </a:ext>
            </a:extLst>
          </p:cNvPr>
          <p:cNvSpPr>
            <a:spLocks noGrp="1"/>
          </p:cNvSpPr>
          <p:nvPr>
            <p:ph idx="1"/>
          </p:nvPr>
        </p:nvSpPr>
        <p:spPr/>
        <p:txBody>
          <a:bodyPr/>
          <a:lstStyle/>
          <a:p>
            <a:r>
              <a:rPr kumimoji="1" lang="ja-JP" altLang="en-US" dirty="0"/>
              <a:t>動画字幕をトピック分割し、視聴者コメントによる盛り上がり分析を行い、トピックを捉えた盛り上がりシーンを抽出する。</a:t>
            </a:r>
          </a:p>
        </p:txBody>
      </p:sp>
      <p:sp>
        <p:nvSpPr>
          <p:cNvPr id="4" name="スライド番号プレースホルダー 3">
            <a:extLst>
              <a:ext uri="{FF2B5EF4-FFF2-40B4-BE49-F238E27FC236}">
                <a16:creationId xmlns:a16="http://schemas.microsoft.com/office/drawing/2014/main" id="{F6D10F59-FA66-A52A-BDC4-E83F616981ED}"/>
              </a:ext>
            </a:extLst>
          </p:cNvPr>
          <p:cNvSpPr>
            <a:spLocks noGrp="1"/>
          </p:cNvSpPr>
          <p:nvPr>
            <p:ph type="sldNum" sz="quarter" idx="12"/>
          </p:nvPr>
        </p:nvSpPr>
        <p:spPr/>
        <p:txBody>
          <a:bodyPr/>
          <a:lstStyle/>
          <a:p>
            <a:fld id="{27CE633F-9882-4A5C-83A2-1109D0C73261}" type="slidenum">
              <a:rPr lang="en-US" smtClean="0"/>
              <a:t>3</a:t>
            </a:fld>
            <a:endParaRPr lang="en-US"/>
          </a:p>
        </p:txBody>
      </p:sp>
    </p:spTree>
    <p:extLst>
      <p:ext uri="{BB962C8B-B14F-4D97-AF65-F5344CB8AC3E}">
        <p14:creationId xmlns:p14="http://schemas.microsoft.com/office/powerpoint/2010/main" val="431577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217F57-088C-83D4-6F2A-AA2D9EE0FD34}"/>
              </a:ext>
            </a:extLst>
          </p:cNvPr>
          <p:cNvSpPr>
            <a:spLocks noGrp="1"/>
          </p:cNvSpPr>
          <p:nvPr>
            <p:ph type="title"/>
          </p:nvPr>
        </p:nvSpPr>
        <p:spPr/>
        <p:txBody>
          <a:bodyPr/>
          <a:lstStyle/>
          <a:p>
            <a:r>
              <a:rPr kumimoji="1" lang="ja-JP" altLang="en-US" dirty="0"/>
              <a:t>関連研究１</a:t>
            </a:r>
          </a:p>
        </p:txBody>
      </p:sp>
      <p:sp>
        <p:nvSpPr>
          <p:cNvPr id="3" name="コンテンツ プレースホルダー 2">
            <a:extLst>
              <a:ext uri="{FF2B5EF4-FFF2-40B4-BE49-F238E27FC236}">
                <a16:creationId xmlns:a16="http://schemas.microsoft.com/office/drawing/2014/main" id="{F40CAD8F-B554-E46A-384A-979C3583C786}"/>
              </a:ext>
            </a:extLst>
          </p:cNvPr>
          <p:cNvSpPr>
            <a:spLocks noGrp="1"/>
          </p:cNvSpPr>
          <p:nvPr>
            <p:ph idx="1"/>
          </p:nvPr>
        </p:nvSpPr>
        <p:spPr/>
        <p:txBody>
          <a:bodyPr/>
          <a:lstStyle/>
          <a:p>
            <a:r>
              <a:rPr lang="en-US" altLang="ja-JP" dirty="0"/>
              <a:t>Haoyu Gao</a:t>
            </a:r>
            <a:r>
              <a:rPr lang="ja-JP" altLang="en-US" dirty="0"/>
              <a:t>，</a:t>
            </a:r>
            <a:r>
              <a:rPr lang="en-US" altLang="ja-JP" dirty="0"/>
              <a:t>”Unsupervised Dialogue Topic Segmentation with</a:t>
            </a:r>
            <a:r>
              <a:rPr lang="ja-JP" altLang="en-US" dirty="0"/>
              <a:t> </a:t>
            </a:r>
            <a:r>
              <a:rPr lang="en-US" altLang="ja-JP" dirty="0"/>
              <a:t>Topic-aware Utterance Representation”, SIGIR ’23, July 23–27, 2023, Taipei, Taiwan</a:t>
            </a:r>
            <a:endParaRPr kumimoji="1" lang="ja-JP" altLang="en-US" dirty="0"/>
          </a:p>
        </p:txBody>
      </p:sp>
      <p:sp>
        <p:nvSpPr>
          <p:cNvPr id="4" name="スライド番号プレースホルダー 3">
            <a:extLst>
              <a:ext uri="{FF2B5EF4-FFF2-40B4-BE49-F238E27FC236}">
                <a16:creationId xmlns:a16="http://schemas.microsoft.com/office/drawing/2014/main" id="{5709558E-F749-2E9D-B42C-24F44C9BD64F}"/>
              </a:ext>
            </a:extLst>
          </p:cNvPr>
          <p:cNvSpPr>
            <a:spLocks noGrp="1"/>
          </p:cNvSpPr>
          <p:nvPr>
            <p:ph type="sldNum" sz="quarter" idx="12"/>
          </p:nvPr>
        </p:nvSpPr>
        <p:spPr/>
        <p:txBody>
          <a:bodyPr/>
          <a:lstStyle/>
          <a:p>
            <a:fld id="{27CE633F-9882-4A5C-83A2-1109D0C73261}" type="slidenum">
              <a:rPr lang="en-US" smtClean="0"/>
              <a:t>4</a:t>
            </a:fld>
            <a:endParaRPr lang="en-US"/>
          </a:p>
        </p:txBody>
      </p:sp>
    </p:spTree>
    <p:extLst>
      <p:ext uri="{BB962C8B-B14F-4D97-AF65-F5344CB8AC3E}">
        <p14:creationId xmlns:p14="http://schemas.microsoft.com/office/powerpoint/2010/main" val="3545684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E588D2-C457-D33F-88E5-4E6FDD16F4D7}"/>
              </a:ext>
            </a:extLst>
          </p:cNvPr>
          <p:cNvSpPr>
            <a:spLocks noGrp="1"/>
          </p:cNvSpPr>
          <p:nvPr>
            <p:ph type="title"/>
          </p:nvPr>
        </p:nvSpPr>
        <p:spPr/>
        <p:txBody>
          <a:bodyPr/>
          <a:lstStyle/>
          <a:p>
            <a:r>
              <a:rPr kumimoji="1" lang="ja-JP" altLang="en-US" dirty="0"/>
              <a:t>関連研究</a:t>
            </a:r>
            <a:r>
              <a:rPr kumimoji="1" lang="en-US" altLang="ja-JP" dirty="0"/>
              <a:t>1_</a:t>
            </a:r>
            <a:r>
              <a:rPr kumimoji="1" lang="ja-JP" altLang="en-US" dirty="0"/>
              <a:t>研究目的</a:t>
            </a:r>
          </a:p>
        </p:txBody>
      </p:sp>
      <p:sp>
        <p:nvSpPr>
          <p:cNvPr id="3" name="コンテンツ プレースホルダー 2">
            <a:extLst>
              <a:ext uri="{FF2B5EF4-FFF2-40B4-BE49-F238E27FC236}">
                <a16:creationId xmlns:a16="http://schemas.microsoft.com/office/drawing/2014/main" id="{CC28C5DE-BE40-6BE6-685F-7D55580619AA}"/>
              </a:ext>
            </a:extLst>
          </p:cNvPr>
          <p:cNvSpPr>
            <a:spLocks noGrp="1"/>
          </p:cNvSpPr>
          <p:nvPr>
            <p:ph idx="1"/>
          </p:nvPr>
        </p:nvSpPr>
        <p:spPr/>
        <p:txBody>
          <a:bodyPr/>
          <a:lstStyle/>
          <a:p>
            <a:r>
              <a:rPr kumimoji="1" lang="ja-JP" altLang="en-US" dirty="0"/>
              <a:t>対話データのトピック分割を行う</a:t>
            </a:r>
            <a:endParaRPr kumimoji="1" lang="en-US" altLang="ja-JP" dirty="0"/>
          </a:p>
          <a:p>
            <a:endParaRPr kumimoji="1" lang="en-US" altLang="ja-JP" dirty="0"/>
          </a:p>
          <a:p>
            <a:r>
              <a:rPr kumimoji="1" lang="ja-JP" altLang="en-US" dirty="0"/>
              <a:t>アノテーションデータは用意せず精度向上を目指し、</a:t>
            </a:r>
            <a:endParaRPr kumimoji="1" lang="en-US" altLang="ja-JP" dirty="0"/>
          </a:p>
          <a:p>
            <a:pPr marL="0" indent="0">
              <a:buNone/>
            </a:pPr>
            <a:r>
              <a:rPr kumimoji="1" lang="ja-JP" altLang="en-US" dirty="0"/>
              <a:t>  教師なし手法による精度の高いトピック分割を検討する</a:t>
            </a:r>
            <a:endParaRPr kumimoji="1" lang="en-US" altLang="ja-JP" dirty="0"/>
          </a:p>
          <a:p>
            <a:pPr marL="0" indent="0">
              <a:buNone/>
            </a:pPr>
            <a:endParaRPr kumimoji="1" lang="en-US" altLang="ja-JP" dirty="0"/>
          </a:p>
        </p:txBody>
      </p:sp>
      <p:sp>
        <p:nvSpPr>
          <p:cNvPr id="4" name="スライド番号プレースホルダー 3">
            <a:extLst>
              <a:ext uri="{FF2B5EF4-FFF2-40B4-BE49-F238E27FC236}">
                <a16:creationId xmlns:a16="http://schemas.microsoft.com/office/drawing/2014/main" id="{23383660-2ABF-EEA1-0D30-2F6F0EB94527}"/>
              </a:ext>
            </a:extLst>
          </p:cNvPr>
          <p:cNvSpPr>
            <a:spLocks noGrp="1"/>
          </p:cNvSpPr>
          <p:nvPr>
            <p:ph type="sldNum" sz="quarter" idx="12"/>
          </p:nvPr>
        </p:nvSpPr>
        <p:spPr/>
        <p:txBody>
          <a:bodyPr/>
          <a:lstStyle/>
          <a:p>
            <a:fld id="{27CE633F-9882-4A5C-83A2-1109D0C73261}" type="slidenum">
              <a:rPr lang="en-US" smtClean="0"/>
              <a:t>5</a:t>
            </a:fld>
            <a:endParaRPr lang="en-US"/>
          </a:p>
        </p:txBody>
      </p:sp>
    </p:spTree>
    <p:extLst>
      <p:ext uri="{BB962C8B-B14F-4D97-AF65-F5344CB8AC3E}">
        <p14:creationId xmlns:p14="http://schemas.microsoft.com/office/powerpoint/2010/main" val="1327206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78CB68A-2A72-4688-12E5-59228F2045ED}"/>
              </a:ext>
            </a:extLst>
          </p:cNvPr>
          <p:cNvSpPr>
            <a:spLocks noGrp="1"/>
          </p:cNvSpPr>
          <p:nvPr>
            <p:ph idx="1"/>
          </p:nvPr>
        </p:nvSpPr>
        <p:spPr>
          <a:xfrm>
            <a:off x="936521" y="439274"/>
            <a:ext cx="10714705" cy="5735383"/>
          </a:xfrm>
        </p:spPr>
        <p:txBody>
          <a:bodyPr/>
          <a:lstStyle/>
          <a:p>
            <a:r>
              <a:rPr lang="en-US" altLang="ja-JP" dirty="0" err="1"/>
              <a:t>SimCSE</a:t>
            </a:r>
            <a:r>
              <a:rPr lang="en-US" altLang="ja-JP" dirty="0"/>
              <a:t>:</a:t>
            </a:r>
            <a:r>
              <a:rPr lang="ja-JP" altLang="en-US" dirty="0"/>
              <a:t>対照学習を用いて文の埋め込みを学習する手法。</a:t>
            </a:r>
            <a:endParaRPr lang="en-US" altLang="ja-JP" dirty="0"/>
          </a:p>
          <a:p>
            <a:endParaRPr lang="en-US" altLang="ja-JP" dirty="0"/>
          </a:p>
          <a:p>
            <a:r>
              <a:rPr lang="en-US" altLang="ja-JP" dirty="0" err="1"/>
              <a:t>SimCSE</a:t>
            </a:r>
            <a:r>
              <a:rPr lang="en-US" altLang="ja-JP" dirty="0"/>
              <a:t>-BERT: </a:t>
            </a:r>
            <a:r>
              <a:rPr lang="ja-JP" altLang="en-US" dirty="0"/>
              <a:t>文の意味的類似性を捉えるために使用。</a:t>
            </a:r>
          </a:p>
          <a:p>
            <a:endParaRPr lang="en-US" altLang="ja-JP" dirty="0"/>
          </a:p>
          <a:p>
            <a:r>
              <a:rPr lang="en-US" altLang="ja-JP" dirty="0"/>
              <a:t>NUM</a:t>
            </a:r>
            <a:r>
              <a:rPr lang="ja-JP" altLang="en-US" dirty="0"/>
              <a:t>タスク</a:t>
            </a:r>
            <a:r>
              <a:rPr lang="ja-JP" altLang="en-US" b="1" dirty="0"/>
              <a:t>：</a:t>
            </a:r>
            <a:r>
              <a:rPr lang="ja-JP" altLang="en-US" dirty="0"/>
              <a:t>（近傍発話はトピックが類似すると仮定）</a:t>
            </a:r>
            <a:endParaRPr lang="en-US" altLang="ja-JP" dirty="0"/>
          </a:p>
          <a:p>
            <a:pPr marL="0" indent="0">
              <a:buNone/>
            </a:pPr>
            <a:r>
              <a:rPr lang="ja-JP" altLang="en-US" dirty="0"/>
              <a:t>ラベルなし対話データの各発話 </a:t>
            </a:r>
            <a:r>
              <a:rPr lang="en-US" altLang="ja-JP" i="1" dirty="0" err="1"/>
              <a:t>ui</a:t>
            </a:r>
            <a:r>
              <a:rPr lang="ja-JP" altLang="en-US" dirty="0"/>
              <a:t>​ に対して、前後５発話以内の発話を正例、それ以外を負例とし、損失関数を用いて学習するためのタスク。</a:t>
            </a:r>
            <a:r>
              <a:rPr lang="en-US" altLang="ja-JP" dirty="0" err="1"/>
              <a:t>SimCSE</a:t>
            </a:r>
            <a:r>
              <a:rPr lang="en-US" altLang="ja-JP" dirty="0"/>
              <a:t>-BERT</a:t>
            </a:r>
            <a:r>
              <a:rPr lang="ja-JP" altLang="en-US" dirty="0"/>
              <a:t>の追加学習で用いる。</a:t>
            </a:r>
            <a:endParaRPr lang="en-US" altLang="ja-JP" dirty="0"/>
          </a:p>
          <a:p>
            <a:endParaRPr lang="en-US" altLang="ja-JP" dirty="0"/>
          </a:p>
          <a:p>
            <a:r>
              <a:rPr lang="en-US" altLang="ja-JP" dirty="0"/>
              <a:t>NSP-BERT: </a:t>
            </a:r>
            <a:r>
              <a:rPr lang="ja-JP" altLang="en-US" dirty="0"/>
              <a:t>発話間の連続性を捉えるために使用。</a:t>
            </a:r>
            <a:endParaRPr lang="en-US" altLang="ja-JP" dirty="0"/>
          </a:p>
          <a:p>
            <a:pPr marL="0" indent="0">
              <a:buNone/>
            </a:pPr>
            <a:r>
              <a:rPr lang="ja-JP" altLang="en-US" dirty="0"/>
              <a:t>　　　　　　　論文では事前学習モデルを使用。</a:t>
            </a:r>
          </a:p>
          <a:p>
            <a:endParaRPr kumimoji="1" lang="ja-JP" altLang="en-US" dirty="0"/>
          </a:p>
        </p:txBody>
      </p:sp>
      <p:sp>
        <p:nvSpPr>
          <p:cNvPr id="4" name="スライド番号プレースホルダー 3">
            <a:extLst>
              <a:ext uri="{FF2B5EF4-FFF2-40B4-BE49-F238E27FC236}">
                <a16:creationId xmlns:a16="http://schemas.microsoft.com/office/drawing/2014/main" id="{88A47243-D319-32BC-7BC9-04DF6D1150E4}"/>
              </a:ext>
            </a:extLst>
          </p:cNvPr>
          <p:cNvSpPr>
            <a:spLocks noGrp="1"/>
          </p:cNvSpPr>
          <p:nvPr>
            <p:ph type="sldNum" sz="quarter" idx="12"/>
          </p:nvPr>
        </p:nvSpPr>
        <p:spPr/>
        <p:txBody>
          <a:bodyPr/>
          <a:lstStyle/>
          <a:p>
            <a:fld id="{27CE633F-9882-4A5C-83A2-1109D0C73261}" type="slidenum">
              <a:rPr lang="en-US" smtClean="0"/>
              <a:t>6</a:t>
            </a:fld>
            <a:endParaRPr lang="en-US"/>
          </a:p>
        </p:txBody>
      </p:sp>
    </p:spTree>
    <p:extLst>
      <p:ext uri="{BB962C8B-B14F-4D97-AF65-F5344CB8AC3E}">
        <p14:creationId xmlns:p14="http://schemas.microsoft.com/office/powerpoint/2010/main" val="170446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007485-7026-9519-03A2-A16BAE702289}"/>
              </a:ext>
            </a:extLst>
          </p:cNvPr>
          <p:cNvSpPr>
            <a:spLocks noGrp="1"/>
          </p:cNvSpPr>
          <p:nvPr>
            <p:ph type="title"/>
          </p:nvPr>
        </p:nvSpPr>
        <p:spPr/>
        <p:txBody>
          <a:bodyPr/>
          <a:lstStyle/>
          <a:p>
            <a:r>
              <a:rPr kumimoji="1" lang="ja-JP" altLang="en-US" dirty="0"/>
              <a:t>関連研究１</a:t>
            </a:r>
          </a:p>
        </p:txBody>
      </p:sp>
      <p:sp>
        <p:nvSpPr>
          <p:cNvPr id="3" name="コンテンツ プレースホルダー 2">
            <a:extLst>
              <a:ext uri="{FF2B5EF4-FFF2-40B4-BE49-F238E27FC236}">
                <a16:creationId xmlns:a16="http://schemas.microsoft.com/office/drawing/2014/main" id="{88380528-A06B-A112-399B-CF54561CCBC9}"/>
              </a:ext>
            </a:extLst>
          </p:cNvPr>
          <p:cNvSpPr>
            <a:spLocks noGrp="1"/>
          </p:cNvSpPr>
          <p:nvPr>
            <p:ph idx="1"/>
          </p:nvPr>
        </p:nvSpPr>
        <p:spPr/>
        <p:txBody>
          <a:bodyPr/>
          <a:lstStyle/>
          <a:p>
            <a:r>
              <a:rPr lang="en-US" altLang="ja-JP" dirty="0"/>
              <a:t>Unsupervised Dialogue Topic Segmentation with</a:t>
            </a:r>
          </a:p>
          <a:p>
            <a:r>
              <a:rPr lang="en-US" altLang="ja-JP" dirty="0"/>
              <a:t>Topic-aware Utterance Representation</a:t>
            </a:r>
            <a:r>
              <a:rPr lang="ja-JP" altLang="en-US" dirty="0"/>
              <a:t>，</a:t>
            </a:r>
            <a:r>
              <a:rPr lang="en-US" altLang="ja-JP" dirty="0"/>
              <a:t>SIGIR ’23, July 23–27, 2023, Taipei</a:t>
            </a:r>
            <a:r>
              <a:rPr lang="en-US" altLang="ja-JP"/>
              <a:t>, Haoyu Gao</a:t>
            </a:r>
            <a:endParaRPr kumimoji="1" lang="ja-JP" altLang="en-US" dirty="0"/>
          </a:p>
        </p:txBody>
      </p:sp>
      <p:sp>
        <p:nvSpPr>
          <p:cNvPr id="4" name="スライド番号プレースホルダー 3">
            <a:extLst>
              <a:ext uri="{FF2B5EF4-FFF2-40B4-BE49-F238E27FC236}">
                <a16:creationId xmlns:a16="http://schemas.microsoft.com/office/drawing/2014/main" id="{C8E84728-298F-93A4-C6B1-CABBB8D9FB14}"/>
              </a:ext>
            </a:extLst>
          </p:cNvPr>
          <p:cNvSpPr>
            <a:spLocks noGrp="1"/>
          </p:cNvSpPr>
          <p:nvPr>
            <p:ph type="sldNum" sz="quarter" idx="12"/>
          </p:nvPr>
        </p:nvSpPr>
        <p:spPr/>
        <p:txBody>
          <a:bodyPr/>
          <a:lstStyle/>
          <a:p>
            <a:fld id="{27CE633F-9882-4A5C-83A2-1109D0C73261}" type="slidenum">
              <a:rPr lang="en-US" smtClean="0"/>
              <a:t>7</a:t>
            </a:fld>
            <a:endParaRPr lang="en-US"/>
          </a:p>
        </p:txBody>
      </p:sp>
    </p:spTree>
    <p:extLst>
      <p:ext uri="{BB962C8B-B14F-4D97-AF65-F5344CB8AC3E}">
        <p14:creationId xmlns:p14="http://schemas.microsoft.com/office/powerpoint/2010/main" val="1043906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ECB698-37E9-F6B8-8017-20079214FED3}"/>
              </a:ext>
            </a:extLst>
          </p:cNvPr>
          <p:cNvSpPr>
            <a:spLocks noGrp="1"/>
          </p:cNvSpPr>
          <p:nvPr>
            <p:ph type="title"/>
          </p:nvPr>
        </p:nvSpPr>
        <p:spPr/>
        <p:txBody>
          <a:bodyPr/>
          <a:lstStyle/>
          <a:p>
            <a:r>
              <a:rPr kumimoji="1" lang="ja-JP" altLang="en-US" dirty="0"/>
              <a:t>関連研究</a:t>
            </a:r>
            <a:r>
              <a:rPr kumimoji="1" lang="en-US" altLang="ja-JP" dirty="0"/>
              <a:t>1_</a:t>
            </a:r>
            <a:r>
              <a:rPr kumimoji="1" lang="ja-JP" altLang="en-US" dirty="0"/>
              <a:t>トピック境界検出の流れ</a:t>
            </a:r>
            <a:br>
              <a:rPr kumimoji="1" lang="en-US" altLang="ja-JP" dirty="0"/>
            </a:br>
            <a:r>
              <a:rPr kumimoji="1" lang="en-US" altLang="ja-JP" dirty="0" err="1"/>
              <a:t>DiaLSTART</a:t>
            </a:r>
            <a:endParaRPr kumimoji="1" lang="ja-JP" altLang="en-US" dirty="0"/>
          </a:p>
        </p:txBody>
      </p:sp>
      <p:sp>
        <p:nvSpPr>
          <p:cNvPr id="4" name="スライド番号プレースホルダー 3">
            <a:extLst>
              <a:ext uri="{FF2B5EF4-FFF2-40B4-BE49-F238E27FC236}">
                <a16:creationId xmlns:a16="http://schemas.microsoft.com/office/drawing/2014/main" id="{CC92D1C4-3788-6826-7339-A5BE7482F82D}"/>
              </a:ext>
            </a:extLst>
          </p:cNvPr>
          <p:cNvSpPr>
            <a:spLocks noGrp="1"/>
          </p:cNvSpPr>
          <p:nvPr>
            <p:ph type="sldNum" sz="quarter" idx="12"/>
          </p:nvPr>
        </p:nvSpPr>
        <p:spPr/>
        <p:txBody>
          <a:bodyPr/>
          <a:lstStyle/>
          <a:p>
            <a:fld id="{27CE633F-9882-4A5C-83A2-1109D0C73261}" type="slidenum">
              <a:rPr lang="en-US" smtClean="0"/>
              <a:t>8</a:t>
            </a:fld>
            <a:endParaRPr lang="en-US" dirty="0"/>
          </a:p>
        </p:txBody>
      </p:sp>
      <mc:AlternateContent xmlns:mc="http://schemas.openxmlformats.org/markup-compatibility/2006" xmlns:a14="http://schemas.microsoft.com/office/drawing/2010/main">
        <mc:Choice Requires="a14">
          <p:sp>
            <p:nvSpPr>
              <p:cNvPr id="5" name="四角形: 角を丸くする 4">
                <a:extLst>
                  <a:ext uri="{FF2B5EF4-FFF2-40B4-BE49-F238E27FC236}">
                    <a16:creationId xmlns:a16="http://schemas.microsoft.com/office/drawing/2014/main" id="{D304542F-AC33-3649-98EF-FB22338D14EA}"/>
                  </a:ext>
                </a:extLst>
              </p:cNvPr>
              <p:cNvSpPr/>
              <p:nvPr/>
            </p:nvSpPr>
            <p:spPr>
              <a:xfrm>
                <a:off x="196017" y="3364675"/>
                <a:ext cx="1941093" cy="1102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入力</a:t>
                </a:r>
                <a:endParaRPr kumimoji="1" lang="en-US" altLang="ja-JP" b="1" dirty="0"/>
              </a:p>
              <a:p>
                <a:pPr algn="ctr"/>
                <a:r>
                  <a:rPr kumimoji="1" lang="ja-JP" altLang="en-US" b="1" dirty="0"/>
                  <a:t>対話の発話列</a:t>
                </a:r>
                <a:endParaRPr kumimoji="1" lang="en-US" altLang="ja-JP" b="1" dirty="0"/>
              </a:p>
              <a:p>
                <a:pPr algn="ct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 …,</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𝑢</m:t>
                          </m:r>
                        </m:e>
                        <m:sub>
                          <m:r>
                            <a:rPr kumimoji="1" lang="en-US" altLang="ja-JP" b="0" i="1" smtClean="0">
                              <a:latin typeface="Cambria Math" panose="02040503050406030204" pitchFamily="18" charset="0"/>
                            </a:rPr>
                            <m:t>𝑖</m:t>
                          </m:r>
                        </m:sub>
                      </m:sSub>
                    </m:oMath>
                  </m:oMathPara>
                </a14:m>
                <a:endParaRPr kumimoji="1" lang="en-US" altLang="ja-JP" b="0" dirty="0"/>
              </a:p>
              <a:p>
                <a:pPr algn="ctr"/>
                <a:endParaRPr kumimoji="1" lang="ja-JP" altLang="en-US" dirty="0"/>
              </a:p>
            </p:txBody>
          </p:sp>
        </mc:Choice>
        <mc:Fallback xmlns="">
          <p:sp>
            <p:nvSpPr>
              <p:cNvPr id="5" name="四角形: 角を丸くする 4">
                <a:extLst>
                  <a:ext uri="{FF2B5EF4-FFF2-40B4-BE49-F238E27FC236}">
                    <a16:creationId xmlns:a16="http://schemas.microsoft.com/office/drawing/2014/main" id="{D304542F-AC33-3649-98EF-FB22338D14EA}"/>
                  </a:ext>
                </a:extLst>
              </p:cNvPr>
              <p:cNvSpPr>
                <a:spLocks noRot="1" noChangeAspect="1" noMove="1" noResize="1" noEditPoints="1" noAdjustHandles="1" noChangeArrowheads="1" noChangeShapeType="1" noTextEdit="1"/>
              </p:cNvSpPr>
              <p:nvPr/>
            </p:nvSpPr>
            <p:spPr>
              <a:xfrm>
                <a:off x="196017" y="3364675"/>
                <a:ext cx="1941093" cy="1102290"/>
              </a:xfrm>
              <a:prstGeom prst="roundRect">
                <a:avLst/>
              </a:prstGeom>
              <a:blipFill>
                <a:blip r:embed="rId2"/>
                <a:stretch>
                  <a:fillRect t="-6557"/>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四角形: 角を丸くする 5">
                <a:extLst>
                  <a:ext uri="{FF2B5EF4-FFF2-40B4-BE49-F238E27FC236}">
                    <a16:creationId xmlns:a16="http://schemas.microsoft.com/office/drawing/2014/main" id="{F1419EF3-A658-EA7C-1BE2-E17624C81990}"/>
                  </a:ext>
                </a:extLst>
              </p:cNvPr>
              <p:cNvSpPr/>
              <p:nvPr/>
            </p:nvSpPr>
            <p:spPr>
              <a:xfrm>
                <a:off x="2417712" y="2438820"/>
                <a:ext cx="2590797" cy="14401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発話ごとの</a:t>
                </a:r>
                <a:endParaRPr lang="en-US" altLang="ja-JP" dirty="0"/>
              </a:p>
              <a:p>
                <a:pPr algn="ctr"/>
                <a:r>
                  <a:rPr lang="ja-JP" altLang="en-US" dirty="0"/>
                  <a:t>埋め込み</a:t>
                </a:r>
                <a:endParaRPr lang="en-US" altLang="ja-JP" dirty="0"/>
              </a:p>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𝑖</m:t>
                          </m:r>
                        </m:sub>
                      </m:sSub>
                    </m:oMath>
                  </m:oMathPara>
                </a14:m>
                <a:endParaRPr kumimoji="1" lang="en-US" altLang="ja-JP" b="0" dirty="0"/>
              </a:p>
              <a:p>
                <a:pPr algn="ctr"/>
                <a:endParaRPr kumimoji="1" lang="ja-JP" altLang="en-US" dirty="0"/>
              </a:p>
            </p:txBody>
          </p:sp>
        </mc:Choice>
        <mc:Fallback>
          <p:sp>
            <p:nvSpPr>
              <p:cNvPr id="6" name="四角形: 角を丸くする 5">
                <a:extLst>
                  <a:ext uri="{FF2B5EF4-FFF2-40B4-BE49-F238E27FC236}">
                    <a16:creationId xmlns:a16="http://schemas.microsoft.com/office/drawing/2014/main" id="{F1419EF3-A658-EA7C-1BE2-E17624C81990}"/>
                  </a:ext>
                </a:extLst>
              </p:cNvPr>
              <p:cNvSpPr>
                <a:spLocks noRot="1" noChangeAspect="1" noMove="1" noResize="1" noEditPoints="1" noAdjustHandles="1" noChangeArrowheads="1" noChangeShapeType="1" noTextEdit="1"/>
              </p:cNvSpPr>
              <p:nvPr/>
            </p:nvSpPr>
            <p:spPr>
              <a:xfrm>
                <a:off x="2417712" y="2438820"/>
                <a:ext cx="2590797" cy="1440129"/>
              </a:xfrm>
              <a:prstGeom prst="round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四角形: 角を丸くする 6">
                <a:extLst>
                  <a:ext uri="{FF2B5EF4-FFF2-40B4-BE49-F238E27FC236}">
                    <a16:creationId xmlns:a16="http://schemas.microsoft.com/office/drawing/2014/main" id="{18EA69B2-79B5-FB66-F86A-CB532ED5C950}"/>
                  </a:ext>
                </a:extLst>
              </p:cNvPr>
              <p:cNvSpPr/>
              <p:nvPr/>
            </p:nvSpPr>
            <p:spPr>
              <a:xfrm>
                <a:off x="2417712" y="4028044"/>
                <a:ext cx="2590797" cy="11980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隣接発話での埋め込み</a:t>
                </a:r>
                <a:endParaRPr kumimoji="1" lang="en-US" altLang="ja-JP" b="1" dirty="0"/>
              </a:p>
              <a:p>
                <a:pPr algn="ct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𝑐</m:t>
                          </m:r>
                        </m:e>
                        <m:sub>
                          <m:r>
                            <a:rPr kumimoji="1" lang="en-US" altLang="ja-JP" b="0" i="1" smtClean="0">
                              <a:latin typeface="Cambria Math" panose="02040503050406030204" pitchFamily="18" charset="0"/>
                            </a:rPr>
                            <m:t>𝑖</m:t>
                          </m:r>
                        </m:sub>
                      </m:sSub>
                    </m:oMath>
                  </m:oMathPara>
                </a14:m>
                <a:endParaRPr kumimoji="1" lang="en-US" altLang="ja-JP" b="0" dirty="0"/>
              </a:p>
            </p:txBody>
          </p:sp>
        </mc:Choice>
        <mc:Fallback xmlns="">
          <p:sp>
            <p:nvSpPr>
              <p:cNvPr id="7" name="四角形: 角を丸くする 6">
                <a:extLst>
                  <a:ext uri="{FF2B5EF4-FFF2-40B4-BE49-F238E27FC236}">
                    <a16:creationId xmlns:a16="http://schemas.microsoft.com/office/drawing/2014/main" id="{18EA69B2-79B5-FB66-F86A-CB532ED5C950}"/>
                  </a:ext>
                </a:extLst>
              </p:cNvPr>
              <p:cNvSpPr>
                <a:spLocks noRot="1" noChangeAspect="1" noMove="1" noResize="1" noEditPoints="1" noAdjustHandles="1" noChangeArrowheads="1" noChangeShapeType="1" noTextEdit="1"/>
              </p:cNvSpPr>
              <p:nvPr/>
            </p:nvSpPr>
            <p:spPr>
              <a:xfrm>
                <a:off x="2417712" y="4028044"/>
                <a:ext cx="2590797" cy="1198071"/>
              </a:xfrm>
              <a:prstGeom prst="round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四角形: 角を丸くする 7">
                <a:extLst>
                  <a:ext uri="{FF2B5EF4-FFF2-40B4-BE49-F238E27FC236}">
                    <a16:creationId xmlns:a16="http://schemas.microsoft.com/office/drawing/2014/main" id="{E9F40626-0B32-B321-E83A-630F01922395}"/>
                  </a:ext>
                </a:extLst>
              </p:cNvPr>
              <p:cNvSpPr/>
              <p:nvPr/>
            </p:nvSpPr>
            <p:spPr>
              <a:xfrm>
                <a:off x="5409237" y="3506651"/>
                <a:ext cx="2261937" cy="7218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𝑖</m:t>
                        </m:r>
                      </m:sub>
                    </m:sSub>
                  </m:oMath>
                </a14:m>
                <a:r>
                  <a:rPr kumimoji="1" lang="en-US" altLang="ja-JP" b="0" dirty="0"/>
                  <a:t>=</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h</m:t>
                        </m:r>
                      </m:e>
                      <m:sub>
                        <m:r>
                          <a:rPr lang="en-US" altLang="ja-JP" i="1">
                            <a:latin typeface="Cambria Math" panose="02040503050406030204" pitchFamily="18" charset="0"/>
                          </a:rPr>
                          <m:t>𝑖</m:t>
                        </m:r>
                      </m:sub>
                    </m:sSub>
                  </m:oMath>
                </a14:m>
                <a:r>
                  <a:rPr kumimoji="1" lang="en-US" altLang="ja-JP" b="0" dirty="0"/>
                  <a:t>+</a:t>
                </a:r>
                <a:r>
                  <a:rPr lang="en-US" altLang="ja-JP" dirty="0"/>
                  <a:t> </a:t>
                </a:r>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𝑐</m:t>
                        </m:r>
                      </m:e>
                      <m:sub>
                        <m:r>
                          <a:rPr lang="en-US" altLang="ja-JP" i="1">
                            <a:latin typeface="Cambria Math" panose="02040503050406030204" pitchFamily="18" charset="0"/>
                          </a:rPr>
                          <m:t>𝑖</m:t>
                        </m:r>
                      </m:sub>
                    </m:sSub>
                  </m:oMath>
                </a14:m>
                <a:endParaRPr kumimoji="1" lang="en-US" altLang="ja-JP" b="0" dirty="0"/>
              </a:p>
            </p:txBody>
          </p:sp>
        </mc:Choice>
        <mc:Fallback xmlns="">
          <p:sp>
            <p:nvSpPr>
              <p:cNvPr id="8" name="四角形: 角を丸くする 7">
                <a:extLst>
                  <a:ext uri="{FF2B5EF4-FFF2-40B4-BE49-F238E27FC236}">
                    <a16:creationId xmlns:a16="http://schemas.microsoft.com/office/drawing/2014/main" id="{E9F40626-0B32-B321-E83A-630F01922395}"/>
                  </a:ext>
                </a:extLst>
              </p:cNvPr>
              <p:cNvSpPr>
                <a:spLocks noRot="1" noChangeAspect="1" noMove="1" noResize="1" noEditPoints="1" noAdjustHandles="1" noChangeArrowheads="1" noChangeShapeType="1" noTextEdit="1"/>
              </p:cNvSpPr>
              <p:nvPr/>
            </p:nvSpPr>
            <p:spPr>
              <a:xfrm>
                <a:off x="5409237" y="3506651"/>
                <a:ext cx="2261937" cy="721895"/>
              </a:xfrm>
              <a:prstGeom prst="round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四角形: 角を丸くする 8">
                <a:extLst>
                  <a:ext uri="{FF2B5EF4-FFF2-40B4-BE49-F238E27FC236}">
                    <a16:creationId xmlns:a16="http://schemas.microsoft.com/office/drawing/2014/main" id="{0A1C0774-94C3-86E1-7C60-130E053C4154}"/>
                  </a:ext>
                </a:extLst>
              </p:cNvPr>
              <p:cNvSpPr/>
              <p:nvPr/>
            </p:nvSpPr>
            <p:spPr>
              <a:xfrm>
                <a:off x="7928061" y="3279913"/>
                <a:ext cx="2261938" cy="11980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ja-JP" altLang="en-US" b="1" i="1" smtClean="0">
                          <a:latin typeface="Cambria Math" panose="02040503050406030204" pitchFamily="18" charset="0"/>
                        </a:rPr>
                        <m:t>文</m:t>
                      </m:r>
                      <m:r>
                        <a:rPr lang="en-US" altLang="ja-JP" b="1" i="1" smtClean="0">
                          <a:latin typeface="Cambria Math" panose="02040503050406030204" pitchFamily="18" charset="0"/>
                        </a:rPr>
                        <m:t>𝒊</m:t>
                      </m:r>
                      <m:r>
                        <a:rPr lang="ja-JP" altLang="en-US" b="1" i="1">
                          <a:latin typeface="Cambria Math" panose="02040503050406030204" pitchFamily="18" charset="0"/>
                        </a:rPr>
                        <m:t>すべて</m:t>
                      </m:r>
                      <m:r>
                        <a:rPr lang="ja-JP" altLang="en-US" b="1" i="1" smtClean="0">
                          <a:latin typeface="Cambria Math" panose="02040503050406030204" pitchFamily="18" charset="0"/>
                        </a:rPr>
                        <m:t>で</m:t>
                      </m:r>
                    </m:oMath>
                  </m:oMathPara>
                </a14:m>
                <a:endParaRPr lang="en-US" altLang="ja-JP" b="1" i="1" dirty="0">
                  <a:latin typeface="Cambria Math" panose="02040503050406030204" pitchFamily="18" charset="0"/>
                </a:endParaRPr>
              </a:p>
              <a:p>
                <a:pPr algn="ctr"/>
                <a14:m>
                  <m:oMath xmlns:m="http://schemas.openxmlformats.org/officeDocument/2006/math">
                    <m:sSub>
                      <m:sSubPr>
                        <m:ctrlPr>
                          <a:rPr lang="en-US" altLang="ja-JP" b="1" i="1" smtClean="0">
                            <a:latin typeface="Cambria Math" panose="02040503050406030204" pitchFamily="18" charset="0"/>
                          </a:rPr>
                        </m:ctrlPr>
                      </m:sSubPr>
                      <m:e>
                        <m:r>
                          <a:rPr lang="en-US" altLang="ja-JP" b="1" i="1">
                            <a:latin typeface="Cambria Math" panose="02040503050406030204" pitchFamily="18" charset="0"/>
                          </a:rPr>
                          <m:t>𝒓</m:t>
                        </m:r>
                      </m:e>
                      <m:sub>
                        <m:r>
                          <a:rPr lang="en-US" altLang="ja-JP" b="1" i="1">
                            <a:latin typeface="Cambria Math" panose="02040503050406030204" pitchFamily="18" charset="0"/>
                          </a:rPr>
                          <m:t>𝒊</m:t>
                        </m:r>
                      </m:sub>
                    </m:sSub>
                    <m:r>
                      <a:rPr lang="ja-JP" altLang="en-US" b="1" i="1">
                        <a:latin typeface="Cambria Math" panose="02040503050406030204" pitchFamily="18" charset="0"/>
                      </a:rPr>
                      <m:t>スコア</m:t>
                    </m:r>
                  </m:oMath>
                </a14:m>
                <a:r>
                  <a:rPr kumimoji="1" lang="ja-JP" altLang="en-US" b="1" dirty="0"/>
                  <a:t>の</a:t>
                </a:r>
                <a:endParaRPr kumimoji="1" lang="en-US" altLang="ja-JP" b="1" dirty="0"/>
              </a:p>
              <a:p>
                <a:pPr algn="ctr"/>
                <a:r>
                  <a:rPr kumimoji="1" lang="ja-JP" altLang="en-US" b="1" dirty="0"/>
                  <a:t>深度スコアを算出</a:t>
                </a:r>
                <a:endParaRPr kumimoji="1" lang="en-US" altLang="ja-JP" b="1" dirty="0"/>
              </a:p>
            </p:txBody>
          </p:sp>
        </mc:Choice>
        <mc:Fallback>
          <p:sp>
            <p:nvSpPr>
              <p:cNvPr id="9" name="四角形: 角を丸くする 8">
                <a:extLst>
                  <a:ext uri="{FF2B5EF4-FFF2-40B4-BE49-F238E27FC236}">
                    <a16:creationId xmlns:a16="http://schemas.microsoft.com/office/drawing/2014/main" id="{0A1C0774-94C3-86E1-7C60-130E053C4154}"/>
                  </a:ext>
                </a:extLst>
              </p:cNvPr>
              <p:cNvSpPr>
                <a:spLocks noRot="1" noChangeAspect="1" noMove="1" noResize="1" noEditPoints="1" noAdjustHandles="1" noChangeArrowheads="1" noChangeShapeType="1" noTextEdit="1"/>
              </p:cNvSpPr>
              <p:nvPr/>
            </p:nvSpPr>
            <p:spPr>
              <a:xfrm>
                <a:off x="7928061" y="3279913"/>
                <a:ext cx="2261938" cy="1198071"/>
              </a:xfrm>
              <a:prstGeom prst="roundRect">
                <a:avLst/>
              </a:prstGeom>
              <a:blipFill>
                <a:blip r:embed="rId6"/>
                <a:stretch>
                  <a:fillRect/>
                </a:stretch>
              </a:blipFill>
            </p:spPr>
            <p:txBody>
              <a:bodyPr/>
              <a:lstStyle/>
              <a:p>
                <a:r>
                  <a:rPr lang="ja-JP" altLang="en-US">
                    <a:noFill/>
                  </a:rPr>
                  <a:t> </a:t>
                </a:r>
              </a:p>
            </p:txBody>
          </p:sp>
        </mc:Fallback>
      </mc:AlternateContent>
      <p:sp>
        <p:nvSpPr>
          <p:cNvPr id="10" name="楕円 9">
            <a:extLst>
              <a:ext uri="{FF2B5EF4-FFF2-40B4-BE49-F238E27FC236}">
                <a16:creationId xmlns:a16="http://schemas.microsoft.com/office/drawing/2014/main" id="{4ED822EA-F037-320D-F9FF-52650341F98C}"/>
              </a:ext>
            </a:extLst>
          </p:cNvPr>
          <p:cNvSpPr/>
          <p:nvPr/>
        </p:nvSpPr>
        <p:spPr>
          <a:xfrm>
            <a:off x="4401251" y="4865167"/>
            <a:ext cx="2015972" cy="721895"/>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NSP-BERT</a:t>
            </a:r>
            <a:endParaRPr kumimoji="1" lang="ja-JP" altLang="en-US" dirty="0"/>
          </a:p>
        </p:txBody>
      </p:sp>
      <p:sp>
        <p:nvSpPr>
          <p:cNvPr id="11" name="楕円 10">
            <a:extLst>
              <a:ext uri="{FF2B5EF4-FFF2-40B4-BE49-F238E27FC236}">
                <a16:creationId xmlns:a16="http://schemas.microsoft.com/office/drawing/2014/main" id="{18860A87-1BB0-3C5D-EA55-135F98D395F3}"/>
              </a:ext>
            </a:extLst>
          </p:cNvPr>
          <p:cNvSpPr/>
          <p:nvPr/>
        </p:nvSpPr>
        <p:spPr>
          <a:xfrm>
            <a:off x="4703312" y="1982479"/>
            <a:ext cx="2114193" cy="78792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err="1"/>
              <a:t>SimCSE</a:t>
            </a:r>
            <a:r>
              <a:rPr lang="en-US" altLang="ja-JP" dirty="0"/>
              <a:t>-</a:t>
            </a:r>
          </a:p>
          <a:p>
            <a:pPr algn="ctr"/>
            <a:r>
              <a:rPr kumimoji="1" lang="en-US" altLang="ja-JP" dirty="0"/>
              <a:t>BERT</a:t>
            </a:r>
            <a:endParaRPr kumimoji="1" lang="ja-JP" altLang="en-US" dirty="0"/>
          </a:p>
        </p:txBody>
      </p:sp>
      <mc:AlternateContent xmlns:mc="http://schemas.openxmlformats.org/markup-compatibility/2006">
        <mc:Choice xmlns:a14="http://schemas.microsoft.com/office/drawing/2010/main" Requires="a14">
          <p:sp>
            <p:nvSpPr>
              <p:cNvPr id="12" name="四角形: 角を丸くする 11">
                <a:extLst>
                  <a:ext uri="{FF2B5EF4-FFF2-40B4-BE49-F238E27FC236}">
                    <a16:creationId xmlns:a16="http://schemas.microsoft.com/office/drawing/2014/main" id="{E7CBF142-F669-B5A8-A9D0-B0D42E643699}"/>
                  </a:ext>
                </a:extLst>
              </p:cNvPr>
              <p:cNvSpPr/>
              <p:nvPr/>
            </p:nvSpPr>
            <p:spPr>
              <a:xfrm>
                <a:off x="10446886" y="3327805"/>
                <a:ext cx="1549097" cy="11022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t>深度</a:t>
                </a:r>
                <a14:m>
                  <m:oMath xmlns:m="http://schemas.openxmlformats.org/officeDocument/2006/math">
                    <m:r>
                      <a:rPr lang="ja-JP" altLang="en-US" b="1" i="1">
                        <a:latin typeface="Cambria Math" panose="02040503050406030204" pitchFamily="18" charset="0"/>
                      </a:rPr>
                      <m:t>スコア</m:t>
                    </m:r>
                    <m:r>
                      <a:rPr lang="ja-JP" altLang="en-US" b="1" i="1" smtClean="0">
                        <a:latin typeface="Cambria Math" panose="02040503050406030204" pitchFamily="18" charset="0"/>
                      </a:rPr>
                      <m:t>の上位</m:t>
                    </m:r>
                  </m:oMath>
                </a14:m>
                <a:r>
                  <a:rPr kumimoji="1" lang="en-US" altLang="ja-JP" b="1" dirty="0"/>
                  <a:t>k</a:t>
                </a:r>
                <a:r>
                  <a:rPr kumimoji="1" lang="ja-JP" altLang="en-US" b="1" dirty="0"/>
                  <a:t>個を</a:t>
                </a:r>
                <a:endParaRPr kumimoji="1" lang="en-US" altLang="ja-JP" b="1" dirty="0"/>
              </a:p>
              <a:p>
                <a:pPr algn="ctr"/>
                <a:r>
                  <a:rPr kumimoji="1" lang="ja-JP" altLang="en-US" b="1" dirty="0"/>
                  <a:t>境界とする</a:t>
                </a:r>
                <a:endParaRPr kumimoji="1" lang="en-US" altLang="ja-JP" b="1" dirty="0"/>
              </a:p>
            </p:txBody>
          </p:sp>
        </mc:Choice>
        <mc:Fallback>
          <p:sp>
            <p:nvSpPr>
              <p:cNvPr id="12" name="四角形: 角を丸くする 11">
                <a:extLst>
                  <a:ext uri="{FF2B5EF4-FFF2-40B4-BE49-F238E27FC236}">
                    <a16:creationId xmlns:a16="http://schemas.microsoft.com/office/drawing/2014/main" id="{E7CBF142-F669-B5A8-A9D0-B0D42E643699}"/>
                  </a:ext>
                </a:extLst>
              </p:cNvPr>
              <p:cNvSpPr>
                <a:spLocks noRot="1" noChangeAspect="1" noMove="1" noResize="1" noEditPoints="1" noAdjustHandles="1" noChangeArrowheads="1" noChangeShapeType="1" noTextEdit="1"/>
              </p:cNvSpPr>
              <p:nvPr/>
            </p:nvSpPr>
            <p:spPr>
              <a:xfrm>
                <a:off x="10446886" y="3327805"/>
                <a:ext cx="1549097" cy="1102289"/>
              </a:xfrm>
              <a:prstGeom prst="roundRect">
                <a:avLst/>
              </a:prstGeom>
              <a:blipFill>
                <a:blip r:embed="rId7"/>
                <a:stretch>
                  <a:fillRect t="-6011" r="-1563" b="-11475"/>
                </a:stretch>
              </a:blipFill>
            </p:spPr>
            <p:txBody>
              <a:bodyPr/>
              <a:lstStyle/>
              <a:p>
                <a:r>
                  <a:rPr lang="ja-JP" altLang="en-US">
                    <a:noFill/>
                  </a:rPr>
                  <a:t> </a:t>
                </a:r>
              </a:p>
            </p:txBody>
          </p:sp>
        </mc:Fallback>
      </mc:AlternateContent>
      <p:cxnSp>
        <p:nvCxnSpPr>
          <p:cNvPr id="15" name="直線矢印コネクタ 14">
            <a:extLst>
              <a:ext uri="{FF2B5EF4-FFF2-40B4-BE49-F238E27FC236}">
                <a16:creationId xmlns:a16="http://schemas.microsoft.com/office/drawing/2014/main" id="{6ADEE974-5073-BD5B-168E-EB0FC757DE53}"/>
              </a:ext>
            </a:extLst>
          </p:cNvPr>
          <p:cNvCxnSpPr>
            <a:cxnSpLocks/>
            <a:stCxn id="5" idx="3"/>
            <a:endCxn id="6" idx="1"/>
          </p:cNvCxnSpPr>
          <p:nvPr/>
        </p:nvCxnSpPr>
        <p:spPr>
          <a:xfrm flipV="1">
            <a:off x="2137110" y="3158885"/>
            <a:ext cx="280602" cy="756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73A791A-BE10-C030-B6B5-113392A75AF3}"/>
              </a:ext>
            </a:extLst>
          </p:cNvPr>
          <p:cNvCxnSpPr>
            <a:stCxn id="5" idx="3"/>
            <a:endCxn id="7" idx="1"/>
          </p:cNvCxnSpPr>
          <p:nvPr/>
        </p:nvCxnSpPr>
        <p:spPr>
          <a:xfrm>
            <a:off x="2137110" y="3915820"/>
            <a:ext cx="280602" cy="7112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E02A2367-08F9-6848-725A-475F695DEF0C}"/>
              </a:ext>
            </a:extLst>
          </p:cNvPr>
          <p:cNvCxnSpPr>
            <a:cxnSpLocks/>
            <a:stCxn id="6" idx="3"/>
          </p:cNvCxnSpPr>
          <p:nvPr/>
        </p:nvCxnSpPr>
        <p:spPr>
          <a:xfrm>
            <a:off x="5008509" y="3158885"/>
            <a:ext cx="381468" cy="708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00B7862-2189-C6F5-3FAC-6528E0727AA4}"/>
              </a:ext>
            </a:extLst>
          </p:cNvPr>
          <p:cNvCxnSpPr>
            <a:cxnSpLocks/>
            <a:stCxn id="7" idx="3"/>
          </p:cNvCxnSpPr>
          <p:nvPr/>
        </p:nvCxnSpPr>
        <p:spPr>
          <a:xfrm flipV="1">
            <a:off x="5008509" y="3867599"/>
            <a:ext cx="381468" cy="759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97B817AF-F7D0-A4B8-8CE2-532170CB4BA6}"/>
              </a:ext>
            </a:extLst>
          </p:cNvPr>
          <p:cNvCxnSpPr>
            <a:stCxn id="8" idx="3"/>
            <a:endCxn id="9" idx="1"/>
          </p:cNvCxnSpPr>
          <p:nvPr/>
        </p:nvCxnSpPr>
        <p:spPr>
          <a:xfrm>
            <a:off x="7671174" y="3867599"/>
            <a:ext cx="256887" cy="11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49A24C5B-B64C-F01D-8294-360C1DF0EBBE}"/>
              </a:ext>
            </a:extLst>
          </p:cNvPr>
          <p:cNvCxnSpPr>
            <a:stCxn id="9" idx="3"/>
            <a:endCxn id="12" idx="1"/>
          </p:cNvCxnSpPr>
          <p:nvPr/>
        </p:nvCxnSpPr>
        <p:spPr>
          <a:xfrm>
            <a:off x="10189999" y="3878949"/>
            <a:ext cx="25688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8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49084A-7D37-4849-472D-BFDCC84E2741}"/>
              </a:ext>
            </a:extLst>
          </p:cNvPr>
          <p:cNvSpPr>
            <a:spLocks noGrp="1"/>
          </p:cNvSpPr>
          <p:nvPr>
            <p:ph type="title"/>
          </p:nvPr>
        </p:nvSpPr>
        <p:spPr/>
        <p:txBody>
          <a:bodyPr/>
          <a:lstStyle/>
          <a:p>
            <a:r>
              <a:rPr kumimoji="1" lang="ja-JP" altLang="en-US" dirty="0"/>
              <a:t>実験結果</a:t>
            </a:r>
          </a:p>
        </p:txBody>
      </p:sp>
      <p:sp>
        <p:nvSpPr>
          <p:cNvPr id="4" name="スライド番号プレースホルダー 3">
            <a:extLst>
              <a:ext uri="{FF2B5EF4-FFF2-40B4-BE49-F238E27FC236}">
                <a16:creationId xmlns:a16="http://schemas.microsoft.com/office/drawing/2014/main" id="{C4222022-8345-1457-671B-1266E619C96D}"/>
              </a:ext>
            </a:extLst>
          </p:cNvPr>
          <p:cNvSpPr>
            <a:spLocks noGrp="1"/>
          </p:cNvSpPr>
          <p:nvPr>
            <p:ph type="sldNum" sz="quarter" idx="12"/>
          </p:nvPr>
        </p:nvSpPr>
        <p:spPr/>
        <p:txBody>
          <a:bodyPr/>
          <a:lstStyle/>
          <a:p>
            <a:fld id="{27CE633F-9882-4A5C-83A2-1109D0C73261}" type="slidenum">
              <a:rPr lang="en-US" smtClean="0"/>
              <a:t>9</a:t>
            </a:fld>
            <a:endParaRPr 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62248D1-0F60-98AB-9C23-CC59B2CBE3F2}"/>
                  </a:ext>
                </a:extLst>
              </p:cNvPr>
              <p:cNvSpPr txBox="1"/>
              <p:nvPr/>
            </p:nvSpPr>
            <p:spPr>
              <a:xfrm>
                <a:off x="956187" y="1692338"/>
                <a:ext cx="10800735" cy="2031325"/>
              </a:xfrm>
              <a:prstGeom prst="rect">
                <a:avLst/>
              </a:prstGeom>
              <a:noFill/>
            </p:spPr>
            <p:txBody>
              <a:bodyPr wrap="square" rtlCol="0">
                <a:spAutoFit/>
              </a:bodyPr>
              <a:lstStyle/>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𝑘</m:t>
                        </m:r>
                      </m:sub>
                    </m:sSub>
                  </m:oMath>
                </a14:m>
                <a:r>
                  <a:rPr kumimoji="1" lang="ja-JP" altLang="en-US" b="0" dirty="0"/>
                  <a:t>スコア：同じトピックにあるはず</a:t>
                </a:r>
                <a:r>
                  <a:rPr lang="ja-JP" altLang="en-US" dirty="0"/>
                  <a:t>の</a:t>
                </a:r>
                <a:r>
                  <a:rPr kumimoji="1" lang="ja-JP" altLang="en-US" b="0" dirty="0"/>
                  <a:t>発話を別トピックに割り当てた割合のスコア（低いほど高精度）</a:t>
                </a:r>
                <a:endParaRPr kumimoji="1" lang="en-US" altLang="ja-JP" b="0" dirty="0"/>
              </a:p>
              <a:p>
                <a:r>
                  <a:rPr kumimoji="1" lang="en-US" altLang="ja-JP" b="0" dirty="0"/>
                  <a:t>WD</a:t>
                </a:r>
                <a:r>
                  <a:rPr kumimoji="1" lang="ja-JP" altLang="en-US" b="0" dirty="0"/>
                  <a:t>スコア</a:t>
                </a:r>
                <a:r>
                  <a:rPr lang="ja-JP" altLang="en-US" dirty="0"/>
                  <a:t>：スライディングウィンドウ方式でのトピック分割精度を計算する。</a:t>
                </a:r>
                <a:endParaRPr lang="en-US" altLang="ja-JP" dirty="0"/>
              </a:p>
              <a:p>
                <a:r>
                  <a:rPr kumimoji="1" lang="ja-JP" altLang="en-US" b="0" dirty="0"/>
                  <a:t>　　　　　　全ウィンドウに対する不一致ウィンドウの割合のスコア（低いほど高精度）</a:t>
                </a:r>
                <a:endParaRPr kumimoji="1" lang="en-US" altLang="ja-JP" b="0" dirty="0"/>
              </a:p>
              <a:p>
                <a:endParaRPr lang="en-US" altLang="ja-JP" dirty="0"/>
              </a:p>
              <a:p>
                <a:r>
                  <a:rPr lang="ja-JP" altLang="en-US" dirty="0"/>
                  <a:t>比較</a:t>
                </a:r>
                <a:r>
                  <a:rPr kumimoji="1" lang="ja-JP" altLang="en-US" b="0" dirty="0"/>
                  <a:t>手法１：トピックエンコーダなし、</a:t>
                </a:r>
                <a:r>
                  <a:rPr kumimoji="1" lang="en-US" altLang="ja-JP" b="0" dirty="0"/>
                  <a:t>NSP-BERT</a:t>
                </a:r>
                <a:r>
                  <a:rPr kumimoji="1" lang="ja-JP" altLang="en-US" b="0" dirty="0"/>
                  <a:t>のみ</a:t>
                </a:r>
                <a:endParaRPr kumimoji="1" lang="en-US" altLang="ja-JP" b="0" dirty="0"/>
              </a:p>
              <a:p>
                <a:r>
                  <a:rPr kumimoji="1" lang="ja-JP" altLang="en-US" dirty="0"/>
                  <a:t>比較手法２：</a:t>
                </a:r>
                <a:r>
                  <a:rPr lang="en-US" altLang="ja-JP" dirty="0"/>
                  <a:t>NUM</a:t>
                </a:r>
                <a:r>
                  <a:rPr lang="ja-JP" altLang="en-US" dirty="0"/>
                  <a:t>タスクによる学習をしなかった</a:t>
                </a:r>
                <a:r>
                  <a:rPr lang="en-US" altLang="ja-JP" dirty="0" err="1"/>
                  <a:t>SimCSE</a:t>
                </a:r>
                <a:r>
                  <a:rPr lang="en-US" altLang="ja-JP" dirty="0"/>
                  <a:t>-BERT</a:t>
                </a:r>
              </a:p>
              <a:p>
                <a:r>
                  <a:rPr lang="ja-JP" altLang="en-US" dirty="0"/>
                  <a:t>提案手法（</a:t>
                </a:r>
                <a:r>
                  <a:rPr lang="en-US" altLang="ja-JP" dirty="0" err="1"/>
                  <a:t>DiaLSTART</a:t>
                </a:r>
                <a:r>
                  <a:rPr lang="ja-JP" altLang="en-US" dirty="0"/>
                  <a:t>） </a:t>
                </a:r>
                <a:endParaRPr lang="en-US" altLang="ja-JP" dirty="0"/>
              </a:p>
            </p:txBody>
          </p:sp>
        </mc:Choice>
        <mc:Fallback xmlns="">
          <p:sp>
            <p:nvSpPr>
              <p:cNvPr id="6" name="テキスト ボックス 5">
                <a:extLst>
                  <a:ext uri="{FF2B5EF4-FFF2-40B4-BE49-F238E27FC236}">
                    <a16:creationId xmlns:a16="http://schemas.microsoft.com/office/drawing/2014/main" id="{862248D1-0F60-98AB-9C23-CC59B2CBE3F2}"/>
                  </a:ext>
                </a:extLst>
              </p:cNvPr>
              <p:cNvSpPr txBox="1">
                <a:spLocks noRot="1" noChangeAspect="1" noMove="1" noResize="1" noEditPoints="1" noAdjustHandles="1" noChangeArrowheads="1" noChangeShapeType="1" noTextEdit="1"/>
              </p:cNvSpPr>
              <p:nvPr/>
            </p:nvSpPr>
            <p:spPr>
              <a:xfrm>
                <a:off x="956187" y="1692338"/>
                <a:ext cx="10800735" cy="2031325"/>
              </a:xfrm>
              <a:prstGeom prst="rect">
                <a:avLst/>
              </a:prstGeom>
              <a:blipFill>
                <a:blip r:embed="rId2"/>
                <a:stretch>
                  <a:fillRect l="-508" t="-1802" b="-3904"/>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AB9CF7F4-1FAB-4B0F-985A-9502BF3CEDC3}"/>
              </a:ext>
            </a:extLst>
          </p:cNvPr>
          <p:cNvSpPr txBox="1"/>
          <p:nvPr/>
        </p:nvSpPr>
        <p:spPr>
          <a:xfrm>
            <a:off x="1230260" y="5987018"/>
            <a:ext cx="10252587" cy="369332"/>
          </a:xfrm>
          <a:prstGeom prst="rect">
            <a:avLst/>
          </a:prstGeom>
          <a:noFill/>
        </p:spPr>
        <p:txBody>
          <a:bodyPr wrap="square" rtlCol="0">
            <a:spAutoFit/>
          </a:bodyPr>
          <a:lstStyle/>
          <a:p>
            <a:r>
              <a:rPr lang="ja-JP" altLang="en-US" dirty="0"/>
              <a:t>トピックエンコーダと</a:t>
            </a:r>
            <a:r>
              <a:rPr lang="en-US" altLang="ja-JP" dirty="0"/>
              <a:t>NUM</a:t>
            </a:r>
            <a:r>
              <a:rPr lang="ja-JP" altLang="en-US" dirty="0"/>
              <a:t>タスクによる追加学習によるトピック分割精度への貢献が確認できた</a:t>
            </a:r>
            <a:endParaRPr kumimoji="1" lang="ja-JP" altLang="en-US" dirty="0"/>
          </a:p>
        </p:txBody>
      </p:sp>
      <mc:AlternateContent xmlns:mc="http://schemas.openxmlformats.org/markup-compatibility/2006" xmlns:a14="http://schemas.microsoft.com/office/drawing/2010/main">
        <mc:Choice Requires="a14">
          <p:graphicFrame>
            <p:nvGraphicFramePr>
              <p:cNvPr id="8" name="表 7">
                <a:extLst>
                  <a:ext uri="{FF2B5EF4-FFF2-40B4-BE49-F238E27FC236}">
                    <a16:creationId xmlns:a16="http://schemas.microsoft.com/office/drawing/2014/main" id="{9B2A3E5D-82F8-33A4-013C-D029681DFF00}"/>
                  </a:ext>
                </a:extLst>
              </p:cNvPr>
              <p:cNvGraphicFramePr>
                <a:graphicFrameLocks noGrp="1"/>
              </p:cNvGraphicFramePr>
              <p:nvPr>
                <p:extLst>
                  <p:ext uri="{D42A27DB-BD31-4B8C-83A1-F6EECF244321}">
                    <p14:modId xmlns:p14="http://schemas.microsoft.com/office/powerpoint/2010/main" val="1344431864"/>
                  </p:ext>
                </p:extLst>
              </p:nvPr>
            </p:nvGraphicFramePr>
            <p:xfrm>
              <a:off x="1854201" y="4092995"/>
              <a:ext cx="8127999" cy="1479132"/>
            </p:xfrm>
            <a:graphic>
              <a:graphicData uri="http://schemas.openxmlformats.org/drawingml/2006/table">
                <a:tbl>
                  <a:tblPr firstRow="1" bandRow="1">
                    <a:tableStyleId>{5C22544A-7EE6-4342-B048-85BDC9FD1C3A}</a:tableStyleId>
                  </a:tblPr>
                  <a:tblGrid>
                    <a:gridCol w="2928374">
                      <a:extLst>
                        <a:ext uri="{9D8B030D-6E8A-4147-A177-3AD203B41FA5}">
                          <a16:colId xmlns:a16="http://schemas.microsoft.com/office/drawing/2014/main" val="1270186417"/>
                        </a:ext>
                      </a:extLst>
                    </a:gridCol>
                    <a:gridCol w="2490292">
                      <a:extLst>
                        <a:ext uri="{9D8B030D-6E8A-4147-A177-3AD203B41FA5}">
                          <a16:colId xmlns:a16="http://schemas.microsoft.com/office/drawing/2014/main" val="3187092389"/>
                        </a:ext>
                      </a:extLst>
                    </a:gridCol>
                    <a:gridCol w="2709333">
                      <a:extLst>
                        <a:ext uri="{9D8B030D-6E8A-4147-A177-3AD203B41FA5}">
                          <a16:colId xmlns:a16="http://schemas.microsoft.com/office/drawing/2014/main" val="1429751081"/>
                        </a:ext>
                      </a:extLst>
                    </a:gridCol>
                  </a:tblGrid>
                  <a:tr h="366612">
                    <a:tc>
                      <a:txBody>
                        <a:bodyPr/>
                        <a:lstStyle/>
                        <a:p>
                          <a:endParaRPr kumimoji="1" lang="ja-JP"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𝑘</m:t>
                                    </m:r>
                                  </m:sub>
                                </m:sSub>
                              </m:oMath>
                            </m:oMathPara>
                          </a14:m>
                          <a:endParaRPr kumimoji="1" lang="ja-JP" altLang="en-US" dirty="0"/>
                        </a:p>
                      </a:txBody>
                      <a:tcPr/>
                    </a:tc>
                    <a:tc>
                      <a:txBody>
                        <a:bodyPr/>
                        <a:lstStyle/>
                        <a:p>
                          <a:pPr algn="ctr"/>
                          <a:r>
                            <a:rPr kumimoji="1" lang="en-US" altLang="ja-JP" b="0" dirty="0"/>
                            <a:t>WD</a:t>
                          </a:r>
                          <a:endParaRPr kumimoji="1" lang="ja-JP" altLang="en-US" dirty="0"/>
                        </a:p>
                      </a:txBody>
                      <a:tcPr/>
                    </a:tc>
                    <a:extLst>
                      <a:ext uri="{0D108BD9-81ED-4DB2-BD59-A6C34878D82A}">
                        <a16:rowId xmlns:a16="http://schemas.microsoft.com/office/drawing/2014/main" val="3523261982"/>
                      </a:ext>
                    </a:extLst>
                  </a:tr>
                  <a:tr h="370840">
                    <a:tc>
                      <a:txBody>
                        <a:bodyPr/>
                        <a:lstStyle/>
                        <a:p>
                          <a:r>
                            <a:rPr kumimoji="1" lang="ja-JP" altLang="en-US" dirty="0"/>
                            <a:t>比較手法１</a:t>
                          </a:r>
                          <a:endParaRPr kumimoji="1" lang="en-US" altLang="ja-JP" dirty="0"/>
                        </a:p>
                      </a:txBody>
                      <a:tcPr/>
                    </a:tc>
                    <a:tc>
                      <a:txBody>
                        <a:bodyPr/>
                        <a:lstStyle/>
                        <a:p>
                          <a:pPr algn="ctr">
                            <a:buNone/>
                          </a:pPr>
                          <a:r>
                            <a:rPr lang="en-US" altLang="ja-JP" dirty="0"/>
                            <a:t>24.30</a:t>
                          </a:r>
                        </a:p>
                      </a:txBody>
                      <a:tcPr anchor="ctr"/>
                    </a:tc>
                    <a:tc>
                      <a:txBody>
                        <a:bodyPr/>
                        <a:lstStyle/>
                        <a:p>
                          <a:pPr algn="ctr"/>
                          <a:r>
                            <a:rPr kumimoji="1" lang="en-US" altLang="ja-JP" dirty="0"/>
                            <a:t>26.35</a:t>
                          </a:r>
                        </a:p>
                      </a:txBody>
                      <a:tcPr/>
                    </a:tc>
                    <a:extLst>
                      <a:ext uri="{0D108BD9-81ED-4DB2-BD59-A6C34878D82A}">
                        <a16:rowId xmlns:a16="http://schemas.microsoft.com/office/drawing/2014/main" val="4289330319"/>
                      </a:ext>
                    </a:extLst>
                  </a:tr>
                  <a:tr h="370840">
                    <a:tc>
                      <a:txBody>
                        <a:bodyPr/>
                        <a:lstStyle/>
                        <a:p>
                          <a:r>
                            <a:rPr kumimoji="1" lang="ja-JP" altLang="en-US" dirty="0"/>
                            <a:t>比較手法２</a:t>
                          </a:r>
                        </a:p>
                      </a:txBody>
                      <a:tcPr/>
                    </a:tc>
                    <a:tc>
                      <a:txBody>
                        <a:bodyPr/>
                        <a:lstStyle/>
                        <a:p>
                          <a:pPr algn="ctr"/>
                          <a:r>
                            <a:rPr kumimoji="1" lang="en-US" altLang="ja-JP" dirty="0"/>
                            <a:t>20.64</a:t>
                          </a:r>
                          <a:endParaRPr kumimoji="1" lang="ja-JP" altLang="en-US" dirty="0"/>
                        </a:p>
                      </a:txBody>
                      <a:tcPr/>
                    </a:tc>
                    <a:tc>
                      <a:txBody>
                        <a:bodyPr/>
                        <a:lstStyle/>
                        <a:p>
                          <a:pPr algn="ctr"/>
                          <a:r>
                            <a:rPr kumimoji="1" lang="en-US" altLang="ja-JP" dirty="0"/>
                            <a:t>22.25</a:t>
                          </a:r>
                          <a:endParaRPr kumimoji="1" lang="ja-JP" altLang="en-US" dirty="0"/>
                        </a:p>
                      </a:txBody>
                      <a:tcPr/>
                    </a:tc>
                    <a:extLst>
                      <a:ext uri="{0D108BD9-81ED-4DB2-BD59-A6C34878D82A}">
                        <a16:rowId xmlns:a16="http://schemas.microsoft.com/office/drawing/2014/main" val="788479561"/>
                      </a:ext>
                    </a:extLst>
                  </a:tr>
                  <a:tr h="370840">
                    <a:tc>
                      <a:txBody>
                        <a:bodyPr/>
                        <a:lstStyle/>
                        <a:p>
                          <a:r>
                            <a:rPr kumimoji="1" lang="ja-JP" altLang="en-US" dirty="0"/>
                            <a:t>提案手法（</a:t>
                          </a:r>
                          <a:r>
                            <a:rPr kumimoji="1" lang="en-US" altLang="ja-JP" dirty="0" err="1"/>
                            <a:t>DiaLSTART</a:t>
                          </a:r>
                          <a:r>
                            <a:rPr kumimoji="1" lang="ja-JP" altLang="en-US" dirty="0"/>
                            <a:t>）</a:t>
                          </a:r>
                        </a:p>
                      </a:txBody>
                      <a:tcPr/>
                    </a:tc>
                    <a:tc>
                      <a:txBody>
                        <a:bodyPr/>
                        <a:lstStyle/>
                        <a:p>
                          <a:pPr algn="ctr"/>
                          <a:r>
                            <a:rPr lang="en-US" altLang="ja-JP" dirty="0">
                              <a:solidFill>
                                <a:srgbClr val="FFC000"/>
                              </a:solidFill>
                            </a:rPr>
                            <a:t>17.86</a:t>
                          </a:r>
                          <a:endParaRPr kumimoji="1" lang="ja-JP" altLang="en-US" dirty="0">
                            <a:solidFill>
                              <a:srgbClr val="FFC000"/>
                            </a:solidFill>
                          </a:endParaRPr>
                        </a:p>
                      </a:txBody>
                      <a:tcPr/>
                    </a:tc>
                    <a:tc>
                      <a:txBody>
                        <a:bodyPr/>
                        <a:lstStyle/>
                        <a:p>
                          <a:pPr algn="ctr"/>
                          <a:r>
                            <a:rPr kumimoji="1" lang="en-US" altLang="ja-JP" dirty="0">
                              <a:solidFill>
                                <a:srgbClr val="FFC000"/>
                              </a:solidFill>
                            </a:rPr>
                            <a:t>19.80</a:t>
                          </a:r>
                        </a:p>
                      </a:txBody>
                      <a:tcPr/>
                    </a:tc>
                    <a:extLst>
                      <a:ext uri="{0D108BD9-81ED-4DB2-BD59-A6C34878D82A}">
                        <a16:rowId xmlns:a16="http://schemas.microsoft.com/office/drawing/2014/main" val="1191164586"/>
                      </a:ext>
                    </a:extLst>
                  </a:tr>
                </a:tbl>
              </a:graphicData>
            </a:graphic>
          </p:graphicFrame>
        </mc:Choice>
        <mc:Fallback xmlns="">
          <p:graphicFrame>
            <p:nvGraphicFramePr>
              <p:cNvPr id="8" name="表 7">
                <a:extLst>
                  <a:ext uri="{FF2B5EF4-FFF2-40B4-BE49-F238E27FC236}">
                    <a16:creationId xmlns:a16="http://schemas.microsoft.com/office/drawing/2014/main" id="{9B2A3E5D-82F8-33A4-013C-D029681DFF00}"/>
                  </a:ext>
                </a:extLst>
              </p:cNvPr>
              <p:cNvGraphicFramePr>
                <a:graphicFrameLocks noGrp="1"/>
              </p:cNvGraphicFramePr>
              <p:nvPr>
                <p:extLst>
                  <p:ext uri="{D42A27DB-BD31-4B8C-83A1-F6EECF244321}">
                    <p14:modId xmlns:p14="http://schemas.microsoft.com/office/powerpoint/2010/main" val="1344431864"/>
                  </p:ext>
                </p:extLst>
              </p:nvPr>
            </p:nvGraphicFramePr>
            <p:xfrm>
              <a:off x="1854201" y="4092995"/>
              <a:ext cx="8127999" cy="1479132"/>
            </p:xfrm>
            <a:graphic>
              <a:graphicData uri="http://schemas.openxmlformats.org/drawingml/2006/table">
                <a:tbl>
                  <a:tblPr firstRow="1" bandRow="1">
                    <a:tableStyleId>{5C22544A-7EE6-4342-B048-85BDC9FD1C3A}</a:tableStyleId>
                  </a:tblPr>
                  <a:tblGrid>
                    <a:gridCol w="2928374">
                      <a:extLst>
                        <a:ext uri="{9D8B030D-6E8A-4147-A177-3AD203B41FA5}">
                          <a16:colId xmlns:a16="http://schemas.microsoft.com/office/drawing/2014/main" val="1270186417"/>
                        </a:ext>
                      </a:extLst>
                    </a:gridCol>
                    <a:gridCol w="2490292">
                      <a:extLst>
                        <a:ext uri="{9D8B030D-6E8A-4147-A177-3AD203B41FA5}">
                          <a16:colId xmlns:a16="http://schemas.microsoft.com/office/drawing/2014/main" val="3187092389"/>
                        </a:ext>
                      </a:extLst>
                    </a:gridCol>
                    <a:gridCol w="2709333">
                      <a:extLst>
                        <a:ext uri="{9D8B030D-6E8A-4147-A177-3AD203B41FA5}">
                          <a16:colId xmlns:a16="http://schemas.microsoft.com/office/drawing/2014/main" val="1429751081"/>
                        </a:ext>
                      </a:extLst>
                    </a:gridCol>
                  </a:tblGrid>
                  <a:tr h="366612">
                    <a:tc>
                      <a:txBody>
                        <a:bodyPr/>
                        <a:lstStyle/>
                        <a:p>
                          <a:endParaRPr kumimoji="1" lang="ja-JP" altLang="en-US" dirty="0"/>
                        </a:p>
                      </a:txBody>
                      <a:tcPr/>
                    </a:tc>
                    <a:tc>
                      <a:txBody>
                        <a:bodyPr/>
                        <a:lstStyle/>
                        <a:p>
                          <a:endParaRPr lang="ja-JP"/>
                        </a:p>
                      </a:txBody>
                      <a:tcPr>
                        <a:blipFill>
                          <a:blip r:embed="rId3"/>
                          <a:stretch>
                            <a:fillRect l="-118137" t="-8333" r="-110049" b="-330000"/>
                          </a:stretch>
                        </a:blipFill>
                      </a:tcPr>
                    </a:tc>
                    <a:tc>
                      <a:txBody>
                        <a:bodyPr/>
                        <a:lstStyle/>
                        <a:p>
                          <a:pPr algn="ctr"/>
                          <a:r>
                            <a:rPr kumimoji="1" lang="en-US" altLang="ja-JP" b="0" dirty="0"/>
                            <a:t>WD</a:t>
                          </a:r>
                          <a:endParaRPr kumimoji="1" lang="ja-JP" altLang="en-US" dirty="0"/>
                        </a:p>
                      </a:txBody>
                      <a:tcPr/>
                    </a:tc>
                    <a:extLst>
                      <a:ext uri="{0D108BD9-81ED-4DB2-BD59-A6C34878D82A}">
                        <a16:rowId xmlns:a16="http://schemas.microsoft.com/office/drawing/2014/main" val="3523261982"/>
                      </a:ext>
                    </a:extLst>
                  </a:tr>
                  <a:tr h="370840">
                    <a:tc>
                      <a:txBody>
                        <a:bodyPr/>
                        <a:lstStyle/>
                        <a:p>
                          <a:r>
                            <a:rPr kumimoji="1" lang="ja-JP" altLang="en-US" dirty="0"/>
                            <a:t>比較手法１</a:t>
                          </a:r>
                          <a:endParaRPr kumimoji="1" lang="en-US" altLang="ja-JP" dirty="0"/>
                        </a:p>
                      </a:txBody>
                      <a:tcPr/>
                    </a:tc>
                    <a:tc>
                      <a:txBody>
                        <a:bodyPr/>
                        <a:lstStyle/>
                        <a:p>
                          <a:pPr algn="ctr">
                            <a:buNone/>
                          </a:pPr>
                          <a:r>
                            <a:rPr lang="en-US" altLang="ja-JP" dirty="0"/>
                            <a:t>24.30</a:t>
                          </a:r>
                        </a:p>
                      </a:txBody>
                      <a:tcPr anchor="ctr"/>
                    </a:tc>
                    <a:tc>
                      <a:txBody>
                        <a:bodyPr/>
                        <a:lstStyle/>
                        <a:p>
                          <a:pPr algn="ctr"/>
                          <a:r>
                            <a:rPr kumimoji="1" lang="en-US" altLang="ja-JP" dirty="0"/>
                            <a:t>26.35</a:t>
                          </a:r>
                        </a:p>
                      </a:txBody>
                      <a:tcPr/>
                    </a:tc>
                    <a:extLst>
                      <a:ext uri="{0D108BD9-81ED-4DB2-BD59-A6C34878D82A}">
                        <a16:rowId xmlns:a16="http://schemas.microsoft.com/office/drawing/2014/main" val="4289330319"/>
                      </a:ext>
                    </a:extLst>
                  </a:tr>
                  <a:tr h="370840">
                    <a:tc>
                      <a:txBody>
                        <a:bodyPr/>
                        <a:lstStyle/>
                        <a:p>
                          <a:r>
                            <a:rPr kumimoji="1" lang="ja-JP" altLang="en-US" dirty="0"/>
                            <a:t>比較手法２</a:t>
                          </a:r>
                        </a:p>
                      </a:txBody>
                      <a:tcPr/>
                    </a:tc>
                    <a:tc>
                      <a:txBody>
                        <a:bodyPr/>
                        <a:lstStyle/>
                        <a:p>
                          <a:pPr algn="ctr"/>
                          <a:r>
                            <a:rPr kumimoji="1" lang="en-US" altLang="ja-JP" dirty="0"/>
                            <a:t>20.64</a:t>
                          </a:r>
                          <a:endParaRPr kumimoji="1" lang="ja-JP" altLang="en-US" dirty="0"/>
                        </a:p>
                      </a:txBody>
                      <a:tcPr/>
                    </a:tc>
                    <a:tc>
                      <a:txBody>
                        <a:bodyPr/>
                        <a:lstStyle/>
                        <a:p>
                          <a:pPr algn="ctr"/>
                          <a:r>
                            <a:rPr kumimoji="1" lang="en-US" altLang="ja-JP" dirty="0"/>
                            <a:t>22.25</a:t>
                          </a:r>
                          <a:endParaRPr kumimoji="1" lang="ja-JP" altLang="en-US" dirty="0"/>
                        </a:p>
                      </a:txBody>
                      <a:tcPr/>
                    </a:tc>
                    <a:extLst>
                      <a:ext uri="{0D108BD9-81ED-4DB2-BD59-A6C34878D82A}">
                        <a16:rowId xmlns:a16="http://schemas.microsoft.com/office/drawing/2014/main" val="788479561"/>
                      </a:ext>
                    </a:extLst>
                  </a:tr>
                  <a:tr h="370840">
                    <a:tc>
                      <a:txBody>
                        <a:bodyPr/>
                        <a:lstStyle/>
                        <a:p>
                          <a:r>
                            <a:rPr kumimoji="1" lang="ja-JP" altLang="en-US" dirty="0"/>
                            <a:t>提案手法（</a:t>
                          </a:r>
                          <a:r>
                            <a:rPr kumimoji="1" lang="en-US" altLang="ja-JP" dirty="0" err="1"/>
                            <a:t>DiaLSTART</a:t>
                          </a:r>
                          <a:r>
                            <a:rPr kumimoji="1" lang="ja-JP" altLang="en-US" dirty="0"/>
                            <a:t>）</a:t>
                          </a:r>
                        </a:p>
                      </a:txBody>
                      <a:tcPr/>
                    </a:tc>
                    <a:tc>
                      <a:txBody>
                        <a:bodyPr/>
                        <a:lstStyle/>
                        <a:p>
                          <a:pPr algn="ctr"/>
                          <a:r>
                            <a:rPr lang="en-US" altLang="ja-JP" dirty="0">
                              <a:solidFill>
                                <a:srgbClr val="FFC000"/>
                              </a:solidFill>
                            </a:rPr>
                            <a:t>17.86</a:t>
                          </a:r>
                          <a:endParaRPr kumimoji="1" lang="ja-JP" altLang="en-US" dirty="0">
                            <a:solidFill>
                              <a:srgbClr val="FFC000"/>
                            </a:solidFill>
                          </a:endParaRPr>
                        </a:p>
                      </a:txBody>
                      <a:tcPr/>
                    </a:tc>
                    <a:tc>
                      <a:txBody>
                        <a:bodyPr/>
                        <a:lstStyle/>
                        <a:p>
                          <a:pPr algn="ctr"/>
                          <a:r>
                            <a:rPr kumimoji="1" lang="en-US" altLang="ja-JP" dirty="0">
                              <a:solidFill>
                                <a:srgbClr val="FFC000"/>
                              </a:solidFill>
                            </a:rPr>
                            <a:t>19.80</a:t>
                          </a:r>
                        </a:p>
                      </a:txBody>
                      <a:tcPr/>
                    </a:tc>
                    <a:extLst>
                      <a:ext uri="{0D108BD9-81ED-4DB2-BD59-A6C34878D82A}">
                        <a16:rowId xmlns:a16="http://schemas.microsoft.com/office/drawing/2014/main" val="1191164586"/>
                      </a:ext>
                    </a:extLst>
                  </a:tr>
                </a:tbl>
              </a:graphicData>
            </a:graphic>
          </p:graphicFrame>
        </mc:Fallback>
      </mc:AlternateContent>
    </p:spTree>
    <p:extLst>
      <p:ext uri="{BB962C8B-B14F-4D97-AF65-F5344CB8AC3E}">
        <p14:creationId xmlns:p14="http://schemas.microsoft.com/office/powerpoint/2010/main" val="2135217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EC8DA3-9A8F-61A5-BD9D-5FC6ED4CF243}"/>
              </a:ext>
            </a:extLst>
          </p:cNvPr>
          <p:cNvSpPr>
            <a:spLocks noGrp="1"/>
          </p:cNvSpPr>
          <p:nvPr>
            <p:ph type="title"/>
          </p:nvPr>
        </p:nvSpPr>
        <p:spPr/>
        <p:txBody>
          <a:bodyPr/>
          <a:lstStyle/>
          <a:p>
            <a:r>
              <a:rPr kumimoji="1" lang="ja-JP" altLang="en-US" dirty="0"/>
              <a:t>他の関連研究でのトピック分割手法</a:t>
            </a:r>
          </a:p>
        </p:txBody>
      </p:sp>
      <p:sp>
        <p:nvSpPr>
          <p:cNvPr id="3" name="コンテンツ プレースホルダー 2">
            <a:extLst>
              <a:ext uri="{FF2B5EF4-FFF2-40B4-BE49-F238E27FC236}">
                <a16:creationId xmlns:a16="http://schemas.microsoft.com/office/drawing/2014/main" id="{A3E4569A-792C-2CBC-DD88-2A752A5C60D6}"/>
              </a:ext>
            </a:extLst>
          </p:cNvPr>
          <p:cNvSpPr>
            <a:spLocks noGrp="1"/>
          </p:cNvSpPr>
          <p:nvPr>
            <p:ph idx="1"/>
          </p:nvPr>
        </p:nvSpPr>
        <p:spPr>
          <a:xfrm>
            <a:off x="838200" y="1825625"/>
            <a:ext cx="11216148" cy="4351338"/>
          </a:xfrm>
        </p:spPr>
        <p:txBody>
          <a:bodyPr/>
          <a:lstStyle/>
          <a:p>
            <a:r>
              <a:rPr kumimoji="1" lang="ja-JP" altLang="en-US" dirty="0"/>
              <a:t>文書埋め込み→隣接発話間の</a:t>
            </a:r>
            <a:r>
              <a:rPr kumimoji="1" lang="en-US" altLang="ja-JP" dirty="0"/>
              <a:t>cos</a:t>
            </a:r>
            <a:r>
              <a:rPr kumimoji="1" lang="ja-JP" altLang="en-US" dirty="0"/>
              <a:t>類似度での変化点検出</a:t>
            </a:r>
            <a:endParaRPr kumimoji="1" lang="en-US" altLang="ja-JP" dirty="0"/>
          </a:p>
          <a:p>
            <a:endParaRPr kumimoji="1" lang="en-US" altLang="ja-JP" dirty="0"/>
          </a:p>
          <a:p>
            <a:r>
              <a:rPr kumimoji="1" lang="ja-JP" altLang="en-US" dirty="0"/>
              <a:t>文書埋め込み→ベクトルのクラスタリングによるトピック分割</a:t>
            </a:r>
            <a:endParaRPr kumimoji="1" lang="en-US" altLang="ja-JP" dirty="0"/>
          </a:p>
          <a:p>
            <a:endParaRPr kumimoji="1" lang="en-US" altLang="ja-JP" dirty="0"/>
          </a:p>
          <a:p>
            <a:r>
              <a:rPr kumimoji="1" lang="en-US" altLang="ja-JP" dirty="0"/>
              <a:t>LLM</a:t>
            </a:r>
            <a:r>
              <a:rPr kumimoji="1" lang="ja-JP" altLang="en-US" dirty="0"/>
              <a:t>によるトピック分割（</a:t>
            </a:r>
            <a:r>
              <a:rPr kumimoji="1" lang="en-US" altLang="ja-JP" dirty="0"/>
              <a:t>GPT</a:t>
            </a:r>
            <a:r>
              <a:rPr kumimoji="1" lang="ja-JP" altLang="en-US" dirty="0"/>
              <a:t>など）</a:t>
            </a:r>
          </a:p>
        </p:txBody>
      </p:sp>
      <p:sp>
        <p:nvSpPr>
          <p:cNvPr id="4" name="スライド番号プレースホルダー 3">
            <a:extLst>
              <a:ext uri="{FF2B5EF4-FFF2-40B4-BE49-F238E27FC236}">
                <a16:creationId xmlns:a16="http://schemas.microsoft.com/office/drawing/2014/main" id="{4E60EE3C-0251-6416-43C3-ABEC618622D3}"/>
              </a:ext>
            </a:extLst>
          </p:cNvPr>
          <p:cNvSpPr>
            <a:spLocks noGrp="1"/>
          </p:cNvSpPr>
          <p:nvPr>
            <p:ph type="sldNum" sz="quarter" idx="12"/>
          </p:nvPr>
        </p:nvSpPr>
        <p:spPr/>
        <p:txBody>
          <a:bodyPr/>
          <a:lstStyle/>
          <a:p>
            <a:fld id="{27CE633F-9882-4A5C-83A2-1109D0C73261}" type="slidenum">
              <a:rPr lang="en-US" smtClean="0"/>
              <a:t>10</a:t>
            </a:fld>
            <a:endParaRPr lang="en-US"/>
          </a:p>
        </p:txBody>
      </p:sp>
    </p:spTree>
    <p:extLst>
      <p:ext uri="{BB962C8B-B14F-4D97-AF65-F5344CB8AC3E}">
        <p14:creationId xmlns:p14="http://schemas.microsoft.com/office/powerpoint/2010/main" val="2002735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DA4B58-8FF2-FC9A-4405-96617F23CA8D}"/>
              </a:ext>
            </a:extLst>
          </p:cNvPr>
          <p:cNvSpPr>
            <a:spLocks noGrp="1"/>
          </p:cNvSpPr>
          <p:nvPr>
            <p:ph type="title"/>
          </p:nvPr>
        </p:nvSpPr>
        <p:spPr>
          <a:xfrm>
            <a:off x="2244213" y="2648230"/>
            <a:ext cx="10515600" cy="1325563"/>
          </a:xfrm>
        </p:spPr>
        <p:txBody>
          <a:bodyPr/>
          <a:lstStyle/>
          <a:p>
            <a:r>
              <a:rPr kumimoji="1" lang="ja-JP" altLang="en-US" sz="5400" dirty="0">
                <a:solidFill>
                  <a:srgbClr val="00B0F0"/>
                </a:solidFill>
              </a:rPr>
              <a:t>自分の研究内容について</a:t>
            </a:r>
          </a:p>
        </p:txBody>
      </p:sp>
      <p:sp>
        <p:nvSpPr>
          <p:cNvPr id="4" name="スライド番号プレースホルダー 3">
            <a:extLst>
              <a:ext uri="{FF2B5EF4-FFF2-40B4-BE49-F238E27FC236}">
                <a16:creationId xmlns:a16="http://schemas.microsoft.com/office/drawing/2014/main" id="{D34BA714-E922-CB33-FB00-23B1A235CDCA}"/>
              </a:ext>
            </a:extLst>
          </p:cNvPr>
          <p:cNvSpPr>
            <a:spLocks noGrp="1"/>
          </p:cNvSpPr>
          <p:nvPr>
            <p:ph type="sldNum" sz="quarter" idx="12"/>
          </p:nvPr>
        </p:nvSpPr>
        <p:spPr/>
        <p:txBody>
          <a:bodyPr/>
          <a:lstStyle/>
          <a:p>
            <a:fld id="{27CE633F-9882-4A5C-83A2-1109D0C73261}" type="slidenum">
              <a:rPr lang="en-US" smtClean="0"/>
              <a:t>11</a:t>
            </a:fld>
            <a:endParaRPr lang="en-US"/>
          </a:p>
        </p:txBody>
      </p:sp>
    </p:spTree>
    <p:extLst>
      <p:ext uri="{BB962C8B-B14F-4D97-AF65-F5344CB8AC3E}">
        <p14:creationId xmlns:p14="http://schemas.microsoft.com/office/powerpoint/2010/main" val="3679703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E55A0-71F1-CCFD-94DE-996A26B9AB6B}"/>
              </a:ext>
            </a:extLst>
          </p:cNvPr>
          <p:cNvSpPr>
            <a:spLocks noGrp="1"/>
          </p:cNvSpPr>
          <p:nvPr>
            <p:ph type="title"/>
          </p:nvPr>
        </p:nvSpPr>
        <p:spPr/>
        <p:txBody>
          <a:bodyPr/>
          <a:lstStyle/>
          <a:p>
            <a:r>
              <a:rPr kumimoji="1" lang="ja-JP" altLang="en-US" sz="4000" dirty="0"/>
              <a:t>入力内容と目標とする出力内容について</a:t>
            </a:r>
          </a:p>
        </p:txBody>
      </p:sp>
      <p:sp>
        <p:nvSpPr>
          <p:cNvPr id="3" name="コンテンツ プレースホルダー 2">
            <a:extLst>
              <a:ext uri="{FF2B5EF4-FFF2-40B4-BE49-F238E27FC236}">
                <a16:creationId xmlns:a16="http://schemas.microsoft.com/office/drawing/2014/main" id="{48DF6A21-05B0-DF74-8CFF-E2CB9D1B9A5B}"/>
              </a:ext>
            </a:extLst>
          </p:cNvPr>
          <p:cNvSpPr>
            <a:spLocks noGrp="1"/>
          </p:cNvSpPr>
          <p:nvPr>
            <p:ph idx="1"/>
          </p:nvPr>
        </p:nvSpPr>
        <p:spPr/>
        <p:txBody>
          <a:bodyPr/>
          <a:lstStyle/>
          <a:p>
            <a:r>
              <a:rPr kumimoji="1" lang="ja-JP" altLang="en-US" dirty="0"/>
              <a:t>対象動画：１時間以上の雑談動画（発話者は１人とする）</a:t>
            </a:r>
            <a:endParaRPr kumimoji="1" lang="en-US" altLang="ja-JP" dirty="0"/>
          </a:p>
          <a:p>
            <a:endParaRPr kumimoji="1" lang="en-US" altLang="ja-JP" dirty="0"/>
          </a:p>
          <a:p>
            <a:r>
              <a:rPr kumimoji="1" lang="ja-JP" altLang="en-US" dirty="0"/>
              <a:t>入力内容：切り抜き対象の</a:t>
            </a:r>
            <a:r>
              <a:rPr kumimoji="1" lang="en-US" altLang="ja-JP" dirty="0" err="1"/>
              <a:t>YoutubeURL</a:t>
            </a:r>
            <a:endParaRPr kumimoji="1" lang="en-US" altLang="ja-JP" dirty="0"/>
          </a:p>
          <a:p>
            <a:endParaRPr kumimoji="1" lang="en-US" altLang="ja-JP" dirty="0"/>
          </a:p>
          <a:p>
            <a:r>
              <a:rPr kumimoji="1" lang="ja-JP" altLang="en-US" dirty="0"/>
              <a:t>出力内容：字幕データからトピックチャンクをつくり、その中で視聴者コメントを利用し盛り上がりがあったトピックチャンクを抽出。取り出したものを結合して全体の</a:t>
            </a:r>
            <a:r>
              <a:rPr kumimoji="1" lang="en-US" altLang="ja-JP" dirty="0"/>
              <a:t>10</a:t>
            </a:r>
            <a:r>
              <a:rPr kumimoji="1" lang="ja-JP" altLang="en-US" dirty="0"/>
              <a:t>％程度の長さにした動画</a:t>
            </a:r>
          </a:p>
        </p:txBody>
      </p:sp>
      <p:sp>
        <p:nvSpPr>
          <p:cNvPr id="4" name="スライド番号プレースホルダー 3">
            <a:extLst>
              <a:ext uri="{FF2B5EF4-FFF2-40B4-BE49-F238E27FC236}">
                <a16:creationId xmlns:a16="http://schemas.microsoft.com/office/drawing/2014/main" id="{F0D88812-4A36-89B0-6FF6-1DD95C0B3779}"/>
              </a:ext>
            </a:extLst>
          </p:cNvPr>
          <p:cNvSpPr>
            <a:spLocks noGrp="1"/>
          </p:cNvSpPr>
          <p:nvPr>
            <p:ph type="sldNum" sz="quarter" idx="12"/>
          </p:nvPr>
        </p:nvSpPr>
        <p:spPr/>
        <p:txBody>
          <a:bodyPr/>
          <a:lstStyle/>
          <a:p>
            <a:fld id="{27CE633F-9882-4A5C-83A2-1109D0C73261}" type="slidenum">
              <a:rPr lang="en-US" smtClean="0"/>
              <a:t>12</a:t>
            </a:fld>
            <a:endParaRPr lang="en-US"/>
          </a:p>
        </p:txBody>
      </p:sp>
    </p:spTree>
    <p:extLst>
      <p:ext uri="{BB962C8B-B14F-4D97-AF65-F5344CB8AC3E}">
        <p14:creationId xmlns:p14="http://schemas.microsoft.com/office/powerpoint/2010/main" val="412479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9AFC9-C9E5-8696-FB23-3D9031038DC4}"/>
              </a:ext>
            </a:extLst>
          </p:cNvPr>
          <p:cNvSpPr>
            <a:spLocks noGrp="1"/>
          </p:cNvSpPr>
          <p:nvPr>
            <p:ph type="title"/>
          </p:nvPr>
        </p:nvSpPr>
        <p:spPr/>
        <p:txBody>
          <a:bodyPr/>
          <a:lstStyle/>
          <a:p>
            <a:r>
              <a:rPr kumimoji="1" lang="ja-JP" altLang="en-US" dirty="0"/>
              <a:t>進捗状況</a:t>
            </a:r>
          </a:p>
        </p:txBody>
      </p:sp>
      <p:sp>
        <p:nvSpPr>
          <p:cNvPr id="3" name="コンテンツ プレースホルダー 2">
            <a:extLst>
              <a:ext uri="{FF2B5EF4-FFF2-40B4-BE49-F238E27FC236}">
                <a16:creationId xmlns:a16="http://schemas.microsoft.com/office/drawing/2014/main" id="{5858F73E-F153-A330-750A-B8E321E242DD}"/>
              </a:ext>
            </a:extLst>
          </p:cNvPr>
          <p:cNvSpPr>
            <a:spLocks noGrp="1"/>
          </p:cNvSpPr>
          <p:nvPr>
            <p:ph idx="1"/>
          </p:nvPr>
        </p:nvSpPr>
        <p:spPr/>
        <p:txBody>
          <a:bodyPr/>
          <a:lstStyle/>
          <a:p>
            <a:r>
              <a:rPr kumimoji="1" lang="ja-JP" altLang="en-US" dirty="0"/>
              <a:t>トピック分割手法の検討中</a:t>
            </a:r>
            <a:endParaRPr kumimoji="1" lang="en-US" altLang="ja-JP" dirty="0"/>
          </a:p>
          <a:p>
            <a:r>
              <a:rPr kumimoji="1" lang="ja-JP" altLang="en-US" dirty="0"/>
              <a:t>１．</a:t>
            </a:r>
            <a:r>
              <a:rPr kumimoji="1" lang="en-US" altLang="ja-JP" dirty="0" err="1"/>
              <a:t>BERTopic</a:t>
            </a:r>
            <a:r>
              <a:rPr kumimoji="1" lang="ja-JP" altLang="en-US" dirty="0"/>
              <a:t>によるトピック分割</a:t>
            </a:r>
            <a:endParaRPr kumimoji="1" lang="en-US" altLang="ja-JP" dirty="0"/>
          </a:p>
          <a:p>
            <a:r>
              <a:rPr kumimoji="1" lang="ja-JP" altLang="en-US" dirty="0"/>
              <a:t>２．</a:t>
            </a:r>
            <a:r>
              <a:rPr kumimoji="1" lang="en-US" altLang="ja-JP" dirty="0"/>
              <a:t>GPT-4</a:t>
            </a:r>
            <a:r>
              <a:rPr kumimoji="1" lang="ja-JP" altLang="en-US" dirty="0"/>
              <a:t>によるトピック分割</a:t>
            </a:r>
            <a:endParaRPr kumimoji="1" lang="en-US" altLang="ja-JP" dirty="0"/>
          </a:p>
          <a:p>
            <a:pPr marL="0" indent="0">
              <a:buNone/>
            </a:pPr>
            <a:endParaRPr kumimoji="1" lang="ja-JP" altLang="en-US" dirty="0"/>
          </a:p>
        </p:txBody>
      </p:sp>
      <p:sp>
        <p:nvSpPr>
          <p:cNvPr id="4" name="スライド番号プレースホルダー 3">
            <a:extLst>
              <a:ext uri="{FF2B5EF4-FFF2-40B4-BE49-F238E27FC236}">
                <a16:creationId xmlns:a16="http://schemas.microsoft.com/office/drawing/2014/main" id="{56D2FFAA-AF83-DC61-0A06-44080C6AB23B}"/>
              </a:ext>
            </a:extLst>
          </p:cNvPr>
          <p:cNvSpPr>
            <a:spLocks noGrp="1"/>
          </p:cNvSpPr>
          <p:nvPr>
            <p:ph type="sldNum" sz="quarter" idx="12"/>
          </p:nvPr>
        </p:nvSpPr>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1453310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196BE5-3918-D270-0DD8-E65F2D721541}"/>
              </a:ext>
            </a:extLst>
          </p:cNvPr>
          <p:cNvSpPr>
            <a:spLocks noGrp="1"/>
          </p:cNvSpPr>
          <p:nvPr>
            <p:ph type="title"/>
          </p:nvPr>
        </p:nvSpPr>
        <p:spPr/>
        <p:txBody>
          <a:bodyPr/>
          <a:lstStyle/>
          <a:p>
            <a:r>
              <a:rPr kumimoji="1" lang="en-US" altLang="ja-JP" dirty="0" err="1"/>
              <a:t>BERTopic</a:t>
            </a:r>
            <a:r>
              <a:rPr kumimoji="1" lang="ja-JP" altLang="en-US" dirty="0"/>
              <a:t>の特徴</a:t>
            </a:r>
          </a:p>
        </p:txBody>
      </p:sp>
      <p:sp>
        <p:nvSpPr>
          <p:cNvPr id="3" name="コンテンツ プレースホルダー 2">
            <a:extLst>
              <a:ext uri="{FF2B5EF4-FFF2-40B4-BE49-F238E27FC236}">
                <a16:creationId xmlns:a16="http://schemas.microsoft.com/office/drawing/2014/main" id="{71FC8C45-89A2-020F-EE28-2E7866B243BB}"/>
              </a:ext>
            </a:extLst>
          </p:cNvPr>
          <p:cNvSpPr>
            <a:spLocks noGrp="1"/>
          </p:cNvSpPr>
          <p:nvPr>
            <p:ph idx="1"/>
          </p:nvPr>
        </p:nvSpPr>
        <p:spPr/>
        <p:txBody>
          <a:bodyPr/>
          <a:lstStyle/>
          <a:p>
            <a:r>
              <a:rPr kumimoji="1" lang="ja-JP" altLang="en-US" dirty="0"/>
              <a:t>３段階プロセス</a:t>
            </a:r>
            <a:endParaRPr kumimoji="1" lang="en-US" altLang="ja-JP" dirty="0"/>
          </a:p>
          <a:p>
            <a:pPr marL="0" indent="0">
              <a:buNone/>
            </a:pPr>
            <a:endParaRPr kumimoji="1" lang="en-US" altLang="ja-JP" dirty="0"/>
          </a:p>
          <a:p>
            <a:r>
              <a:rPr kumimoji="1" lang="en-US" altLang="ja-JP" dirty="0"/>
              <a:t>1.</a:t>
            </a:r>
            <a:r>
              <a:rPr kumimoji="1" lang="ja-JP" altLang="en-US" dirty="0"/>
              <a:t>文書の埋め込み（モデルは選択可能）</a:t>
            </a:r>
            <a:endParaRPr kumimoji="1" lang="en-US" altLang="ja-JP" dirty="0"/>
          </a:p>
          <a:p>
            <a:r>
              <a:rPr kumimoji="1" lang="en-US" altLang="ja-JP" dirty="0"/>
              <a:t>2.</a:t>
            </a:r>
            <a:r>
              <a:rPr kumimoji="1" lang="ja-JP" altLang="en-US" dirty="0"/>
              <a:t>クラスタリング（</a:t>
            </a:r>
            <a:r>
              <a:rPr kumimoji="1" lang="en-US" altLang="ja-JP" dirty="0"/>
              <a:t>HDBSCAN</a:t>
            </a:r>
            <a:r>
              <a:rPr kumimoji="1" lang="ja-JP" altLang="en-US" dirty="0"/>
              <a:t>）</a:t>
            </a:r>
            <a:endParaRPr kumimoji="1" lang="en-US" altLang="ja-JP" dirty="0"/>
          </a:p>
          <a:p>
            <a:r>
              <a:rPr kumimoji="1" lang="en-US" altLang="ja-JP" dirty="0"/>
              <a:t>3.</a:t>
            </a:r>
            <a:r>
              <a:rPr kumimoji="1" lang="ja-JP" altLang="en-US" dirty="0"/>
              <a:t>トピック名生成（</a:t>
            </a:r>
            <a:r>
              <a:rPr kumimoji="1" lang="en-US" altLang="ja-JP" dirty="0"/>
              <a:t>TF-IDF</a:t>
            </a:r>
            <a:r>
              <a:rPr kumimoji="1" lang="ja-JP" altLang="en-US" dirty="0"/>
              <a:t>が利用される）</a:t>
            </a:r>
            <a:endParaRPr kumimoji="1" lang="en-US" altLang="ja-JP" dirty="0"/>
          </a:p>
        </p:txBody>
      </p:sp>
      <p:sp>
        <p:nvSpPr>
          <p:cNvPr id="4" name="スライド番号プレースホルダー 3">
            <a:extLst>
              <a:ext uri="{FF2B5EF4-FFF2-40B4-BE49-F238E27FC236}">
                <a16:creationId xmlns:a16="http://schemas.microsoft.com/office/drawing/2014/main" id="{4C0ADBB7-9853-4F53-6D20-D9DCAED21332}"/>
              </a:ext>
            </a:extLst>
          </p:cNvPr>
          <p:cNvSpPr>
            <a:spLocks noGrp="1"/>
          </p:cNvSpPr>
          <p:nvPr>
            <p:ph type="sldNum" sz="quarter" idx="12"/>
          </p:nvPr>
        </p:nvSpPr>
        <p:spPr/>
        <p:txBody>
          <a:bodyPr/>
          <a:lstStyle/>
          <a:p>
            <a:fld id="{27CE633F-9882-4A5C-83A2-1109D0C73261}" type="slidenum">
              <a:rPr lang="en-US" smtClean="0"/>
              <a:t>14</a:t>
            </a:fld>
            <a:endParaRPr lang="en-US"/>
          </a:p>
        </p:txBody>
      </p:sp>
    </p:spTree>
    <p:extLst>
      <p:ext uri="{BB962C8B-B14F-4D97-AF65-F5344CB8AC3E}">
        <p14:creationId xmlns:p14="http://schemas.microsoft.com/office/powerpoint/2010/main" val="4214216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D17100-23D7-4C45-97FF-2957201E52B8}"/>
              </a:ext>
            </a:extLst>
          </p:cNvPr>
          <p:cNvSpPr>
            <a:spLocks noGrp="1"/>
          </p:cNvSpPr>
          <p:nvPr>
            <p:ph type="title"/>
          </p:nvPr>
        </p:nvSpPr>
        <p:spPr/>
        <p:txBody>
          <a:bodyPr/>
          <a:lstStyle/>
          <a:p>
            <a:r>
              <a:rPr kumimoji="1" lang="ja-JP" altLang="en-US" sz="3600" dirty="0"/>
              <a:t>試用してみての結果</a:t>
            </a:r>
          </a:p>
        </p:txBody>
      </p:sp>
      <p:graphicFrame>
        <p:nvGraphicFramePr>
          <p:cNvPr id="5" name="コンテンツ プレースホルダー 4">
            <a:extLst>
              <a:ext uri="{FF2B5EF4-FFF2-40B4-BE49-F238E27FC236}">
                <a16:creationId xmlns:a16="http://schemas.microsoft.com/office/drawing/2014/main" id="{5B4DEA81-C878-CE55-2F4F-AC9DD09B8D47}"/>
              </a:ext>
            </a:extLst>
          </p:cNvPr>
          <p:cNvGraphicFramePr>
            <a:graphicFrameLocks noGrp="1"/>
          </p:cNvGraphicFramePr>
          <p:nvPr>
            <p:ph idx="1"/>
            <p:extLst>
              <p:ext uri="{D42A27DB-BD31-4B8C-83A1-F6EECF244321}">
                <p14:modId xmlns:p14="http://schemas.microsoft.com/office/powerpoint/2010/main" val="2660554180"/>
              </p:ext>
            </p:extLst>
          </p:nvPr>
        </p:nvGraphicFramePr>
        <p:xfrm>
          <a:off x="838200" y="1825625"/>
          <a:ext cx="11117826" cy="3063418"/>
        </p:xfrm>
        <a:graphic>
          <a:graphicData uri="http://schemas.openxmlformats.org/drawingml/2006/table">
            <a:tbl>
              <a:tblPr firstRow="1" bandRow="1">
                <a:tableStyleId>{5C22544A-7EE6-4342-B048-85BDC9FD1C3A}</a:tableStyleId>
              </a:tblPr>
              <a:tblGrid>
                <a:gridCol w="3705942">
                  <a:extLst>
                    <a:ext uri="{9D8B030D-6E8A-4147-A177-3AD203B41FA5}">
                      <a16:colId xmlns:a16="http://schemas.microsoft.com/office/drawing/2014/main" val="3886042745"/>
                    </a:ext>
                  </a:extLst>
                </a:gridCol>
                <a:gridCol w="3705942">
                  <a:extLst>
                    <a:ext uri="{9D8B030D-6E8A-4147-A177-3AD203B41FA5}">
                      <a16:colId xmlns:a16="http://schemas.microsoft.com/office/drawing/2014/main" val="3188217395"/>
                    </a:ext>
                  </a:extLst>
                </a:gridCol>
                <a:gridCol w="3705942">
                  <a:extLst>
                    <a:ext uri="{9D8B030D-6E8A-4147-A177-3AD203B41FA5}">
                      <a16:colId xmlns:a16="http://schemas.microsoft.com/office/drawing/2014/main" val="3091109925"/>
                    </a:ext>
                  </a:extLst>
                </a:gridCol>
              </a:tblGrid>
              <a:tr h="452900">
                <a:tc>
                  <a:txBody>
                    <a:bodyPr/>
                    <a:lstStyle/>
                    <a:p>
                      <a:pPr algn="ctr"/>
                      <a:endParaRPr kumimoji="1" lang="ja-JP" altLang="en-US" dirty="0"/>
                    </a:p>
                  </a:txBody>
                  <a:tcPr/>
                </a:tc>
                <a:tc>
                  <a:txBody>
                    <a:bodyPr/>
                    <a:lstStyle/>
                    <a:p>
                      <a:pPr algn="ctr"/>
                      <a:r>
                        <a:rPr kumimoji="1" lang="en-US" altLang="ja-JP" dirty="0" err="1"/>
                        <a:t>BERTopic</a:t>
                      </a:r>
                      <a:endParaRPr kumimoji="1" lang="ja-JP" altLang="en-US" dirty="0"/>
                    </a:p>
                  </a:txBody>
                  <a:tcPr/>
                </a:tc>
                <a:tc>
                  <a:txBody>
                    <a:bodyPr/>
                    <a:lstStyle/>
                    <a:p>
                      <a:pPr algn="ctr"/>
                      <a:r>
                        <a:rPr kumimoji="1" lang="en-US" altLang="ja-JP" dirty="0"/>
                        <a:t>GPT-4</a:t>
                      </a:r>
                      <a:endParaRPr kumimoji="1" lang="ja-JP" altLang="en-US" dirty="0"/>
                    </a:p>
                  </a:txBody>
                  <a:tcPr/>
                </a:tc>
                <a:extLst>
                  <a:ext uri="{0D108BD9-81ED-4DB2-BD59-A6C34878D82A}">
                    <a16:rowId xmlns:a16="http://schemas.microsoft.com/office/drawing/2014/main" val="2064293196"/>
                  </a:ext>
                </a:extLst>
              </a:tr>
              <a:tr h="795208">
                <a:tc>
                  <a:txBody>
                    <a:bodyPr/>
                    <a:lstStyle/>
                    <a:p>
                      <a:pPr algn="ctr"/>
                      <a:r>
                        <a:rPr kumimoji="1" lang="ja-JP" altLang="en-US" dirty="0"/>
                        <a:t>精度</a:t>
                      </a:r>
                    </a:p>
                  </a:txBody>
                  <a:tcPr/>
                </a:tc>
                <a:tc>
                  <a:txBody>
                    <a:bodyPr/>
                    <a:lstStyle/>
                    <a:p>
                      <a:pPr algn="ctr"/>
                      <a:r>
                        <a:rPr kumimoji="1" lang="ja-JP" altLang="en-US" dirty="0"/>
                        <a:t>埋め込みモデルや</a:t>
                      </a:r>
                      <a:endParaRPr kumimoji="1" lang="en-US" altLang="ja-JP" dirty="0"/>
                    </a:p>
                    <a:p>
                      <a:pPr algn="ctr"/>
                      <a:r>
                        <a:rPr kumimoji="1" lang="ja-JP" altLang="en-US" dirty="0"/>
                        <a:t>クラスタリングパラメータにより</a:t>
                      </a:r>
                      <a:endParaRPr kumimoji="1" lang="en-US" altLang="ja-JP" dirty="0"/>
                    </a:p>
                    <a:p>
                      <a:pPr algn="ctr"/>
                      <a:r>
                        <a:rPr kumimoji="1" lang="ja-JP" altLang="en-US" dirty="0"/>
                        <a:t>精度にばらつきがある</a:t>
                      </a:r>
                      <a:endParaRPr kumimoji="1" lang="en-US" altLang="ja-JP" dirty="0"/>
                    </a:p>
                  </a:txBody>
                  <a:tcPr/>
                </a:tc>
                <a:tc>
                  <a:txBody>
                    <a:bodyPr/>
                    <a:lstStyle/>
                    <a:p>
                      <a:pPr algn="ctr"/>
                      <a:r>
                        <a:rPr kumimoji="1" lang="ja-JP" altLang="en-US" dirty="0"/>
                        <a:t>高い</a:t>
                      </a:r>
                      <a:endParaRPr kumimoji="1" lang="en-US" altLang="ja-JP" dirty="0"/>
                    </a:p>
                    <a:p>
                      <a:pPr algn="ctr"/>
                      <a:r>
                        <a:rPr kumimoji="1" lang="ja-JP" altLang="en-US" dirty="0"/>
                        <a:t>分割結果に揺れがある</a:t>
                      </a:r>
                      <a:endParaRPr kumimoji="1" lang="en-US" altLang="ja-JP" dirty="0"/>
                    </a:p>
                  </a:txBody>
                  <a:tcPr/>
                </a:tc>
                <a:extLst>
                  <a:ext uri="{0D108BD9-81ED-4DB2-BD59-A6C34878D82A}">
                    <a16:rowId xmlns:a16="http://schemas.microsoft.com/office/drawing/2014/main" val="4246060898"/>
                  </a:ext>
                </a:extLst>
              </a:tr>
              <a:tr h="795208">
                <a:tc>
                  <a:txBody>
                    <a:bodyPr/>
                    <a:lstStyle/>
                    <a:p>
                      <a:pPr algn="ctr"/>
                      <a:r>
                        <a:rPr kumimoji="1" lang="ja-JP" altLang="en-US" dirty="0"/>
                        <a:t>速度</a:t>
                      </a:r>
                    </a:p>
                  </a:txBody>
                  <a:tcPr/>
                </a:tc>
                <a:tc>
                  <a:txBody>
                    <a:bodyPr/>
                    <a:lstStyle/>
                    <a:p>
                      <a:pPr algn="ctr"/>
                      <a:r>
                        <a:rPr kumimoji="1" lang="ja-JP" altLang="en-US" dirty="0"/>
                        <a:t>１０分程度の動画字幕</a:t>
                      </a:r>
                      <a:endParaRPr kumimoji="1" lang="en-US" altLang="ja-JP" dirty="0"/>
                    </a:p>
                    <a:p>
                      <a:pPr algn="ctr"/>
                      <a:r>
                        <a:rPr kumimoji="1" lang="ja-JP" altLang="en-US" dirty="0"/>
                        <a:t>→３０秒程度</a:t>
                      </a:r>
                      <a:endParaRPr kumimoji="1" lang="en-US" altLang="ja-JP" dirty="0"/>
                    </a:p>
                    <a:p>
                      <a:pPr algn="ctr"/>
                      <a:endParaRPr kumimoji="1" lang="ja-JP" altLang="en-US" dirty="0"/>
                    </a:p>
                  </a:txBody>
                  <a:tcPr/>
                </a:tc>
                <a:tc>
                  <a:txBody>
                    <a:bodyPr/>
                    <a:lstStyle/>
                    <a:p>
                      <a:pPr algn="ctr"/>
                      <a:r>
                        <a:rPr kumimoji="1" lang="ja-JP" altLang="en-US" dirty="0"/>
                        <a:t>トークン制限があるため</a:t>
                      </a:r>
                      <a:endParaRPr kumimoji="1" lang="en-US" altLang="ja-JP" dirty="0"/>
                    </a:p>
                    <a:p>
                      <a:pPr algn="ctr"/>
                      <a:r>
                        <a:rPr kumimoji="1" lang="ja-JP" altLang="en-US" dirty="0"/>
                        <a:t>字幕を分割する必要があり</a:t>
                      </a:r>
                      <a:endParaRPr kumimoji="1" lang="en-US" altLang="ja-JP" dirty="0"/>
                    </a:p>
                    <a:p>
                      <a:pPr algn="ctr"/>
                      <a:r>
                        <a:rPr kumimoji="1" lang="ja-JP" altLang="en-US" dirty="0"/>
                        <a:t>長い動画では遅くなる</a:t>
                      </a:r>
                    </a:p>
                  </a:txBody>
                  <a:tcPr/>
                </a:tc>
                <a:extLst>
                  <a:ext uri="{0D108BD9-81ED-4DB2-BD59-A6C34878D82A}">
                    <a16:rowId xmlns:a16="http://schemas.microsoft.com/office/drawing/2014/main" val="506601545"/>
                  </a:ext>
                </a:extLst>
              </a:tr>
              <a:tr h="781718">
                <a:tc>
                  <a:txBody>
                    <a:bodyPr/>
                    <a:lstStyle/>
                    <a:p>
                      <a:pPr algn="ctr"/>
                      <a:r>
                        <a:rPr kumimoji="1" lang="ja-JP" altLang="en-US" dirty="0"/>
                        <a:t>コスト</a:t>
                      </a:r>
                      <a:endParaRPr kumimoji="1" lang="en-US" altLang="ja-JP" dirty="0"/>
                    </a:p>
                    <a:p>
                      <a:pPr algn="ctr"/>
                      <a:endParaRPr kumimoji="1" lang="ja-JP" altLang="en-US" dirty="0"/>
                    </a:p>
                  </a:txBody>
                  <a:tcPr/>
                </a:tc>
                <a:tc>
                  <a:txBody>
                    <a:bodyPr/>
                    <a:lstStyle/>
                    <a:p>
                      <a:pPr algn="ctr"/>
                      <a:r>
                        <a:rPr kumimoji="1" lang="ja-JP" altLang="en-US" dirty="0"/>
                        <a:t>無料で利用可</a:t>
                      </a:r>
                    </a:p>
                  </a:txBody>
                  <a:tcPr/>
                </a:tc>
                <a:tc>
                  <a:txBody>
                    <a:bodyPr/>
                    <a:lstStyle/>
                    <a:p>
                      <a:pPr algn="ctr"/>
                      <a:r>
                        <a:rPr kumimoji="1" lang="en-US" altLang="ja-JP" dirty="0"/>
                        <a:t>API</a:t>
                      </a:r>
                      <a:r>
                        <a:rPr kumimoji="1" lang="ja-JP" altLang="en-US" dirty="0"/>
                        <a:t>を利用すると有料</a:t>
                      </a:r>
                    </a:p>
                  </a:txBody>
                  <a:tcPr/>
                </a:tc>
                <a:extLst>
                  <a:ext uri="{0D108BD9-81ED-4DB2-BD59-A6C34878D82A}">
                    <a16:rowId xmlns:a16="http://schemas.microsoft.com/office/drawing/2014/main" val="2180412524"/>
                  </a:ext>
                </a:extLst>
              </a:tr>
            </a:tbl>
          </a:graphicData>
        </a:graphic>
      </p:graphicFrame>
      <p:sp>
        <p:nvSpPr>
          <p:cNvPr id="4" name="スライド番号プレースホルダー 3">
            <a:extLst>
              <a:ext uri="{FF2B5EF4-FFF2-40B4-BE49-F238E27FC236}">
                <a16:creationId xmlns:a16="http://schemas.microsoft.com/office/drawing/2014/main" id="{D6336D8F-F53D-2B01-111E-40ABD69C4783}"/>
              </a:ext>
            </a:extLst>
          </p:cNvPr>
          <p:cNvSpPr>
            <a:spLocks noGrp="1"/>
          </p:cNvSpPr>
          <p:nvPr>
            <p:ph type="sldNum" sz="quarter" idx="12"/>
          </p:nvPr>
        </p:nvSpPr>
        <p:spPr/>
        <p:txBody>
          <a:bodyPr/>
          <a:lstStyle/>
          <a:p>
            <a:fld id="{27CE633F-9882-4A5C-83A2-1109D0C73261}" type="slidenum">
              <a:rPr lang="en-US" smtClean="0"/>
              <a:t>15</a:t>
            </a:fld>
            <a:endParaRPr lang="en-US"/>
          </a:p>
        </p:txBody>
      </p:sp>
    </p:spTree>
    <p:extLst>
      <p:ext uri="{BB962C8B-B14F-4D97-AF65-F5344CB8AC3E}">
        <p14:creationId xmlns:p14="http://schemas.microsoft.com/office/powerpoint/2010/main" val="289910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BADC3E-D283-303B-8022-FFD41D3CE9DC}"/>
              </a:ext>
            </a:extLst>
          </p:cNvPr>
          <p:cNvSpPr>
            <a:spLocks noGrp="1"/>
          </p:cNvSpPr>
          <p:nvPr>
            <p:ph type="title"/>
          </p:nvPr>
        </p:nvSpPr>
        <p:spPr/>
        <p:txBody>
          <a:bodyPr/>
          <a:lstStyle/>
          <a:p>
            <a:r>
              <a:rPr kumimoji="1" lang="ja-JP" altLang="en-US" dirty="0"/>
              <a:t>夏休みの予定</a:t>
            </a:r>
          </a:p>
        </p:txBody>
      </p:sp>
      <p:sp>
        <p:nvSpPr>
          <p:cNvPr id="3" name="コンテンツ プレースホルダー 2">
            <a:extLst>
              <a:ext uri="{FF2B5EF4-FFF2-40B4-BE49-F238E27FC236}">
                <a16:creationId xmlns:a16="http://schemas.microsoft.com/office/drawing/2014/main" id="{50607238-5C80-505B-EF0A-544933946B70}"/>
              </a:ext>
            </a:extLst>
          </p:cNvPr>
          <p:cNvSpPr>
            <a:spLocks noGrp="1"/>
          </p:cNvSpPr>
          <p:nvPr>
            <p:ph idx="1"/>
          </p:nvPr>
        </p:nvSpPr>
        <p:spPr/>
        <p:txBody>
          <a:bodyPr/>
          <a:lstStyle/>
          <a:p>
            <a:r>
              <a:rPr kumimoji="1" lang="ja-JP" altLang="en-US" dirty="0"/>
              <a:t>トピック分割手法についてさらに調査検討</a:t>
            </a:r>
            <a:endParaRPr kumimoji="1" lang="en-US" altLang="ja-JP" dirty="0"/>
          </a:p>
          <a:p>
            <a:r>
              <a:rPr kumimoji="1" lang="ja-JP" altLang="en-US" dirty="0"/>
              <a:t>視聴者コメントの利用方法について検討</a:t>
            </a:r>
            <a:endParaRPr kumimoji="1" lang="en-US" altLang="ja-JP" dirty="0"/>
          </a:p>
          <a:p>
            <a:r>
              <a:rPr kumimoji="1" lang="ja-JP" altLang="en-US" dirty="0"/>
              <a:t>論文調査</a:t>
            </a:r>
          </a:p>
        </p:txBody>
      </p:sp>
      <p:sp>
        <p:nvSpPr>
          <p:cNvPr id="4" name="スライド番号プレースホルダー 3">
            <a:extLst>
              <a:ext uri="{FF2B5EF4-FFF2-40B4-BE49-F238E27FC236}">
                <a16:creationId xmlns:a16="http://schemas.microsoft.com/office/drawing/2014/main" id="{0632F285-9B08-3558-969E-489B16E8BD22}"/>
              </a:ext>
            </a:extLst>
          </p:cNvPr>
          <p:cNvSpPr>
            <a:spLocks noGrp="1"/>
          </p:cNvSpPr>
          <p:nvPr>
            <p:ph type="sldNum" sz="quarter" idx="12"/>
          </p:nvPr>
        </p:nvSpPr>
        <p:spPr/>
        <p:txBody>
          <a:bodyPr/>
          <a:lstStyle/>
          <a:p>
            <a:fld id="{27CE633F-9882-4A5C-83A2-1109D0C73261}" type="slidenum">
              <a:rPr lang="en-US" smtClean="0"/>
              <a:t>16</a:t>
            </a:fld>
            <a:endParaRPr lang="en-US"/>
          </a:p>
        </p:txBody>
      </p:sp>
    </p:spTree>
    <p:extLst>
      <p:ext uri="{BB962C8B-B14F-4D97-AF65-F5344CB8AC3E}">
        <p14:creationId xmlns:p14="http://schemas.microsoft.com/office/powerpoint/2010/main" val="1719794422"/>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Yu Mincho Demibold"/>
        <a:ea typeface=""/>
        <a:cs typeface=""/>
      </a:majorFont>
      <a:minorFont>
        <a:latin typeface="Yu Minch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45150</TotalTime>
  <Words>788</Words>
  <Application>Microsoft Office PowerPoint</Application>
  <PresentationFormat>ワイド画面</PresentationFormat>
  <Paragraphs>126</Paragraphs>
  <Slides>16</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游ゴシック</vt:lpstr>
      <vt:lpstr>Yu Mincho</vt:lpstr>
      <vt:lpstr>Yu Mincho Demibold</vt:lpstr>
      <vt:lpstr>Arial</vt:lpstr>
      <vt:lpstr>Cambria Math</vt:lpstr>
      <vt:lpstr>Univers</vt:lpstr>
      <vt:lpstr>GradientVTI</vt:lpstr>
      <vt:lpstr>研究紹介</vt:lpstr>
      <vt:lpstr>研究背景</vt:lpstr>
      <vt:lpstr>研究目的</vt:lpstr>
      <vt:lpstr>関連研究１</vt:lpstr>
      <vt:lpstr>関連研究1_研究目的</vt:lpstr>
      <vt:lpstr>PowerPoint プレゼンテーション</vt:lpstr>
      <vt:lpstr>関連研究１</vt:lpstr>
      <vt:lpstr>関連研究1_トピック境界検出の流れ DiaLSTART</vt:lpstr>
      <vt:lpstr>実験結果</vt:lpstr>
      <vt:lpstr>他の関連研究でのトピック分割手法</vt:lpstr>
      <vt:lpstr>自分の研究内容について</vt:lpstr>
      <vt:lpstr>入力内容と目標とする出力内容について</vt:lpstr>
      <vt:lpstr>進捗状況</vt:lpstr>
      <vt:lpstr>BERTopicの特徴</vt:lpstr>
      <vt:lpstr>試用してみての結果</vt:lpstr>
      <vt:lpstr>夏休みの予定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昇汰 三輪</dc:creator>
  <cp:lastModifiedBy>昇汰 三輪</cp:lastModifiedBy>
  <cp:revision>5</cp:revision>
  <dcterms:created xsi:type="dcterms:W3CDTF">2025-05-18T22:20:18Z</dcterms:created>
  <dcterms:modified xsi:type="dcterms:W3CDTF">2025-11-07T00:40:45Z</dcterms:modified>
</cp:coreProperties>
</file>