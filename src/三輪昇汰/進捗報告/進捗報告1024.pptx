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66" r:id="rId3"/>
    <p:sldId id="265" r:id="rId4"/>
    <p:sldId id="259" r:id="rId5"/>
    <p:sldId id="271" r:id="rId6"/>
    <p:sldId id="269" r:id="rId7"/>
    <p:sldId id="278" r:id="rId8"/>
    <p:sldId id="280" r:id="rId9"/>
    <p:sldId id="282" r:id="rId10"/>
    <p:sldId id="279" r:id="rId11"/>
    <p:sldId id="281" r:id="rId12"/>
    <p:sldId id="283" r:id="rId13"/>
    <p:sldId id="284" r:id="rId14"/>
    <p:sldId id="272" r:id="rId15"/>
  </p:sldIdLst>
  <p:sldSz cx="12192000" cy="6858000"/>
  <p:notesSz cx="6858000" cy="9144000"/>
  <p:embeddedFontLst>
    <p:embeddedFont>
      <p:font typeface="BIZ UDゴシック" panose="020B0400000000000000" pitchFamily="49" charset="-128"/>
      <p:regular r:id="rId17"/>
      <p:bold r:id="rId18"/>
    </p:embeddedFont>
    <p:embeddedFont>
      <p:font typeface="BIZ UD明朝 Medium" panose="02020500000000000000" pitchFamily="17" charset="-128"/>
      <p:regular r:id="rId19"/>
    </p:embeddedFont>
    <p:embeddedFont>
      <p:font typeface="Open Sans" panose="020B0606030504020204" pitchFamily="3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iSP1TDKl9SlnSq0ofYxIRhWNpP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D16252-574D-44B4-B3B2-BC42012E9720}" v="88" dt="2025-10-26T05:56:38.9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customschemas.google.com/relationships/presentationmetadata" Target="NUL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30" Type="http://schemas.openxmlformats.org/officeDocument/2006/relationships/presProps" Target="presProps.xml"/><Relationship Id="rId3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昇汰 三輪" userId="ce91b2adc13b8b7b" providerId="LiveId" clId="{245B5E97-ACAF-49E7-B93A-FC9B929706B1}"/>
    <pc:docChg chg="undo custSel addSld delSld modSld">
      <pc:chgData name="昇汰 三輪" userId="ce91b2adc13b8b7b" providerId="LiveId" clId="{245B5E97-ACAF-49E7-B93A-FC9B929706B1}" dt="2025-10-26T05:56:44.047" v="1922" actId="20577"/>
      <pc:docMkLst>
        <pc:docMk/>
      </pc:docMkLst>
      <pc:sldChg chg="modSp mod">
        <pc:chgData name="昇汰 三輪" userId="ce91b2adc13b8b7b" providerId="LiveId" clId="{245B5E97-ACAF-49E7-B93A-FC9B929706B1}" dt="2025-10-26T05:31:58.386" v="1595" actId="20577"/>
        <pc:sldMkLst>
          <pc:docMk/>
          <pc:sldMk cId="2235334275" sldId="267"/>
        </pc:sldMkLst>
        <pc:spChg chg="mod">
          <ac:chgData name="昇汰 三輪" userId="ce91b2adc13b8b7b" providerId="LiveId" clId="{245B5E97-ACAF-49E7-B93A-FC9B929706B1}" dt="2025-10-26T05:31:58.386" v="1595" actId="20577"/>
          <ac:spMkLst>
            <pc:docMk/>
            <pc:sldMk cId="2235334275" sldId="267"/>
            <ac:spMk id="3" creationId="{2CBC8E78-E2C8-C8B5-040A-33338019B14B}"/>
          </ac:spMkLst>
        </pc:spChg>
      </pc:sldChg>
      <pc:sldChg chg="del">
        <pc:chgData name="昇汰 三輪" userId="ce91b2adc13b8b7b" providerId="LiveId" clId="{245B5E97-ACAF-49E7-B93A-FC9B929706B1}" dt="2025-10-26T05:09:20.401" v="1069" actId="47"/>
        <pc:sldMkLst>
          <pc:docMk/>
          <pc:sldMk cId="2992740550" sldId="268"/>
        </pc:sldMkLst>
      </pc:sldChg>
      <pc:sldChg chg="modSp mod">
        <pc:chgData name="昇汰 三輪" userId="ce91b2adc13b8b7b" providerId="LiveId" clId="{245B5E97-ACAF-49E7-B93A-FC9B929706B1}" dt="2025-10-26T02:16:27.987" v="939"/>
        <pc:sldMkLst>
          <pc:docMk/>
          <pc:sldMk cId="2252224369" sldId="269"/>
        </pc:sldMkLst>
        <pc:spChg chg="mod">
          <ac:chgData name="昇汰 三輪" userId="ce91b2adc13b8b7b" providerId="LiveId" clId="{245B5E97-ACAF-49E7-B93A-FC9B929706B1}" dt="2025-10-26T02:16:06.212" v="937" actId="20577"/>
          <ac:spMkLst>
            <pc:docMk/>
            <pc:sldMk cId="2252224369" sldId="269"/>
            <ac:spMk id="2" creationId="{F6379E91-F926-5D06-C684-8AB160AC4791}"/>
          </ac:spMkLst>
        </pc:spChg>
        <pc:spChg chg="mod">
          <ac:chgData name="昇汰 三輪" userId="ce91b2adc13b8b7b" providerId="LiveId" clId="{245B5E97-ACAF-49E7-B93A-FC9B929706B1}" dt="2025-10-26T02:16:27.987" v="939"/>
          <ac:spMkLst>
            <pc:docMk/>
            <pc:sldMk cId="2252224369" sldId="269"/>
            <ac:spMk id="3" creationId="{5C62C3A4-BB45-61AA-069A-13E46439F9C3}"/>
          </ac:spMkLst>
        </pc:spChg>
      </pc:sldChg>
      <pc:sldChg chg="add">
        <pc:chgData name="昇汰 三輪" userId="ce91b2adc13b8b7b" providerId="LiveId" clId="{245B5E97-ACAF-49E7-B93A-FC9B929706B1}" dt="2025-10-24T10:08:28.811" v="0"/>
        <pc:sldMkLst>
          <pc:docMk/>
          <pc:sldMk cId="2361122966" sldId="271"/>
        </pc:sldMkLst>
      </pc:sldChg>
      <pc:sldChg chg="modSp add mod">
        <pc:chgData name="昇汰 三輪" userId="ce91b2adc13b8b7b" providerId="LiveId" clId="{245B5E97-ACAF-49E7-B93A-FC9B929706B1}" dt="2025-10-26T05:56:44.047" v="1922" actId="20577"/>
        <pc:sldMkLst>
          <pc:docMk/>
          <pc:sldMk cId="2716303098" sldId="272"/>
        </pc:sldMkLst>
        <pc:spChg chg="mod">
          <ac:chgData name="昇汰 三輪" userId="ce91b2adc13b8b7b" providerId="LiveId" clId="{245B5E97-ACAF-49E7-B93A-FC9B929706B1}" dt="2025-10-26T05:09:31.960" v="1089" actId="20577"/>
          <ac:spMkLst>
            <pc:docMk/>
            <pc:sldMk cId="2716303098" sldId="272"/>
            <ac:spMk id="2" creationId="{5F9E3755-AC4E-E4A7-32A1-69B861A4B9F3}"/>
          </ac:spMkLst>
        </pc:spChg>
        <pc:spChg chg="mod">
          <ac:chgData name="昇汰 三輪" userId="ce91b2adc13b8b7b" providerId="LiveId" clId="{245B5E97-ACAF-49E7-B93A-FC9B929706B1}" dt="2025-10-26T05:56:44.047" v="1922" actId="20577"/>
          <ac:spMkLst>
            <pc:docMk/>
            <pc:sldMk cId="2716303098" sldId="272"/>
            <ac:spMk id="3" creationId="{01D4E1BB-7302-AB79-C28E-82A33BBCDE92}"/>
          </ac:spMkLst>
        </pc:spChg>
      </pc:sldChg>
      <pc:sldChg chg="addSp delSp modSp new mod">
        <pc:chgData name="昇汰 三輪" userId="ce91b2adc13b8b7b" providerId="LiveId" clId="{245B5E97-ACAF-49E7-B93A-FC9B929706B1}" dt="2025-10-24T12:50:42.251" v="73"/>
        <pc:sldMkLst>
          <pc:docMk/>
          <pc:sldMk cId="65381647" sldId="273"/>
        </pc:sldMkLst>
        <pc:spChg chg="mod">
          <ac:chgData name="昇汰 三輪" userId="ce91b2adc13b8b7b" providerId="LiveId" clId="{245B5E97-ACAF-49E7-B93A-FC9B929706B1}" dt="2025-10-24T12:37:47.973" v="47" actId="20577"/>
          <ac:spMkLst>
            <pc:docMk/>
            <pc:sldMk cId="65381647" sldId="273"/>
            <ac:spMk id="2" creationId="{6194FE25-4750-4FB7-8665-EC12E1863398}"/>
          </ac:spMkLst>
        </pc:spChg>
        <pc:spChg chg="mod">
          <ac:chgData name="昇汰 三輪" userId="ce91b2adc13b8b7b" providerId="LiveId" clId="{245B5E97-ACAF-49E7-B93A-FC9B929706B1}" dt="2025-10-24T12:50:42.251" v="73"/>
          <ac:spMkLst>
            <pc:docMk/>
            <pc:sldMk cId="65381647" sldId="273"/>
            <ac:spMk id="3" creationId="{BD9DB25B-0F1D-C2D9-1136-BBA25768D4FB}"/>
          </ac:spMkLst>
        </pc:spChg>
      </pc:sldChg>
      <pc:sldChg chg="addSp delSp modSp new mod">
        <pc:chgData name="昇汰 三輪" userId="ce91b2adc13b8b7b" providerId="LiveId" clId="{245B5E97-ACAF-49E7-B93A-FC9B929706B1}" dt="2025-10-24T13:58:42.408" v="482" actId="20577"/>
        <pc:sldMkLst>
          <pc:docMk/>
          <pc:sldMk cId="2904271851" sldId="274"/>
        </pc:sldMkLst>
        <pc:spChg chg="mod">
          <ac:chgData name="昇汰 三輪" userId="ce91b2adc13b8b7b" providerId="LiveId" clId="{245B5E97-ACAF-49E7-B93A-FC9B929706B1}" dt="2025-10-24T12:56:58.828" v="77"/>
          <ac:spMkLst>
            <pc:docMk/>
            <pc:sldMk cId="2904271851" sldId="274"/>
            <ac:spMk id="2" creationId="{396FCAF8-CD90-C8B7-D134-1239EBC3B24C}"/>
          </ac:spMkLst>
        </pc:spChg>
        <pc:spChg chg="mod">
          <ac:chgData name="昇汰 三輪" userId="ce91b2adc13b8b7b" providerId="LiveId" clId="{245B5E97-ACAF-49E7-B93A-FC9B929706B1}" dt="2025-10-24T13:58:42.408" v="482" actId="20577"/>
          <ac:spMkLst>
            <pc:docMk/>
            <pc:sldMk cId="2904271851" sldId="274"/>
            <ac:spMk id="3" creationId="{94C7DB20-4AB9-5B3A-C816-30EDA3C1BB46}"/>
          </ac:spMkLst>
        </pc:spChg>
      </pc:sldChg>
      <pc:sldChg chg="addSp delSp modSp new mod">
        <pc:chgData name="昇汰 三輪" userId="ce91b2adc13b8b7b" providerId="LiveId" clId="{245B5E97-ACAF-49E7-B93A-FC9B929706B1}" dt="2025-10-24T14:01:20.270" v="566" actId="20577"/>
        <pc:sldMkLst>
          <pc:docMk/>
          <pc:sldMk cId="4192633302" sldId="275"/>
        </pc:sldMkLst>
        <pc:spChg chg="mod">
          <ac:chgData name="昇汰 三輪" userId="ce91b2adc13b8b7b" providerId="LiveId" clId="{245B5E97-ACAF-49E7-B93A-FC9B929706B1}" dt="2025-10-24T14:01:20.270" v="566" actId="20577"/>
          <ac:spMkLst>
            <pc:docMk/>
            <pc:sldMk cId="4192633302" sldId="275"/>
            <ac:spMk id="2" creationId="{C593E69F-367D-31FD-9268-4C0038904531}"/>
          </ac:spMkLst>
        </pc:spChg>
        <pc:spChg chg="mod">
          <ac:chgData name="昇汰 三輪" userId="ce91b2adc13b8b7b" providerId="LiveId" clId="{245B5E97-ACAF-49E7-B93A-FC9B929706B1}" dt="2025-10-24T14:01:07.589" v="549" actId="20577"/>
          <ac:spMkLst>
            <pc:docMk/>
            <pc:sldMk cId="4192633302" sldId="275"/>
            <ac:spMk id="3" creationId="{7A48C012-0928-90AF-F151-A8D36C792C4E}"/>
          </ac:spMkLst>
        </pc:spChg>
        <pc:graphicFrameChg chg="add del mod modGraphic">
          <ac:chgData name="昇汰 三輪" userId="ce91b2adc13b8b7b" providerId="LiveId" clId="{245B5E97-ACAF-49E7-B93A-FC9B929706B1}" dt="2025-10-24T13:45:57.410" v="474" actId="1076"/>
          <ac:graphicFrameMkLst>
            <pc:docMk/>
            <pc:sldMk cId="4192633302" sldId="275"/>
            <ac:graphicFrameMk id="8" creationId="{CE332FF0-38BD-0E34-0367-44A7C9383EEA}"/>
          </ac:graphicFrameMkLst>
        </pc:graphicFrameChg>
      </pc:sldChg>
      <pc:sldChg chg="addSp modSp new mod">
        <pc:chgData name="昇汰 三輪" userId="ce91b2adc13b8b7b" providerId="LiveId" clId="{245B5E97-ACAF-49E7-B93A-FC9B929706B1}" dt="2025-10-24T14:56:54.921" v="673" actId="20577"/>
        <pc:sldMkLst>
          <pc:docMk/>
          <pc:sldMk cId="2756500221" sldId="276"/>
        </pc:sldMkLst>
        <pc:spChg chg="mod">
          <ac:chgData name="昇汰 三輪" userId="ce91b2adc13b8b7b" providerId="LiveId" clId="{245B5E97-ACAF-49E7-B93A-FC9B929706B1}" dt="2025-10-24T14:03:22.799" v="646" actId="20577"/>
          <ac:spMkLst>
            <pc:docMk/>
            <pc:sldMk cId="2756500221" sldId="276"/>
            <ac:spMk id="2" creationId="{0EF53CE9-497C-D04A-2330-83A4EE5EFE6C}"/>
          </ac:spMkLst>
        </pc:spChg>
        <pc:spChg chg="mod">
          <ac:chgData name="昇汰 三輪" userId="ce91b2adc13b8b7b" providerId="LiveId" clId="{245B5E97-ACAF-49E7-B93A-FC9B929706B1}" dt="2025-10-24T14:01:38.907" v="607" actId="20577"/>
          <ac:spMkLst>
            <pc:docMk/>
            <pc:sldMk cId="2756500221" sldId="276"/>
            <ac:spMk id="3" creationId="{00022C85-0C92-BCA4-1360-29ED294471D5}"/>
          </ac:spMkLst>
        </pc:spChg>
        <pc:graphicFrameChg chg="add mod modGraphic">
          <ac:chgData name="昇汰 三輪" userId="ce91b2adc13b8b7b" providerId="LiveId" clId="{245B5E97-ACAF-49E7-B93A-FC9B929706B1}" dt="2025-10-24T14:56:54.921" v="673" actId="20577"/>
          <ac:graphicFrameMkLst>
            <pc:docMk/>
            <pc:sldMk cId="2756500221" sldId="276"/>
            <ac:graphicFrameMk id="5" creationId="{73F0EF51-1A4C-51AE-79C8-42983B91B413}"/>
          </ac:graphicFrameMkLst>
        </pc:graphicFrameChg>
      </pc:sldChg>
      <pc:sldChg chg="modSp new mod">
        <pc:chgData name="昇汰 三輪" userId="ce91b2adc13b8b7b" providerId="LiveId" clId="{245B5E97-ACAF-49E7-B93A-FC9B929706B1}" dt="2025-10-25T22:57:19.580" v="912"/>
        <pc:sldMkLst>
          <pc:docMk/>
          <pc:sldMk cId="2380804988" sldId="277"/>
        </pc:sldMkLst>
        <pc:spChg chg="mod">
          <ac:chgData name="昇汰 三輪" userId="ce91b2adc13b8b7b" providerId="LiveId" clId="{245B5E97-ACAF-49E7-B93A-FC9B929706B1}" dt="2025-10-25T22:57:19.580" v="912"/>
          <ac:spMkLst>
            <pc:docMk/>
            <pc:sldMk cId="2380804988" sldId="277"/>
            <ac:spMk id="3" creationId="{91A040C9-032F-FBB5-A044-912D4E2B244F}"/>
          </ac:spMkLst>
        </pc:spChg>
      </pc:sldChg>
      <pc:sldChg chg="addSp delSp modSp new mod">
        <pc:chgData name="昇汰 三輪" userId="ce91b2adc13b8b7b" providerId="LiveId" clId="{245B5E97-ACAF-49E7-B93A-FC9B929706B1}" dt="2025-10-26T03:51:20.779" v="957" actId="20577"/>
        <pc:sldMkLst>
          <pc:docMk/>
          <pc:sldMk cId="1813477586" sldId="278"/>
        </pc:sldMkLst>
        <pc:spChg chg="mod">
          <ac:chgData name="昇汰 三輪" userId="ce91b2adc13b8b7b" providerId="LiveId" clId="{245B5E97-ACAF-49E7-B93A-FC9B929706B1}" dt="2025-10-26T02:55:29.564" v="944" actId="20577"/>
          <ac:spMkLst>
            <pc:docMk/>
            <pc:sldMk cId="1813477586" sldId="278"/>
            <ac:spMk id="2" creationId="{6A419532-134F-E3F9-6BE8-CA709A2142BE}"/>
          </ac:spMkLst>
        </pc:spChg>
        <pc:spChg chg="mod">
          <ac:chgData name="昇汰 三輪" userId="ce91b2adc13b8b7b" providerId="LiveId" clId="{245B5E97-ACAF-49E7-B93A-FC9B929706B1}" dt="2025-10-26T03:51:20.779" v="957" actId="20577"/>
          <ac:spMkLst>
            <pc:docMk/>
            <pc:sldMk cId="1813477586" sldId="278"/>
            <ac:spMk id="3" creationId="{DCFBA780-CC12-2A2D-38D3-6650D5A7A602}"/>
          </ac:spMkLst>
        </pc:spChg>
        <pc:spChg chg="add del">
          <ac:chgData name="昇汰 三輪" userId="ce91b2adc13b8b7b" providerId="LiveId" clId="{245B5E97-ACAF-49E7-B93A-FC9B929706B1}" dt="2025-10-26T02:55:26.947" v="942" actId="22"/>
          <ac:spMkLst>
            <pc:docMk/>
            <pc:sldMk cId="1813477586" sldId="278"/>
            <ac:spMk id="6" creationId="{AA240674-808D-2F87-24FC-B4AEFF2F4E22}"/>
          </ac:spMkLst>
        </pc:spChg>
      </pc:sldChg>
      <pc:sldChg chg="modSp new mod">
        <pc:chgData name="昇汰 三輪" userId="ce91b2adc13b8b7b" providerId="LiveId" clId="{245B5E97-ACAF-49E7-B93A-FC9B929706B1}" dt="2025-10-26T05:35:33.426" v="1622" actId="14100"/>
        <pc:sldMkLst>
          <pc:docMk/>
          <pc:sldMk cId="3760213938" sldId="279"/>
        </pc:sldMkLst>
        <pc:spChg chg="mod">
          <ac:chgData name="昇汰 三輪" userId="ce91b2adc13b8b7b" providerId="LiveId" clId="{245B5E97-ACAF-49E7-B93A-FC9B929706B1}" dt="2025-10-26T03:50:15.601" v="953"/>
          <ac:spMkLst>
            <pc:docMk/>
            <pc:sldMk cId="3760213938" sldId="279"/>
            <ac:spMk id="2" creationId="{A345990D-550E-E060-7C51-F02A3127FFE2}"/>
          </ac:spMkLst>
        </pc:spChg>
        <pc:spChg chg="mod">
          <ac:chgData name="昇汰 三輪" userId="ce91b2adc13b8b7b" providerId="LiveId" clId="{245B5E97-ACAF-49E7-B93A-FC9B929706B1}" dt="2025-10-26T05:35:33.426" v="1622" actId="14100"/>
          <ac:spMkLst>
            <pc:docMk/>
            <pc:sldMk cId="3760213938" sldId="279"/>
            <ac:spMk id="3" creationId="{96F59029-2388-7E94-DCBE-B346964BCAC9}"/>
          </ac:spMkLst>
        </pc:spChg>
      </pc:sldChg>
      <pc:sldChg chg="addSp delSp modSp new mod">
        <pc:chgData name="昇汰 三輪" userId="ce91b2adc13b8b7b" providerId="LiveId" clId="{245B5E97-ACAF-49E7-B93A-FC9B929706B1}" dt="2025-10-26T05:54:10.805" v="1802"/>
        <pc:sldMkLst>
          <pc:docMk/>
          <pc:sldMk cId="274613918" sldId="280"/>
        </pc:sldMkLst>
        <pc:spChg chg="mod">
          <ac:chgData name="昇汰 三輪" userId="ce91b2adc13b8b7b" providerId="LiveId" clId="{245B5E97-ACAF-49E7-B93A-FC9B929706B1}" dt="2025-10-26T03:51:34.590" v="961"/>
          <ac:spMkLst>
            <pc:docMk/>
            <pc:sldMk cId="274613918" sldId="280"/>
            <ac:spMk id="2" creationId="{D78F1B1D-FFAB-92C2-9469-C5C32A69F29F}"/>
          </ac:spMkLst>
        </pc:spChg>
        <pc:spChg chg="mod">
          <ac:chgData name="昇汰 三輪" userId="ce91b2adc13b8b7b" providerId="LiveId" clId="{245B5E97-ACAF-49E7-B93A-FC9B929706B1}" dt="2025-10-26T05:54:10.805" v="1802"/>
          <ac:spMkLst>
            <pc:docMk/>
            <pc:sldMk cId="274613918" sldId="280"/>
            <ac:spMk id="3" creationId="{8C9A4876-A985-729F-A2BD-B27D38C8BFBA}"/>
          </ac:spMkLst>
        </pc:spChg>
        <pc:spChg chg="add del">
          <ac:chgData name="昇汰 三輪" userId="ce91b2adc13b8b7b" providerId="LiveId" clId="{245B5E97-ACAF-49E7-B93A-FC9B929706B1}" dt="2025-10-26T03:51:33.882" v="960" actId="22"/>
          <ac:spMkLst>
            <pc:docMk/>
            <pc:sldMk cId="274613918" sldId="280"/>
            <ac:spMk id="6" creationId="{C02E3F9C-E2EF-BCBB-3B76-3531A2BAD90B}"/>
          </ac:spMkLst>
        </pc:spChg>
      </pc:sldChg>
      <pc:sldChg chg="modSp new mod">
        <pc:chgData name="昇汰 三輪" userId="ce91b2adc13b8b7b" providerId="LiveId" clId="{245B5E97-ACAF-49E7-B93A-FC9B929706B1}" dt="2025-10-26T05:53:56.496" v="1800" actId="20577"/>
        <pc:sldMkLst>
          <pc:docMk/>
          <pc:sldMk cId="141737389" sldId="281"/>
        </pc:sldMkLst>
        <pc:spChg chg="mod">
          <ac:chgData name="昇汰 三輪" userId="ce91b2adc13b8b7b" providerId="LiveId" clId="{245B5E97-ACAF-49E7-B93A-FC9B929706B1}" dt="2025-10-26T04:04:40.827" v="982"/>
          <ac:spMkLst>
            <pc:docMk/>
            <pc:sldMk cId="141737389" sldId="281"/>
            <ac:spMk id="2" creationId="{34849BC0-89B5-8F9E-CFBF-633958781F34}"/>
          </ac:spMkLst>
        </pc:spChg>
        <pc:spChg chg="mod">
          <ac:chgData name="昇汰 三輪" userId="ce91b2adc13b8b7b" providerId="LiveId" clId="{245B5E97-ACAF-49E7-B93A-FC9B929706B1}" dt="2025-10-26T05:53:56.496" v="1800" actId="20577"/>
          <ac:spMkLst>
            <pc:docMk/>
            <pc:sldMk cId="141737389" sldId="281"/>
            <ac:spMk id="3" creationId="{0FFE2057-F308-193D-2A60-BD7B06A62376}"/>
          </ac:spMkLst>
        </pc:spChg>
      </pc:sldChg>
      <pc:sldChg chg="addSp delSp modSp new mod">
        <pc:chgData name="昇汰 三輪" userId="ce91b2adc13b8b7b" providerId="LiveId" clId="{245B5E97-ACAF-49E7-B93A-FC9B929706B1}" dt="2025-10-26T05:44:08.349" v="1719" actId="113"/>
        <pc:sldMkLst>
          <pc:docMk/>
          <pc:sldMk cId="2057140211" sldId="282"/>
        </pc:sldMkLst>
        <pc:spChg chg="mod">
          <ac:chgData name="昇汰 三輪" userId="ce91b2adc13b8b7b" providerId="LiveId" clId="{245B5E97-ACAF-49E7-B93A-FC9B929706B1}" dt="2025-10-26T04:05:21.982" v="984"/>
          <ac:spMkLst>
            <pc:docMk/>
            <pc:sldMk cId="2057140211" sldId="282"/>
            <ac:spMk id="2" creationId="{85AF61A2-66C3-9A19-6604-F8FF2DA22612}"/>
          </ac:spMkLst>
        </pc:spChg>
        <pc:spChg chg="mod">
          <ac:chgData name="昇汰 三輪" userId="ce91b2adc13b8b7b" providerId="LiveId" clId="{245B5E97-ACAF-49E7-B93A-FC9B929706B1}" dt="2025-10-26T05:44:08.349" v="1719" actId="113"/>
          <ac:spMkLst>
            <pc:docMk/>
            <pc:sldMk cId="2057140211" sldId="282"/>
            <ac:spMk id="3" creationId="{80A12A53-C581-B4BA-1F2C-9C041A0A4E3C}"/>
          </ac:spMkLst>
        </pc:spChg>
        <pc:graphicFrameChg chg="add del mod modGraphic">
          <ac:chgData name="昇汰 三輪" userId="ce91b2adc13b8b7b" providerId="LiveId" clId="{245B5E97-ACAF-49E7-B93A-FC9B929706B1}" dt="2025-10-26T05:32:19.732" v="1596" actId="478"/>
          <ac:graphicFrameMkLst>
            <pc:docMk/>
            <pc:sldMk cId="2057140211" sldId="282"/>
            <ac:graphicFrameMk id="5" creationId="{EB2B78FB-BDDA-32C2-8D45-2D0EE74B0201}"/>
          </ac:graphicFrameMkLst>
        </pc:graphicFrameChg>
        <pc:graphicFrameChg chg="add del mod">
          <ac:chgData name="昇汰 三輪" userId="ce91b2adc13b8b7b" providerId="LiveId" clId="{245B5E97-ACAF-49E7-B93A-FC9B929706B1}" dt="2025-10-26T05:32:58.132" v="1600" actId="478"/>
          <ac:graphicFrameMkLst>
            <pc:docMk/>
            <pc:sldMk cId="2057140211" sldId="282"/>
            <ac:graphicFrameMk id="6" creationId="{852B5AAC-51F4-4DF0-D044-FABF35D46DE0}"/>
          </ac:graphicFrameMkLst>
        </pc:graphicFrameChg>
        <pc:graphicFrameChg chg="add mod modGraphic">
          <ac:chgData name="昇汰 三輪" userId="ce91b2adc13b8b7b" providerId="LiveId" clId="{245B5E97-ACAF-49E7-B93A-FC9B929706B1}" dt="2025-10-26T05:40:19.449" v="1637" actId="14100"/>
          <ac:graphicFrameMkLst>
            <pc:docMk/>
            <pc:sldMk cId="2057140211" sldId="282"/>
            <ac:graphicFrameMk id="7" creationId="{20DADA8F-07D6-9250-8414-06C6FF9299B1}"/>
          </ac:graphicFrameMkLst>
        </pc:graphicFrameChg>
      </pc:sldChg>
      <pc:sldChg chg="addSp modSp new mod">
        <pc:chgData name="昇汰 三輪" userId="ce91b2adc13b8b7b" providerId="LiveId" clId="{245B5E97-ACAF-49E7-B93A-FC9B929706B1}" dt="2025-10-26T05:44:31.634" v="1721" actId="14734"/>
        <pc:sldMkLst>
          <pc:docMk/>
          <pc:sldMk cId="1374905815" sldId="283"/>
        </pc:sldMkLst>
        <pc:spChg chg="mod">
          <ac:chgData name="昇汰 三輪" userId="ce91b2adc13b8b7b" providerId="LiveId" clId="{245B5E97-ACAF-49E7-B93A-FC9B929706B1}" dt="2025-10-26T05:36:47.519" v="1629"/>
          <ac:spMkLst>
            <pc:docMk/>
            <pc:sldMk cId="1374905815" sldId="283"/>
            <ac:spMk id="2" creationId="{FCC1BA26-E4D9-F4DC-4B3F-8577489BC406}"/>
          </ac:spMkLst>
        </pc:spChg>
        <pc:spChg chg="mod">
          <ac:chgData name="昇汰 三輪" userId="ce91b2adc13b8b7b" providerId="LiveId" clId="{245B5E97-ACAF-49E7-B93A-FC9B929706B1}" dt="2025-10-26T05:44:00.982" v="1716"/>
          <ac:spMkLst>
            <pc:docMk/>
            <pc:sldMk cId="1374905815" sldId="283"/>
            <ac:spMk id="3" creationId="{3315F7D3-1835-B499-86DB-B62C6FD7AB7D}"/>
          </ac:spMkLst>
        </pc:spChg>
        <pc:graphicFrameChg chg="add mod modGraphic">
          <ac:chgData name="昇汰 三輪" userId="ce91b2adc13b8b7b" providerId="LiveId" clId="{245B5E97-ACAF-49E7-B93A-FC9B929706B1}" dt="2025-10-26T05:44:31.634" v="1721" actId="14734"/>
          <ac:graphicFrameMkLst>
            <pc:docMk/>
            <pc:sldMk cId="1374905815" sldId="283"/>
            <ac:graphicFrameMk id="5" creationId="{E3C7E616-7D9E-7DDD-815B-93054456F7AB}"/>
          </ac:graphicFrameMkLst>
        </pc:graphicFrameChg>
        <pc:graphicFrameChg chg="add mod">
          <ac:chgData name="昇汰 三輪" userId="ce91b2adc13b8b7b" providerId="LiveId" clId="{245B5E97-ACAF-49E7-B93A-FC9B929706B1}" dt="2025-10-26T05:36:17.971" v="1625"/>
          <ac:graphicFrameMkLst>
            <pc:docMk/>
            <pc:sldMk cId="1374905815" sldId="283"/>
            <ac:graphicFrameMk id="6" creationId="{7D615020-6D64-2562-66A6-702B9D16611A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7" name="Google Shape;9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Autofit/>
          </a:bodyPr>
          <a:lstStyle>
            <a:lvl1pPr lv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1" name="Google Shape;21;p5"/>
          <p:cNvCxnSpPr/>
          <p:nvPr/>
        </p:nvCxnSpPr>
        <p:spPr>
          <a:xfrm>
            <a:off x="715890" y="1114050"/>
            <a:ext cx="0" cy="5735637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8" name="Google Shape;28;p6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1" i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5" name="Google Shape;35;p7"/>
          <p:cNvCxnSpPr/>
          <p:nvPr/>
        </p:nvCxnSpPr>
        <p:spPr>
          <a:xfrm>
            <a:off x="715890" y="1701425"/>
            <a:ext cx="0" cy="5148262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3" name="Google Shape;43;p8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3" name="Google Shape;53;p9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9" name="Google Shape;59;p10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4" name="Google Shape;64;p11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Autofit/>
          </a:bodyPr>
          <a:lstStyle>
            <a:lvl1pPr marL="457200" lvl="0" indent="-4318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2" name="Google Shape;72;p12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0" name="Google Shape;80;p13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7" name="Google Shape;87;p14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4" name="Google Shape;94;p15"/>
          <p:cNvCxnSpPr/>
          <p:nvPr/>
        </p:nvCxnSpPr>
        <p:spPr>
          <a:xfrm rot="10800000" flipH="1">
            <a:off x="8313" y="261865"/>
            <a:ext cx="11353802" cy="1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Autofit/>
          </a:bodyPr>
          <a:lstStyle>
            <a:lvl1pPr marL="457200" marR="0" lvl="0" indent="-4064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libabaResearch/DAMO-ConvAI/tree/main/dial-star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"/>
          <p:cNvSpPr/>
          <p:nvPr/>
        </p:nvSpPr>
        <p:spPr>
          <a:xfrm>
            <a:off x="8878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4"/>
              </a:gs>
            </a:gsLst>
            <a:lin ang="189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2" name="Google Shape;102;p1"/>
          <p:cNvSpPr txBox="1">
            <a:spLocks noGrp="1"/>
          </p:cNvSpPr>
          <p:nvPr>
            <p:ph type="ctrTitle"/>
          </p:nvPr>
        </p:nvSpPr>
        <p:spPr>
          <a:xfrm>
            <a:off x="1256275" y="2271449"/>
            <a:ext cx="9679449" cy="2847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en-US" sz="7200" dirty="0" err="1">
                <a:solidFill>
                  <a:srgbClr val="FFFFFF"/>
                </a:solidFill>
              </a:rPr>
              <a:t>進捗報告</a:t>
            </a:r>
            <a:endParaRPr dirty="0"/>
          </a:p>
        </p:txBody>
      </p:sp>
      <p:sp>
        <p:nvSpPr>
          <p:cNvPr id="103" name="Google Shape;103;p1"/>
          <p:cNvSpPr txBox="1">
            <a:spLocks noGrp="1"/>
          </p:cNvSpPr>
          <p:nvPr>
            <p:ph type="subTitle" idx="1"/>
          </p:nvPr>
        </p:nvSpPr>
        <p:spPr>
          <a:xfrm>
            <a:off x="1256275" y="5098254"/>
            <a:ext cx="9679449" cy="750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</a:pPr>
            <a:r>
              <a:rPr lang="en-US" dirty="0">
                <a:solidFill>
                  <a:srgbClr val="FFFFFF"/>
                </a:solidFill>
              </a:rPr>
              <a:t>Al21120　三輪昇汰　2025/ 10/ </a:t>
            </a:r>
            <a:r>
              <a:rPr lang="en-US" altLang="ja-JP" dirty="0">
                <a:solidFill>
                  <a:srgbClr val="FFFFFF"/>
                </a:solidFill>
              </a:rPr>
              <a:t>24</a:t>
            </a:r>
            <a:endParaRPr dirty="0">
              <a:solidFill>
                <a:srgbClr val="FFFFFF"/>
              </a:solidFill>
            </a:endParaRPr>
          </a:p>
        </p:txBody>
      </p:sp>
      <p:cxnSp>
        <p:nvCxnSpPr>
          <p:cNvPr id="104" name="Google Shape;104;p1"/>
          <p:cNvCxnSpPr/>
          <p:nvPr/>
        </p:nvCxnSpPr>
        <p:spPr>
          <a:xfrm>
            <a:off x="8878" y="806470"/>
            <a:ext cx="8453437" cy="0"/>
          </a:xfrm>
          <a:prstGeom prst="straightConnector1">
            <a:avLst/>
          </a:prstGeom>
          <a:noFill/>
          <a:ln w="25400" cap="sq" cmpd="sng">
            <a:solidFill>
              <a:srgbClr val="FFFFFF"/>
            </a:solidFill>
            <a:prstDash val="solid"/>
            <a:bevel/>
            <a:headEnd type="none" w="sm" len="sm"/>
            <a:tailEnd type="none" w="sm" len="sm"/>
          </a:ln>
        </p:spPr>
      </p:cxnSp>
      <p:sp>
        <p:nvSpPr>
          <p:cNvPr id="105" name="Google Shape;105;p1"/>
          <p:cNvSpPr/>
          <p:nvPr/>
        </p:nvSpPr>
        <p:spPr>
          <a:xfrm>
            <a:off x="544954" y="2875093"/>
            <a:ext cx="139039" cy="139039"/>
          </a:xfrm>
          <a:custGeom>
            <a:avLst/>
            <a:gdLst/>
            <a:ahLst/>
            <a:cxnLst/>
            <a:rect l="l" t="t" r="r" b="b"/>
            <a:pathLst>
              <a:path w="139039" h="139039" extrusionOk="0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6" name="Google Shape;106;p1"/>
          <p:cNvSpPr/>
          <p:nvPr/>
        </p:nvSpPr>
        <p:spPr>
          <a:xfrm>
            <a:off x="903734" y="3104388"/>
            <a:ext cx="91138" cy="91138"/>
          </a:xfrm>
          <a:custGeom>
            <a:avLst/>
            <a:gdLst/>
            <a:ahLst/>
            <a:cxnLst/>
            <a:rect l="l" t="t" r="r" b="b"/>
            <a:pathLst>
              <a:path w="91138" h="91138" extrusionOk="0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529414" y="3619532"/>
            <a:ext cx="127714" cy="127714"/>
          </a:xfrm>
          <a:custGeom>
            <a:avLst/>
            <a:gdLst/>
            <a:ahLst/>
            <a:cxnLst/>
            <a:rect l="l" t="t" r="r" b="b"/>
            <a:pathLst>
              <a:path w="127714" h="127714" extrusionOk="0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8" name="Google Shape;108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ja-JP" dirty="0"/>
              <a:t>研究目標</a:t>
            </a:r>
            <a:endParaRPr dirty="0"/>
          </a:p>
        </p:txBody>
      </p:sp>
      <p:sp>
        <p:nvSpPr>
          <p:cNvPr id="114" name="Google Shape;114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2</a:t>
            </a:fld>
            <a:endParaRPr/>
          </a:p>
        </p:txBody>
      </p:sp>
      <p:sp>
        <p:nvSpPr>
          <p:cNvPr id="115" name="Google Shape;115;p2"/>
          <p:cNvSpPr txBox="1">
            <a:spLocks noGrp="1"/>
          </p:cNvSpPr>
          <p:nvPr>
            <p:ph type="body" idx="1"/>
          </p:nvPr>
        </p:nvSpPr>
        <p:spPr>
          <a:xfrm>
            <a:off x="838200" y="1825624"/>
            <a:ext cx="11186786" cy="3450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Autofit/>
          </a:bodyPr>
          <a:lstStyle/>
          <a:p>
            <a:pPr marL="22860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altLang="ja-JP" dirty="0"/>
              <a:t> </a:t>
            </a:r>
            <a:r>
              <a:rPr lang="ja-JP" dirty="0"/>
              <a:t>Youtube</a:t>
            </a:r>
            <a:r>
              <a:rPr lang="ja-JP" altLang="en-US" dirty="0"/>
              <a:t>生配信</a:t>
            </a:r>
            <a:r>
              <a:rPr lang="ja-JP" dirty="0"/>
              <a:t>動画の字幕をトピック分割し</a:t>
            </a:r>
            <a:r>
              <a:rPr lang="ja-JP" altLang="en-US" dirty="0"/>
              <a:t>，</a:t>
            </a:r>
            <a:endParaRPr lang="en-US" altLang="ja-JP" dirty="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ja-JP" altLang="en-US" dirty="0"/>
              <a:t>　チャットログから</a:t>
            </a:r>
            <a:r>
              <a:rPr lang="ja-JP" dirty="0"/>
              <a:t>盛り上がり分析を行</a:t>
            </a:r>
            <a:r>
              <a:rPr lang="ja-JP" altLang="en-US" dirty="0"/>
              <a:t>うことで，</a:t>
            </a:r>
            <a:endParaRPr lang="en-US" altLang="ja-JP" dirty="0"/>
          </a:p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ja-JP" altLang="en-US" dirty="0"/>
              <a:t>　</a:t>
            </a:r>
            <a:r>
              <a:rPr lang="ja-JP" altLang="ja-JP" dirty="0"/>
              <a:t>長時間</a:t>
            </a:r>
            <a:r>
              <a:rPr lang="ja-JP" altLang="en-US" dirty="0"/>
              <a:t>の動画から</a:t>
            </a:r>
            <a:endParaRPr lang="en-US" altLang="ja-JP" dirty="0"/>
          </a:p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en-US" altLang="ja-JP" dirty="0"/>
              <a:t>   </a:t>
            </a:r>
            <a:r>
              <a:rPr lang="ja-JP" altLang="en-US" dirty="0"/>
              <a:t>トピックを捉えた</a:t>
            </a:r>
            <a:r>
              <a:rPr lang="ja-JP" altLang="ja-JP" dirty="0"/>
              <a:t>短時間で満足</a:t>
            </a:r>
            <a:r>
              <a:rPr lang="ja-JP" altLang="en-US" dirty="0"/>
              <a:t>感が得られる</a:t>
            </a:r>
            <a:r>
              <a:rPr lang="ja-JP" altLang="ja-JP" dirty="0"/>
              <a:t>動画</a:t>
            </a:r>
            <a:r>
              <a:rPr lang="ja-JP" altLang="en-US" dirty="0"/>
              <a:t>を</a:t>
            </a:r>
            <a:r>
              <a:rPr lang="ja-JP" altLang="ja-JP" dirty="0"/>
              <a:t>出力する</a:t>
            </a:r>
            <a:r>
              <a:rPr lang="ja-JP" altLang="en-US" dirty="0"/>
              <a:t>．</a:t>
            </a:r>
            <a:endParaRPr lang="en-US" altLang="ja-JP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ja-JP" dirty="0"/>
              <a:t>参考論文</a:t>
            </a:r>
            <a:endParaRPr dirty="0"/>
          </a:p>
        </p:txBody>
      </p:sp>
      <p:sp>
        <p:nvSpPr>
          <p:cNvPr id="128" name="Google Shape;128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89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Autofit/>
          </a:bodyPr>
          <a:lstStyle/>
          <a:p>
            <a:pPr marL="22860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ja-JP" dirty="0"/>
              <a:t>Haoyu Gao，“Unsupervised Dialogue Topic Segmentation with Topic-aware Utterance Representation”, SIGIR ’23, July 23–27, 2023, Taipei, Taiwan</a:t>
            </a:r>
            <a:endParaRPr dirty="0"/>
          </a:p>
          <a:p>
            <a:pPr marL="228600" lvl="0" indent="-2286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ja-JP" dirty="0"/>
              <a:t>教師ラベルのついてない対話テキスト</a:t>
            </a:r>
            <a:r>
              <a:rPr lang="ja-JP" altLang="en-US" dirty="0"/>
              <a:t>データセットをルールに基づき生成した学習用ペアで学習を行い</a:t>
            </a:r>
            <a:r>
              <a:rPr lang="ja-JP" dirty="0"/>
              <a:t>、トピック境界検出モデルを構築</a:t>
            </a:r>
            <a:endParaRPr lang="en-US" altLang="ja-JP" dirty="0"/>
          </a:p>
          <a:p>
            <a:pPr marL="228600" lvl="0" indent="-2286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ja-JP" dirty="0"/>
              <a:t>論文の学習で使用されているコード類</a:t>
            </a:r>
            <a:endParaRPr dirty="0"/>
          </a:p>
          <a:p>
            <a:pPr marL="685800" lvl="1" indent="-228600">
              <a:spcBef>
                <a:spcPts val="1000"/>
              </a:spcBef>
              <a:buSzPts val="2800"/>
            </a:pPr>
            <a:r>
              <a:rPr lang="ja-JP" u="sng" dirty="0">
                <a:solidFill>
                  <a:schemeClr val="hlink"/>
                </a:solidFill>
                <a:hlinkClick r:id="rId3"/>
              </a:rPr>
              <a:t>https://github.com/AlibabaResearch/DAMO-ConvAI/tree/main/dial-start</a:t>
            </a:r>
            <a:endParaRPr dirty="0"/>
          </a:p>
          <a:p>
            <a:pPr marL="228600" lvl="0" indent="-508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129" name="Google Shape;129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dirty="0" err="1"/>
              <a:t>学習の全体像</a:t>
            </a:r>
            <a:endParaRPr dirty="0"/>
          </a:p>
        </p:txBody>
      </p:sp>
      <p:sp>
        <p:nvSpPr>
          <p:cNvPr id="131" name="Google Shape;131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32" name="Google Shape;132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89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Autofit/>
          </a:bodyPr>
          <a:lstStyle/>
          <a:p>
            <a:pPr marL="457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dirty="0"/>
              <a:t>１. </a:t>
            </a:r>
            <a:r>
              <a:rPr lang="en-US" b="1" dirty="0"/>
              <a:t>Coherence</a:t>
            </a:r>
            <a:r>
              <a:rPr lang="en-US" dirty="0"/>
              <a:t> </a:t>
            </a:r>
            <a:r>
              <a:rPr lang="en-US" dirty="0" err="1"/>
              <a:t>モデル</a:t>
            </a:r>
            <a:r>
              <a:rPr lang="en-US" dirty="0"/>
              <a:t>(</a:t>
            </a:r>
            <a:r>
              <a:rPr lang="en-US" b="1" dirty="0" err="1"/>
              <a:t>一貫性</a:t>
            </a:r>
            <a:r>
              <a:rPr lang="en-US" b="1" dirty="0"/>
              <a:t> / </a:t>
            </a:r>
            <a:r>
              <a:rPr lang="en-US" b="1" dirty="0" err="1"/>
              <a:t>文脈つながり</a:t>
            </a:r>
            <a:r>
              <a:rPr lang="en-US" dirty="0"/>
              <a:t>)</a:t>
            </a:r>
            <a:endParaRPr dirty="0"/>
          </a:p>
          <a:p>
            <a:pPr marL="11430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	</a:t>
            </a:r>
            <a:r>
              <a:rPr lang="en-US" dirty="0" err="1"/>
              <a:t>事前学習済みモデルのNSP</a:t>
            </a:r>
            <a:r>
              <a:rPr lang="en-US" dirty="0"/>
              <a:t>-BERT</a:t>
            </a:r>
            <a:endParaRPr dirty="0"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ja-JP" altLang="en-US" dirty="0"/>
              <a:t>　　</a:t>
            </a:r>
            <a:r>
              <a:rPr lang="en-US" dirty="0"/>
              <a:t>「</a:t>
            </a:r>
            <a:r>
              <a:rPr lang="en-US" dirty="0" err="1"/>
              <a:t>前の文と次の文が自然に続いているか」を学習</a:t>
            </a:r>
            <a:endParaRPr dirty="0"/>
          </a:p>
          <a:p>
            <a:pPr marL="457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dirty="0"/>
              <a:t>2. </a:t>
            </a:r>
            <a:r>
              <a:rPr lang="en-US" b="1" dirty="0" err="1"/>
              <a:t>Topicモデル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b="1" dirty="0" err="1"/>
              <a:t>トピック類似度</a:t>
            </a:r>
            <a:r>
              <a:rPr lang="en-US" dirty="0"/>
              <a:t>)</a:t>
            </a:r>
            <a:endParaRPr dirty="0"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	</a:t>
            </a:r>
            <a:r>
              <a:rPr lang="en-US" dirty="0" err="1"/>
              <a:t>事前学習済みモデルのSimCSE</a:t>
            </a:r>
            <a:r>
              <a:rPr lang="en-US" dirty="0"/>
              <a:t>-BERT </a:t>
            </a:r>
            <a:r>
              <a:rPr lang="en-US" dirty="0" err="1"/>
              <a:t>で文ベクトルを作り</a:t>
            </a:r>
            <a:r>
              <a:rPr lang="en-US" dirty="0"/>
              <a:t>	</a:t>
            </a:r>
            <a:r>
              <a:rPr lang="en-US" dirty="0" err="1"/>
              <a:t>文間の距離を計算</a:t>
            </a:r>
            <a:endParaRPr dirty="0"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	「</a:t>
            </a:r>
            <a:r>
              <a:rPr lang="en-US" dirty="0" err="1"/>
              <a:t>同じトピックの文は近く、違うトピックの文は遠く」な</a:t>
            </a:r>
            <a:r>
              <a:rPr lang="en-US" dirty="0"/>
              <a:t>	</a:t>
            </a:r>
            <a:r>
              <a:rPr lang="en-US" dirty="0" err="1"/>
              <a:t>るように学習</a:t>
            </a:r>
            <a:endParaRPr dirty="0"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6B9210-3DE8-C4AA-3A6E-87C754355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進捗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CBC8E78-E2C8-C8B5-040A-33338019B1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2226" y="1814922"/>
            <a:ext cx="11756922" cy="3228156"/>
          </a:xfrm>
        </p:spPr>
        <p:txBody>
          <a:bodyPr/>
          <a:lstStyle/>
          <a:p>
            <a:r>
              <a:rPr kumimoji="1" lang="ja-JP" altLang="en-US"/>
              <a:t>評価手法の案</a:t>
            </a:r>
            <a:endParaRPr kumimoji="1" lang="en-US" altLang="ja-JP"/>
          </a:p>
          <a:p>
            <a:r>
              <a:rPr kumimoji="1" lang="ja-JP" altLang="en-US" dirty="0"/>
              <a:t>学習データ修正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データ修正（文整形の見直しと、視聴者コメントログの保存）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→学習データの質の影響で学習効果が下がることを避ける</a:t>
            </a:r>
            <a:r>
              <a:rPr kumimoji="1" lang="en-US" altLang="ja-JP" dirty="0"/>
              <a:t>(</a:t>
            </a:r>
            <a:r>
              <a:rPr kumimoji="1" lang="ja-JP" altLang="en-US" dirty="0"/>
              <a:t>字幕文の整形強化</a:t>
            </a:r>
            <a:r>
              <a:rPr kumimoji="1" lang="en-US" altLang="ja-JP" dirty="0"/>
              <a:t>)</a:t>
            </a:r>
          </a:p>
          <a:p>
            <a:pPr lvl="1"/>
            <a:r>
              <a:rPr kumimoji="1" lang="ja-JP" altLang="en-US" dirty="0"/>
              <a:t>→将来的に視聴者コメントログも使い学習ができるように</a:t>
            </a:r>
            <a:r>
              <a:rPr kumimoji="1" lang="en-US" altLang="ja-JP" dirty="0"/>
              <a:t>(</a:t>
            </a:r>
            <a:r>
              <a:rPr kumimoji="1" lang="ja-JP" altLang="en-US" dirty="0"/>
              <a:t>視聴者コメントログの保存</a:t>
            </a:r>
            <a:r>
              <a:rPr kumimoji="1" lang="en-US" altLang="ja-JP" dirty="0"/>
              <a:t>)</a:t>
            </a:r>
          </a:p>
          <a:p>
            <a:r>
              <a:rPr kumimoji="1" lang="ja-JP" altLang="en-US" dirty="0"/>
              <a:t>学習済みモデルで行うトピック境界推論処理用コードの作成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DF14AC2-756A-8C16-D186-2863C9AF936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122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379E91-F926-5D06-C684-8AB160AC4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17738" cy="1325563"/>
          </a:xfrm>
        </p:spPr>
        <p:txBody>
          <a:bodyPr/>
          <a:lstStyle/>
          <a:p>
            <a:r>
              <a:rPr kumimoji="1" lang="ja-JP" altLang="en-US" dirty="0"/>
              <a:t>トピック分割精度の評価方法</a:t>
            </a:r>
            <a:br>
              <a:rPr kumimoji="1" lang="en-US" altLang="ja-JP" dirty="0"/>
            </a:br>
            <a:r>
              <a:rPr kumimoji="1" lang="ja-JP" altLang="en-US" dirty="0"/>
              <a:t>（参考論文の評価方法）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C62C3A4-BB45-61AA-069A-13E46439F9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b="1" dirty="0"/>
              <a:t>1. PK</a:t>
            </a:r>
            <a:r>
              <a:rPr lang="ja-JP" altLang="en-US" b="1" dirty="0"/>
              <a:t>スコア</a:t>
            </a:r>
          </a:p>
          <a:p>
            <a:r>
              <a:rPr lang="en-US" altLang="ja-JP" b="1" dirty="0"/>
              <a:t>2. Window Diff</a:t>
            </a:r>
          </a:p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F5AFA3F-9805-8171-69B9-095C270A16F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224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419532-134F-E3F9-6BE8-CA709A214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b="1" dirty="0"/>
              <a:t>PK</a:t>
            </a:r>
            <a:r>
              <a:rPr lang="ja-JP" altLang="en-US" b="1" dirty="0"/>
              <a:t>スコア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CFBA780-CC12-2A2D-38D3-6650D5A7A6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b="1" dirty="0"/>
              <a:t>基本概念</a:t>
            </a:r>
          </a:p>
          <a:p>
            <a:r>
              <a:rPr lang="en-US" altLang="ja-JP" dirty="0"/>
              <a:t>PK</a:t>
            </a:r>
            <a:r>
              <a:rPr lang="ja-JP" altLang="en-US" dirty="0"/>
              <a:t>スコアは、テキストセグメンテーションの品質を評価するための指標で、「スライディングウィンドウ方式」を用いて正解セグメンテーションと予測セグメンテーションの一致度を測定。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BA384E5-2561-97BC-601E-0DF607534C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4775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8F1B1D-FFAB-92C2-9469-C5C32A69F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b="1" dirty="0"/>
              <a:t>PK</a:t>
            </a:r>
            <a:r>
              <a:rPr lang="ja-JP" altLang="en-US" b="1" dirty="0"/>
              <a:t>スコア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C9A4876-A985-729F-A2BD-B27D38C8BF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b="1" dirty="0"/>
              <a:t>計算方法：</a:t>
            </a:r>
            <a:endParaRPr lang="en-US" altLang="ja-JP" dirty="0"/>
          </a:p>
          <a:p>
            <a:r>
              <a:rPr lang="ja-JP" altLang="en-US" dirty="0"/>
              <a:t>ウィンドウサイズ ：</a:t>
            </a:r>
            <a:r>
              <a:rPr lang="en-US" altLang="ja-JP" dirty="0"/>
              <a:t>1/2×(</a:t>
            </a:r>
            <a:r>
              <a:rPr lang="ja-JP" altLang="en-US" dirty="0"/>
              <a:t>合計文数</a:t>
            </a:r>
            <a:r>
              <a:rPr lang="en-US" altLang="ja-JP" dirty="0"/>
              <a:t>/</a:t>
            </a:r>
            <a:r>
              <a:rPr lang="ja-JP" altLang="en-US" dirty="0"/>
              <a:t>セグメント数</a:t>
            </a:r>
            <a:r>
              <a:rPr lang="en-US" altLang="ja-JP" dirty="0"/>
              <a:t>)</a:t>
            </a:r>
          </a:p>
          <a:p>
            <a:r>
              <a:rPr lang="en-US" altLang="ja-JP" dirty="0"/>
              <a:t>PK = (</a:t>
            </a:r>
            <a:r>
              <a:rPr lang="ja-JP" altLang="en-US" dirty="0"/>
              <a:t>不一致ウィンドウ数</a:t>
            </a:r>
            <a:r>
              <a:rPr lang="en-US" altLang="ja-JP" dirty="0"/>
              <a:t>) / (</a:t>
            </a:r>
            <a:r>
              <a:rPr lang="ja-JP" altLang="en-US" dirty="0"/>
              <a:t>総ウィンドウ数</a:t>
            </a:r>
            <a:r>
              <a:rPr lang="en-US" altLang="ja-JP" dirty="0"/>
              <a:t>)</a:t>
            </a:r>
            <a:endParaRPr lang="ja-JP" altLang="en-US" dirty="0"/>
          </a:p>
          <a:p>
            <a:r>
              <a:rPr lang="ja-JP" altLang="en-US" dirty="0"/>
              <a:t>全可能なウィンドウ位置において、境界の有無が一致しない割合を計算</a:t>
            </a:r>
          </a:p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7F2760F-6444-4FBF-12F9-B99F8677FB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13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AF61A2-66C3-9A19-6604-F8FF2DA22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b="1" dirty="0"/>
              <a:t>PK</a:t>
            </a:r>
            <a:r>
              <a:rPr lang="ja-JP" altLang="en-US" b="1" dirty="0"/>
              <a:t>スコア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0A12A53-C581-B4BA-1F2C-9C041A0A4E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50487"/>
            <a:ext cx="10515600" cy="5270988"/>
          </a:xfrm>
        </p:spPr>
        <p:txBody>
          <a:bodyPr/>
          <a:lstStyle/>
          <a:p>
            <a:r>
              <a:rPr kumimoji="1" lang="ja-JP" altLang="en-US" dirty="0"/>
              <a:t>計算例</a:t>
            </a:r>
            <a:endParaRPr kumimoji="1" lang="en-US" altLang="ja-JP" dirty="0"/>
          </a:p>
          <a:p>
            <a:r>
              <a:rPr lang="ja-JP" altLang="en-US" b="1" dirty="0"/>
              <a:t>総文数</a:t>
            </a:r>
            <a:r>
              <a:rPr lang="en-US" altLang="ja-JP" dirty="0"/>
              <a:t>: 12</a:t>
            </a:r>
            <a:r>
              <a:rPr lang="ja-JP" altLang="en-US" dirty="0"/>
              <a:t>文</a:t>
            </a:r>
            <a:endParaRPr kumimoji="1" lang="en-US" altLang="ja-JP" dirty="0"/>
          </a:p>
          <a:p>
            <a:pPr lvl="1"/>
            <a:r>
              <a:rPr lang="zh-TW" altLang="en-US" b="1" dirty="0"/>
              <a:t>正解境界</a:t>
            </a:r>
            <a:r>
              <a:rPr lang="en-US" altLang="zh-TW" dirty="0"/>
              <a:t>: </a:t>
            </a:r>
            <a:r>
              <a:rPr lang="en-US" altLang="ja-JP" dirty="0"/>
              <a:t>{3, 6, 9}</a:t>
            </a:r>
            <a:endParaRPr lang="en-US" altLang="zh-TW" dirty="0"/>
          </a:p>
          <a:p>
            <a:pPr lvl="1"/>
            <a:r>
              <a:rPr lang="zh-TW" altLang="en-US" b="1" dirty="0"/>
              <a:t>予測境界</a:t>
            </a:r>
            <a:r>
              <a:rPr lang="en-US" altLang="zh-TW" dirty="0"/>
              <a:t>:</a:t>
            </a:r>
            <a:r>
              <a:rPr lang="en-US" altLang="ja-JP" dirty="0"/>
              <a:t>{4, 8}</a:t>
            </a:r>
            <a:endParaRPr kumimoji="1" lang="en-US" altLang="ja-JP" dirty="0"/>
          </a:p>
          <a:p>
            <a:endParaRPr kumimoji="1" lang="en-US" altLang="ja-JP" b="1" dirty="0"/>
          </a:p>
          <a:p>
            <a:pPr marL="114300" indent="0">
              <a:buNone/>
            </a:pPr>
            <a:endParaRPr kumimoji="1" lang="en-US" altLang="ja-JP" dirty="0"/>
          </a:p>
          <a:p>
            <a:r>
              <a:rPr lang="ja-JP" altLang="en-US" sz="2400" dirty="0"/>
              <a:t>不一致ウィンドウ数</a:t>
            </a:r>
            <a:r>
              <a:rPr lang="en-US" altLang="ja-JP" sz="2400" dirty="0"/>
              <a:t>: </a:t>
            </a:r>
            <a:r>
              <a:rPr lang="ja-JP" altLang="en-US" sz="2400" dirty="0"/>
              <a:t>１</a:t>
            </a:r>
          </a:p>
          <a:p>
            <a:r>
              <a:rPr lang="ja-JP" altLang="en-US" sz="2400" dirty="0"/>
              <a:t>総ウィンドウ数</a:t>
            </a:r>
            <a:r>
              <a:rPr lang="en-US" altLang="ja-JP" sz="2400" dirty="0"/>
              <a:t>: </a:t>
            </a:r>
            <a:r>
              <a:rPr lang="ja-JP" altLang="en-US" sz="2400" dirty="0"/>
              <a:t>７</a:t>
            </a:r>
          </a:p>
          <a:p>
            <a:r>
              <a:rPr lang="en-US" altLang="ja-JP" sz="2400" b="1" dirty="0"/>
              <a:t>PK</a:t>
            </a:r>
            <a:r>
              <a:rPr lang="ja-JP" altLang="en-US" sz="2400" b="1" dirty="0"/>
              <a:t>スコア </a:t>
            </a:r>
            <a:r>
              <a:rPr lang="en-US" altLang="ja-JP" sz="2400" b="1" dirty="0"/>
              <a:t>= 1/7 = 0.143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C3977C6-43B9-B165-2FA4-9F71BE4E54A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20DADA8F-07D6-9250-8414-06C6FF9299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5333995"/>
              </p:ext>
            </p:extLst>
          </p:nvPr>
        </p:nvGraphicFramePr>
        <p:xfrm>
          <a:off x="4603262" y="1547355"/>
          <a:ext cx="7511665" cy="4002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333">
                  <a:extLst>
                    <a:ext uri="{9D8B030D-6E8A-4147-A177-3AD203B41FA5}">
                      <a16:colId xmlns:a16="http://schemas.microsoft.com/office/drawing/2014/main" val="1530028058"/>
                    </a:ext>
                  </a:extLst>
                </a:gridCol>
                <a:gridCol w="1502333">
                  <a:extLst>
                    <a:ext uri="{9D8B030D-6E8A-4147-A177-3AD203B41FA5}">
                      <a16:colId xmlns:a16="http://schemas.microsoft.com/office/drawing/2014/main" val="2488415432"/>
                    </a:ext>
                  </a:extLst>
                </a:gridCol>
                <a:gridCol w="1502333">
                  <a:extLst>
                    <a:ext uri="{9D8B030D-6E8A-4147-A177-3AD203B41FA5}">
                      <a16:colId xmlns:a16="http://schemas.microsoft.com/office/drawing/2014/main" val="126359161"/>
                    </a:ext>
                  </a:extLst>
                </a:gridCol>
                <a:gridCol w="1502333">
                  <a:extLst>
                    <a:ext uri="{9D8B030D-6E8A-4147-A177-3AD203B41FA5}">
                      <a16:colId xmlns:a16="http://schemas.microsoft.com/office/drawing/2014/main" val="1293441972"/>
                    </a:ext>
                  </a:extLst>
                </a:gridCol>
                <a:gridCol w="1502333">
                  <a:extLst>
                    <a:ext uri="{9D8B030D-6E8A-4147-A177-3AD203B41FA5}">
                      <a16:colId xmlns:a16="http://schemas.microsoft.com/office/drawing/2014/main" val="1458870910"/>
                    </a:ext>
                  </a:extLst>
                </a:gridCol>
              </a:tblGrid>
              <a:tr h="54472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ja-JP" altLang="en-US" b="0" dirty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ウィンドウ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ja-JP" altLang="en-US" b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範囲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TW" altLang="en-US" b="0" dirty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正解境界有無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TW" altLang="en-US" b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予測境界有無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ja-JP" altLang="en-US" b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一致</a:t>
                      </a:r>
                      <a:r>
                        <a:rPr lang="en-US" altLang="ja-JP" b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/</a:t>
                      </a:r>
                      <a:r>
                        <a:rPr lang="ja-JP" altLang="en-US" b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不一致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978933739"/>
                  </a:ext>
                </a:extLst>
              </a:tr>
              <a:tr h="54472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ja-JP" b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1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ja-JP" b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[1-6]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ja-JP" altLang="en-US" b="0" dirty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✅ </a:t>
                      </a:r>
                      <a:r>
                        <a:rPr lang="en-US" altLang="ja-JP" b="0" dirty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(</a:t>
                      </a:r>
                      <a:r>
                        <a:rPr lang="ja-JP" altLang="en-US" b="0" dirty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境界</a:t>
                      </a:r>
                      <a:r>
                        <a:rPr lang="en-US" altLang="ja-JP" b="0" dirty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3,6)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ja-JP" altLang="en-US" b="0" dirty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✅ </a:t>
                      </a:r>
                      <a:r>
                        <a:rPr lang="en-US" altLang="ja-JP" b="0" dirty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(</a:t>
                      </a:r>
                      <a:r>
                        <a:rPr lang="ja-JP" altLang="en-US" b="0" dirty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境界</a:t>
                      </a:r>
                      <a:r>
                        <a:rPr lang="en-US" altLang="ja-JP" b="0" dirty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4)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ja-JP" altLang="en-US" b="1" dirty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一致</a:t>
                      </a:r>
                      <a:endParaRPr lang="ja-JP" altLang="en-US" b="0" dirty="0"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994014455"/>
                  </a:ext>
                </a:extLst>
              </a:tr>
              <a:tr h="34728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ja-JP" b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2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ja-JP" b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[2-7]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ja-JP" altLang="en-US" b="0" dirty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✅ </a:t>
                      </a:r>
                      <a:r>
                        <a:rPr lang="en-US" altLang="ja-JP" b="0" dirty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(</a:t>
                      </a:r>
                      <a:r>
                        <a:rPr lang="ja-JP" altLang="en-US" b="0" dirty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境界</a:t>
                      </a:r>
                      <a:r>
                        <a:rPr lang="en-US" altLang="ja-JP" b="0" dirty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3,6)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ja-JP" altLang="en-US" b="0" dirty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✅ </a:t>
                      </a:r>
                      <a:r>
                        <a:rPr lang="en-US" altLang="ja-JP" b="0" dirty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(</a:t>
                      </a:r>
                      <a:r>
                        <a:rPr lang="ja-JP" altLang="en-US" b="0" dirty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境界</a:t>
                      </a:r>
                      <a:r>
                        <a:rPr lang="en-US" altLang="ja-JP" b="0" dirty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4)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ja-JP" altLang="en-US" b="1" dirty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一致</a:t>
                      </a:r>
                      <a:endParaRPr lang="ja-JP" altLang="en-US" b="0" dirty="0"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88357116"/>
                  </a:ext>
                </a:extLst>
              </a:tr>
              <a:tr h="34728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ja-JP" b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3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ja-JP" b="0" dirty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[3-8]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ja-JP" altLang="en-US" b="0" dirty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✅ </a:t>
                      </a:r>
                      <a:r>
                        <a:rPr lang="en-US" altLang="ja-JP" b="0" dirty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(</a:t>
                      </a:r>
                      <a:r>
                        <a:rPr lang="ja-JP" altLang="en-US" b="0" dirty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境界</a:t>
                      </a:r>
                      <a:r>
                        <a:rPr lang="en-US" altLang="ja-JP" b="0" dirty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3,6)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ja-JP" altLang="en-US" b="0" dirty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✅ </a:t>
                      </a:r>
                      <a:r>
                        <a:rPr lang="en-US" altLang="ja-JP" b="0" dirty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(</a:t>
                      </a:r>
                      <a:r>
                        <a:rPr lang="ja-JP" altLang="en-US" b="0" dirty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境界</a:t>
                      </a:r>
                      <a:r>
                        <a:rPr lang="en-US" altLang="ja-JP" b="0" dirty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4,8)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ja-JP" altLang="en-US" b="1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一致</a:t>
                      </a:r>
                      <a:endParaRPr lang="ja-JP" altLang="en-US" b="0"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621055161"/>
                  </a:ext>
                </a:extLst>
              </a:tr>
              <a:tr h="34728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ja-JP" b="0" dirty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4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ja-JP" b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[4-9]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ja-JP" altLang="en-US" b="0" dirty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✅ </a:t>
                      </a:r>
                      <a:r>
                        <a:rPr lang="en-US" altLang="ja-JP" b="0" dirty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(</a:t>
                      </a:r>
                      <a:r>
                        <a:rPr lang="ja-JP" altLang="en-US" b="0" dirty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境界</a:t>
                      </a:r>
                      <a:r>
                        <a:rPr lang="en-US" altLang="ja-JP" b="0" dirty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6,9)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ja-JP" altLang="en-US" b="0" dirty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✅ </a:t>
                      </a:r>
                      <a:r>
                        <a:rPr lang="en-US" altLang="ja-JP" b="0" dirty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(</a:t>
                      </a:r>
                      <a:r>
                        <a:rPr lang="ja-JP" altLang="en-US" b="0" dirty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境界</a:t>
                      </a:r>
                      <a:r>
                        <a:rPr lang="en-US" altLang="ja-JP" b="0" dirty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4,8)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ja-JP" altLang="en-US" b="1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一致</a:t>
                      </a:r>
                      <a:endParaRPr lang="ja-JP" altLang="en-US" b="0"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470435557"/>
                  </a:ext>
                </a:extLst>
              </a:tr>
              <a:tr h="34728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ja-JP" b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5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ja-JP" b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[5-10]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ja-JP" altLang="en-US" b="0" dirty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✅ </a:t>
                      </a:r>
                      <a:r>
                        <a:rPr lang="en-US" altLang="ja-JP" b="0" dirty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(</a:t>
                      </a:r>
                      <a:r>
                        <a:rPr lang="ja-JP" altLang="en-US" b="0" dirty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境界</a:t>
                      </a:r>
                      <a:r>
                        <a:rPr lang="en-US" altLang="ja-JP" b="0" dirty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6,9)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ja-JP" altLang="en-US" b="0" dirty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✅ </a:t>
                      </a:r>
                      <a:r>
                        <a:rPr lang="en-US" altLang="ja-JP" b="0" dirty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(</a:t>
                      </a:r>
                      <a:r>
                        <a:rPr lang="ja-JP" altLang="en-US" b="0" dirty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境界</a:t>
                      </a:r>
                      <a:r>
                        <a:rPr lang="en-US" altLang="ja-JP" b="0" dirty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8)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ja-JP" altLang="en-US" b="1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一致</a:t>
                      </a:r>
                      <a:endParaRPr lang="ja-JP" altLang="en-US" b="0"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587183735"/>
                  </a:ext>
                </a:extLst>
              </a:tr>
              <a:tr h="34728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ja-JP" b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6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ja-JP" b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[6-11]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ja-JP" altLang="en-US" b="0" dirty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✅ </a:t>
                      </a:r>
                      <a:r>
                        <a:rPr lang="en-US" altLang="ja-JP" b="0" dirty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(</a:t>
                      </a:r>
                      <a:r>
                        <a:rPr lang="ja-JP" altLang="en-US" b="0" dirty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境界</a:t>
                      </a:r>
                      <a:r>
                        <a:rPr lang="en-US" altLang="ja-JP" b="0" dirty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9)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ja-JP" altLang="en-US" b="0" dirty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❌ </a:t>
                      </a:r>
                      <a:r>
                        <a:rPr lang="en-US" altLang="ja-JP" b="0" dirty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(</a:t>
                      </a:r>
                      <a:r>
                        <a:rPr lang="ja-JP" altLang="en-US" b="0" dirty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境界なし</a:t>
                      </a:r>
                      <a:r>
                        <a:rPr lang="en-US" altLang="ja-JP" b="0" dirty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)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ja-JP" altLang="en-US" b="1" dirty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不一致</a:t>
                      </a:r>
                      <a:endParaRPr lang="ja-JP" altLang="en-US" b="0" dirty="0"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54468221"/>
                  </a:ext>
                </a:extLst>
              </a:tr>
              <a:tr h="34728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ja-JP" b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7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ja-JP" b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[7-12]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ja-JP" altLang="en-US" b="0" dirty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❌ </a:t>
                      </a:r>
                      <a:r>
                        <a:rPr lang="en-US" altLang="ja-JP" b="0" dirty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(</a:t>
                      </a:r>
                      <a:r>
                        <a:rPr lang="ja-JP" altLang="en-US" b="0" dirty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境界なし</a:t>
                      </a:r>
                      <a:r>
                        <a:rPr lang="en-US" altLang="ja-JP" b="0" dirty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)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ja-JP" altLang="en-US" b="0" dirty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❌ </a:t>
                      </a:r>
                      <a:r>
                        <a:rPr lang="en-US" altLang="ja-JP" b="0" dirty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(</a:t>
                      </a:r>
                      <a:r>
                        <a:rPr lang="ja-JP" altLang="en-US" b="0" dirty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境界なし</a:t>
                      </a:r>
                      <a:r>
                        <a:rPr lang="en-US" altLang="ja-JP" b="0" dirty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)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ja-JP" altLang="en-US" b="1" dirty="0"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一致</a:t>
                      </a:r>
                      <a:endParaRPr lang="ja-JP" altLang="en-US" b="0" dirty="0"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41257160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71402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45990D-550E-E060-7C51-F02A3127F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b="1" dirty="0"/>
              <a:t>Window Diff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6F59029-2388-7E94-DCBE-B346964BC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4458"/>
          </a:xfrm>
        </p:spPr>
        <p:txBody>
          <a:bodyPr/>
          <a:lstStyle/>
          <a:p>
            <a:r>
              <a:rPr lang="ja-JP" altLang="en-US" dirty="0"/>
              <a:t>基本概念</a:t>
            </a:r>
            <a:endParaRPr lang="en-US" altLang="ja-JP" dirty="0"/>
          </a:p>
          <a:p>
            <a:r>
              <a:rPr lang="en-US" altLang="ja-JP" dirty="0"/>
              <a:t>Window Diff</a:t>
            </a:r>
            <a:r>
              <a:rPr lang="ja-JP" altLang="en-US" dirty="0"/>
              <a:t>は</a:t>
            </a:r>
            <a:r>
              <a:rPr lang="en-US" altLang="ja-JP" dirty="0"/>
              <a:t>PK</a:t>
            </a:r>
            <a:r>
              <a:rPr lang="ja-JP" altLang="en-US" dirty="0"/>
              <a:t>スコアの改良版として開発された指標で、より厳密なセグメンテーション評価する。</a:t>
            </a:r>
            <a:r>
              <a:rPr lang="en-US" altLang="ja-JP" dirty="0"/>
              <a:t>PK</a:t>
            </a:r>
            <a:r>
              <a:rPr lang="ja-JP" altLang="en-US" dirty="0"/>
              <a:t>スコアが「境界の有無」のみをチェックするのに対し、</a:t>
            </a:r>
            <a:r>
              <a:rPr lang="en-US" altLang="ja-JP" dirty="0"/>
              <a:t>Window Diff</a:t>
            </a:r>
            <a:r>
              <a:rPr lang="ja-JP" altLang="en-US" dirty="0"/>
              <a:t>は「境界の数」まで考慮。</a:t>
            </a:r>
            <a:endParaRPr lang="en-US" altLang="ja-JP" dirty="0"/>
          </a:p>
          <a:p>
            <a:r>
              <a:rPr kumimoji="1" lang="en-US" altLang="ja-JP" dirty="0"/>
              <a:t>WD = (</a:t>
            </a:r>
            <a:r>
              <a:rPr kumimoji="1" lang="ja-JP" altLang="en-US" dirty="0"/>
              <a:t>境界数が異なるウィンドウ数</a:t>
            </a:r>
            <a:r>
              <a:rPr kumimoji="1" lang="en-US" altLang="ja-JP" dirty="0"/>
              <a:t>) / (</a:t>
            </a:r>
            <a:r>
              <a:rPr kumimoji="1" lang="ja-JP" altLang="en-US" dirty="0"/>
              <a:t>全ウィンドウ数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C331C03-90FD-EA02-A9D4-40347A80B0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2139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849BC0-89B5-8F9E-CFBF-633958781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b="1" dirty="0"/>
              <a:t>Window Diff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FFE2057-F308-193D-2A60-BD7B06A623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b="1" dirty="0"/>
              <a:t>計算方法：</a:t>
            </a:r>
            <a:endParaRPr kumimoji="1" lang="en-US" altLang="ja-JP" dirty="0"/>
          </a:p>
          <a:p>
            <a:r>
              <a:rPr lang="ja-JP" altLang="en-US" dirty="0"/>
              <a:t>ウィンドウサイズ：</a:t>
            </a:r>
            <a:r>
              <a:rPr lang="en-US" altLang="ja-JP" dirty="0"/>
              <a:t>1/2×(</a:t>
            </a:r>
            <a:r>
              <a:rPr lang="ja-JP" altLang="en-US" dirty="0"/>
              <a:t>合計文数</a:t>
            </a:r>
            <a:r>
              <a:rPr lang="en-US" altLang="ja-JP" dirty="0"/>
              <a:t>/</a:t>
            </a:r>
            <a:r>
              <a:rPr lang="ja-JP" altLang="en-US" dirty="0"/>
              <a:t>セグメント数</a:t>
            </a:r>
            <a:r>
              <a:rPr lang="en-US" altLang="ja-JP" dirty="0"/>
              <a:t>)</a:t>
            </a:r>
          </a:p>
          <a:p>
            <a:r>
              <a:rPr kumimoji="1" lang="en-US" altLang="ja-JP" dirty="0"/>
              <a:t>WD = (</a:t>
            </a:r>
            <a:r>
              <a:rPr kumimoji="1" lang="ja-JP" altLang="en-US" dirty="0"/>
              <a:t>境界数が異なるウィンドウ数</a:t>
            </a:r>
            <a:r>
              <a:rPr kumimoji="1" lang="en-US" altLang="ja-JP" dirty="0"/>
              <a:t>) / (</a:t>
            </a:r>
            <a:r>
              <a:rPr kumimoji="1" lang="ja-JP" altLang="en-US" dirty="0"/>
              <a:t>全ウィンドウ数</a:t>
            </a:r>
            <a:r>
              <a:rPr kumimoji="1" lang="en-US" altLang="ja-JP" dirty="0"/>
              <a:t>)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F270398-2BBF-68A7-9287-D266C20CCF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373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C1BA26-E4D9-F4DC-4B3F-8577489BC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b="1" dirty="0"/>
              <a:t>Window Diff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315F7D3-1835-B499-86DB-B62C6FD7AB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98978"/>
            <a:ext cx="10515600" cy="5184775"/>
          </a:xfrm>
        </p:spPr>
        <p:txBody>
          <a:bodyPr/>
          <a:lstStyle/>
          <a:p>
            <a:r>
              <a:rPr kumimoji="1" lang="ja-JP" altLang="en-US" dirty="0"/>
              <a:t>計算例</a:t>
            </a:r>
            <a:endParaRPr kumimoji="1" lang="en-US" altLang="ja-JP" dirty="0"/>
          </a:p>
          <a:p>
            <a:r>
              <a:rPr lang="ja-JP" altLang="en-US" b="1" dirty="0"/>
              <a:t>総文数</a:t>
            </a:r>
            <a:r>
              <a:rPr lang="en-US" altLang="ja-JP" dirty="0"/>
              <a:t>: 12</a:t>
            </a:r>
            <a:r>
              <a:rPr lang="ja-JP" altLang="en-US" dirty="0"/>
              <a:t>文</a:t>
            </a:r>
            <a:endParaRPr kumimoji="1" lang="en-US" altLang="ja-JP" dirty="0"/>
          </a:p>
          <a:p>
            <a:pPr lvl="1"/>
            <a:r>
              <a:rPr lang="zh-TW" altLang="en-US" b="1" dirty="0"/>
              <a:t>正解境界</a:t>
            </a:r>
            <a:r>
              <a:rPr lang="en-US" altLang="zh-TW" dirty="0"/>
              <a:t>: </a:t>
            </a:r>
            <a:r>
              <a:rPr lang="en-US" altLang="ja-JP" dirty="0"/>
              <a:t>{3, 6, 9}</a:t>
            </a:r>
            <a:endParaRPr lang="en-US" altLang="zh-TW" dirty="0"/>
          </a:p>
          <a:p>
            <a:pPr lvl="1"/>
            <a:r>
              <a:rPr lang="zh-TW" altLang="en-US" b="1" dirty="0"/>
              <a:t>予測境界</a:t>
            </a:r>
            <a:r>
              <a:rPr lang="en-US" altLang="zh-TW" dirty="0"/>
              <a:t>:</a:t>
            </a:r>
            <a:r>
              <a:rPr lang="en-US" altLang="ja-JP" dirty="0"/>
              <a:t>{4, 8}</a:t>
            </a:r>
            <a:endParaRPr kumimoji="1" lang="en-US" altLang="ja-JP" dirty="0"/>
          </a:p>
          <a:p>
            <a:pPr marL="114300" indent="0">
              <a:buNone/>
            </a:pPr>
            <a:endParaRPr kumimoji="1" lang="en-US" altLang="ja-JP" dirty="0"/>
          </a:p>
          <a:p>
            <a:pPr marL="114300" indent="0">
              <a:buNone/>
            </a:pPr>
            <a:endParaRPr kumimoji="1" lang="en-US" altLang="ja-JP" dirty="0"/>
          </a:p>
          <a:p>
            <a:r>
              <a:rPr lang="ja-JP" altLang="en-US" sz="2400" dirty="0"/>
              <a:t>不一致ウィンドウ数</a:t>
            </a:r>
            <a:r>
              <a:rPr lang="en-US" altLang="ja-JP" sz="2400" dirty="0"/>
              <a:t>:</a:t>
            </a:r>
            <a:r>
              <a:rPr lang="ja-JP" altLang="en-US" sz="2400" dirty="0"/>
              <a:t>４</a:t>
            </a:r>
            <a:r>
              <a:rPr lang="en-US" altLang="ja-JP" sz="2400" dirty="0"/>
              <a:t> </a:t>
            </a:r>
            <a:endParaRPr lang="ja-JP" altLang="en-US" sz="2400" dirty="0"/>
          </a:p>
          <a:p>
            <a:r>
              <a:rPr lang="ja-JP" altLang="en-US" sz="2400" dirty="0"/>
              <a:t>総ウィンドウ数</a:t>
            </a:r>
            <a:r>
              <a:rPr lang="en-US" altLang="ja-JP" sz="2400" dirty="0"/>
              <a:t>: </a:t>
            </a:r>
            <a:r>
              <a:rPr lang="ja-JP" altLang="en-US" sz="2400" dirty="0"/>
              <a:t>７</a:t>
            </a:r>
          </a:p>
          <a:p>
            <a:r>
              <a:rPr lang="en-US" altLang="ja-JP" sz="2400" b="1" dirty="0"/>
              <a:t>WD</a:t>
            </a:r>
            <a:r>
              <a:rPr lang="ja-JP" altLang="en-US" sz="2400" b="1" dirty="0"/>
              <a:t>スコア </a:t>
            </a:r>
            <a:r>
              <a:rPr lang="en-US" altLang="ja-JP" sz="2400" b="1" dirty="0"/>
              <a:t>= 4/7= 0.571</a:t>
            </a:r>
            <a:endParaRPr lang="ja-JP" altLang="en-US" sz="2400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931CEC7-8280-FFD2-13A1-3647C5294D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E3C7E616-7D9E-7DDD-815B-93054456F7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7530960"/>
              </p:ext>
            </p:extLst>
          </p:nvPr>
        </p:nvGraphicFramePr>
        <p:xfrm>
          <a:off x="4704862" y="1501180"/>
          <a:ext cx="7487140" cy="36084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7428">
                  <a:extLst>
                    <a:ext uri="{9D8B030D-6E8A-4147-A177-3AD203B41FA5}">
                      <a16:colId xmlns:a16="http://schemas.microsoft.com/office/drawing/2014/main" val="1530028058"/>
                    </a:ext>
                  </a:extLst>
                </a:gridCol>
                <a:gridCol w="1497428">
                  <a:extLst>
                    <a:ext uri="{9D8B030D-6E8A-4147-A177-3AD203B41FA5}">
                      <a16:colId xmlns:a16="http://schemas.microsoft.com/office/drawing/2014/main" val="2488415432"/>
                    </a:ext>
                  </a:extLst>
                </a:gridCol>
                <a:gridCol w="1497428">
                  <a:extLst>
                    <a:ext uri="{9D8B030D-6E8A-4147-A177-3AD203B41FA5}">
                      <a16:colId xmlns:a16="http://schemas.microsoft.com/office/drawing/2014/main" val="126359161"/>
                    </a:ext>
                  </a:extLst>
                </a:gridCol>
                <a:gridCol w="1497428">
                  <a:extLst>
                    <a:ext uri="{9D8B030D-6E8A-4147-A177-3AD203B41FA5}">
                      <a16:colId xmlns:a16="http://schemas.microsoft.com/office/drawing/2014/main" val="1293441972"/>
                    </a:ext>
                  </a:extLst>
                </a:gridCol>
                <a:gridCol w="1497428">
                  <a:extLst>
                    <a:ext uri="{9D8B030D-6E8A-4147-A177-3AD203B41FA5}">
                      <a16:colId xmlns:a16="http://schemas.microsoft.com/office/drawing/2014/main" val="1458870910"/>
                    </a:ext>
                  </a:extLst>
                </a:gridCol>
              </a:tblGrid>
              <a:tr h="613021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ja-JP" altLang="en-US" b="0" dirty="0">
                          <a:effectLst/>
                          <a:latin typeface="BIZ UD明朝 Medium" panose="02020500000000000000" pitchFamily="17" charset="-128"/>
                          <a:ea typeface="BIZ UD明朝 Medium" panose="02020500000000000000" pitchFamily="17" charset="-128"/>
                        </a:rPr>
                        <a:t>ウィンドウ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ja-JP" altLang="en-US" b="0">
                          <a:effectLst/>
                          <a:latin typeface="BIZ UD明朝 Medium" panose="02020500000000000000" pitchFamily="17" charset="-128"/>
                          <a:ea typeface="BIZ UD明朝 Medium" panose="02020500000000000000" pitchFamily="17" charset="-128"/>
                        </a:rPr>
                        <a:t>範囲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ja-JP" altLang="en-US" b="0">
                          <a:effectLst/>
                          <a:latin typeface="BIZ UD明朝 Medium" panose="02020500000000000000" pitchFamily="17" charset="-128"/>
                          <a:ea typeface="BIZ UD明朝 Medium" panose="02020500000000000000" pitchFamily="17" charset="-128"/>
                        </a:rPr>
                        <a:t>正解境界数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ja-JP" altLang="en-US" b="0">
                          <a:effectLst/>
                          <a:latin typeface="BIZ UD明朝 Medium" panose="02020500000000000000" pitchFamily="17" charset="-128"/>
                          <a:ea typeface="BIZ UD明朝 Medium" panose="02020500000000000000" pitchFamily="17" charset="-128"/>
                        </a:rPr>
                        <a:t>予測境界数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ja-JP" altLang="en-US" b="0">
                          <a:effectLst/>
                          <a:latin typeface="BIZ UD明朝 Medium" panose="02020500000000000000" pitchFamily="17" charset="-128"/>
                          <a:ea typeface="BIZ UD明朝 Medium" panose="02020500000000000000" pitchFamily="17" charset="-128"/>
                        </a:rPr>
                        <a:t>一致</a:t>
                      </a:r>
                      <a:r>
                        <a:rPr lang="en-US" altLang="ja-JP" b="0">
                          <a:effectLst/>
                          <a:latin typeface="BIZ UD明朝 Medium" panose="02020500000000000000" pitchFamily="17" charset="-128"/>
                          <a:ea typeface="BIZ UD明朝 Medium" panose="02020500000000000000" pitchFamily="17" charset="-128"/>
                        </a:rPr>
                        <a:t>/</a:t>
                      </a:r>
                      <a:r>
                        <a:rPr lang="ja-JP" altLang="en-US" b="0">
                          <a:effectLst/>
                          <a:latin typeface="BIZ UD明朝 Medium" panose="02020500000000000000" pitchFamily="17" charset="-128"/>
                          <a:ea typeface="BIZ UD明朝 Medium" panose="02020500000000000000" pitchFamily="17" charset="-128"/>
                        </a:rPr>
                        <a:t>不一致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978933739"/>
                  </a:ext>
                </a:extLst>
              </a:tr>
              <a:tr h="61302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ja-JP" b="0">
                          <a:effectLst/>
                          <a:latin typeface="BIZ UD明朝 Medium" panose="02020500000000000000" pitchFamily="17" charset="-128"/>
                          <a:ea typeface="BIZ UD明朝 Medium" panose="02020500000000000000" pitchFamily="17" charset="-128"/>
                        </a:rPr>
                        <a:t>1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ja-JP" b="0">
                          <a:effectLst/>
                          <a:latin typeface="BIZ UD明朝 Medium" panose="02020500000000000000" pitchFamily="17" charset="-128"/>
                          <a:ea typeface="BIZ UD明朝 Medium" panose="02020500000000000000" pitchFamily="17" charset="-128"/>
                        </a:rPr>
                        <a:t>[1-6]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ja-JP" b="0" dirty="0">
                          <a:effectLst/>
                          <a:latin typeface="BIZ UD明朝 Medium" panose="02020500000000000000" pitchFamily="17" charset="-128"/>
                          <a:ea typeface="BIZ UD明朝 Medium" panose="02020500000000000000" pitchFamily="17" charset="-128"/>
                        </a:rPr>
                        <a:t>2 (</a:t>
                      </a:r>
                      <a:r>
                        <a:rPr lang="ja-JP" altLang="en-US" b="0" dirty="0">
                          <a:effectLst/>
                          <a:latin typeface="BIZ UD明朝 Medium" panose="02020500000000000000" pitchFamily="17" charset="-128"/>
                          <a:ea typeface="BIZ UD明朝 Medium" panose="02020500000000000000" pitchFamily="17" charset="-128"/>
                        </a:rPr>
                        <a:t>境界</a:t>
                      </a:r>
                      <a:r>
                        <a:rPr lang="en-US" altLang="ja-JP" b="0" dirty="0">
                          <a:effectLst/>
                          <a:latin typeface="BIZ UD明朝 Medium" panose="02020500000000000000" pitchFamily="17" charset="-128"/>
                          <a:ea typeface="BIZ UD明朝 Medium" panose="02020500000000000000" pitchFamily="17" charset="-128"/>
                        </a:rPr>
                        <a:t>3,6)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ja-JP" b="0" dirty="0">
                          <a:effectLst/>
                          <a:latin typeface="BIZ UD明朝 Medium" panose="02020500000000000000" pitchFamily="17" charset="-128"/>
                          <a:ea typeface="BIZ UD明朝 Medium" panose="02020500000000000000" pitchFamily="17" charset="-128"/>
                        </a:rPr>
                        <a:t>1 (</a:t>
                      </a:r>
                      <a:r>
                        <a:rPr lang="ja-JP" altLang="en-US" b="0" dirty="0">
                          <a:effectLst/>
                          <a:latin typeface="BIZ UD明朝 Medium" panose="02020500000000000000" pitchFamily="17" charset="-128"/>
                          <a:ea typeface="BIZ UD明朝 Medium" panose="02020500000000000000" pitchFamily="17" charset="-128"/>
                        </a:rPr>
                        <a:t>境界</a:t>
                      </a:r>
                      <a:r>
                        <a:rPr lang="en-US" altLang="ja-JP" b="0" dirty="0">
                          <a:effectLst/>
                          <a:latin typeface="BIZ UD明朝 Medium" panose="02020500000000000000" pitchFamily="17" charset="-128"/>
                          <a:ea typeface="BIZ UD明朝 Medium" panose="02020500000000000000" pitchFamily="17" charset="-128"/>
                        </a:rPr>
                        <a:t>4)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ja-JP" altLang="en-US" b="1">
                          <a:effectLst/>
                          <a:latin typeface="BIZ UD明朝 Medium" panose="02020500000000000000" pitchFamily="17" charset="-128"/>
                          <a:ea typeface="BIZ UD明朝 Medium" panose="02020500000000000000" pitchFamily="17" charset="-128"/>
                        </a:rPr>
                        <a:t>不一致</a:t>
                      </a:r>
                      <a:endParaRPr lang="ja-JP" altLang="en-US" b="0">
                        <a:effectLst/>
                        <a:latin typeface="BIZ UD明朝 Medium" panose="02020500000000000000" pitchFamily="17" charset="-128"/>
                        <a:ea typeface="BIZ UD明朝 Medium" panose="02020500000000000000" pitchFamily="17" charset="-128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911256423"/>
                  </a:ext>
                </a:extLst>
              </a:tr>
              <a:tr h="39082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ja-JP" b="0">
                          <a:effectLst/>
                          <a:latin typeface="BIZ UD明朝 Medium" panose="02020500000000000000" pitchFamily="17" charset="-128"/>
                          <a:ea typeface="BIZ UD明朝 Medium" panose="02020500000000000000" pitchFamily="17" charset="-128"/>
                        </a:rPr>
                        <a:t>2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ja-JP" b="0">
                          <a:effectLst/>
                          <a:latin typeface="BIZ UD明朝 Medium" panose="02020500000000000000" pitchFamily="17" charset="-128"/>
                          <a:ea typeface="BIZ UD明朝 Medium" panose="02020500000000000000" pitchFamily="17" charset="-128"/>
                        </a:rPr>
                        <a:t>[2-7]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ja-JP" b="0">
                          <a:effectLst/>
                          <a:latin typeface="BIZ UD明朝 Medium" panose="02020500000000000000" pitchFamily="17" charset="-128"/>
                          <a:ea typeface="BIZ UD明朝 Medium" panose="02020500000000000000" pitchFamily="17" charset="-128"/>
                        </a:rPr>
                        <a:t>2 (</a:t>
                      </a:r>
                      <a:r>
                        <a:rPr lang="ja-JP" altLang="en-US" b="0">
                          <a:effectLst/>
                          <a:latin typeface="BIZ UD明朝 Medium" panose="02020500000000000000" pitchFamily="17" charset="-128"/>
                          <a:ea typeface="BIZ UD明朝 Medium" panose="02020500000000000000" pitchFamily="17" charset="-128"/>
                        </a:rPr>
                        <a:t>境界</a:t>
                      </a:r>
                      <a:r>
                        <a:rPr lang="en-US" altLang="ja-JP" b="0">
                          <a:effectLst/>
                          <a:latin typeface="BIZ UD明朝 Medium" panose="02020500000000000000" pitchFamily="17" charset="-128"/>
                          <a:ea typeface="BIZ UD明朝 Medium" panose="02020500000000000000" pitchFamily="17" charset="-128"/>
                        </a:rPr>
                        <a:t>3,6)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ja-JP" b="0" dirty="0">
                          <a:effectLst/>
                          <a:latin typeface="BIZ UD明朝 Medium" panose="02020500000000000000" pitchFamily="17" charset="-128"/>
                          <a:ea typeface="BIZ UD明朝 Medium" panose="02020500000000000000" pitchFamily="17" charset="-128"/>
                        </a:rPr>
                        <a:t>1 (</a:t>
                      </a:r>
                      <a:r>
                        <a:rPr lang="ja-JP" altLang="en-US" b="0" dirty="0">
                          <a:effectLst/>
                          <a:latin typeface="BIZ UD明朝 Medium" panose="02020500000000000000" pitchFamily="17" charset="-128"/>
                          <a:ea typeface="BIZ UD明朝 Medium" panose="02020500000000000000" pitchFamily="17" charset="-128"/>
                        </a:rPr>
                        <a:t>境界</a:t>
                      </a:r>
                      <a:r>
                        <a:rPr lang="en-US" altLang="ja-JP" b="0" dirty="0">
                          <a:effectLst/>
                          <a:latin typeface="BIZ UD明朝 Medium" panose="02020500000000000000" pitchFamily="17" charset="-128"/>
                          <a:ea typeface="BIZ UD明朝 Medium" panose="02020500000000000000" pitchFamily="17" charset="-128"/>
                        </a:rPr>
                        <a:t>4)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ja-JP" altLang="en-US" b="1">
                          <a:effectLst/>
                          <a:latin typeface="BIZ UD明朝 Medium" panose="02020500000000000000" pitchFamily="17" charset="-128"/>
                          <a:ea typeface="BIZ UD明朝 Medium" panose="02020500000000000000" pitchFamily="17" charset="-128"/>
                        </a:rPr>
                        <a:t>不一致</a:t>
                      </a:r>
                      <a:endParaRPr lang="ja-JP" altLang="en-US" b="0">
                        <a:effectLst/>
                        <a:latin typeface="BIZ UD明朝 Medium" panose="02020500000000000000" pitchFamily="17" charset="-128"/>
                        <a:ea typeface="BIZ UD明朝 Medium" panose="02020500000000000000" pitchFamily="17" charset="-128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88357116"/>
                  </a:ext>
                </a:extLst>
              </a:tr>
              <a:tr h="39082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ja-JP" b="0">
                          <a:effectLst/>
                          <a:latin typeface="BIZ UD明朝 Medium" panose="02020500000000000000" pitchFamily="17" charset="-128"/>
                          <a:ea typeface="BIZ UD明朝 Medium" panose="02020500000000000000" pitchFamily="17" charset="-128"/>
                        </a:rPr>
                        <a:t>3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ja-JP" b="0">
                          <a:effectLst/>
                          <a:latin typeface="BIZ UD明朝 Medium" panose="02020500000000000000" pitchFamily="17" charset="-128"/>
                          <a:ea typeface="BIZ UD明朝 Medium" panose="02020500000000000000" pitchFamily="17" charset="-128"/>
                        </a:rPr>
                        <a:t>[3-8]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ja-JP" b="0">
                          <a:effectLst/>
                          <a:latin typeface="BIZ UD明朝 Medium" panose="02020500000000000000" pitchFamily="17" charset="-128"/>
                          <a:ea typeface="BIZ UD明朝 Medium" panose="02020500000000000000" pitchFamily="17" charset="-128"/>
                        </a:rPr>
                        <a:t>2 (</a:t>
                      </a:r>
                      <a:r>
                        <a:rPr lang="ja-JP" altLang="en-US" b="0">
                          <a:effectLst/>
                          <a:latin typeface="BIZ UD明朝 Medium" panose="02020500000000000000" pitchFamily="17" charset="-128"/>
                          <a:ea typeface="BIZ UD明朝 Medium" panose="02020500000000000000" pitchFamily="17" charset="-128"/>
                        </a:rPr>
                        <a:t>境界</a:t>
                      </a:r>
                      <a:r>
                        <a:rPr lang="en-US" altLang="ja-JP" b="0">
                          <a:effectLst/>
                          <a:latin typeface="BIZ UD明朝 Medium" panose="02020500000000000000" pitchFamily="17" charset="-128"/>
                          <a:ea typeface="BIZ UD明朝 Medium" panose="02020500000000000000" pitchFamily="17" charset="-128"/>
                        </a:rPr>
                        <a:t>3,6)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ja-JP" b="0" dirty="0">
                          <a:effectLst/>
                          <a:latin typeface="BIZ UD明朝 Medium" panose="02020500000000000000" pitchFamily="17" charset="-128"/>
                          <a:ea typeface="BIZ UD明朝 Medium" panose="02020500000000000000" pitchFamily="17" charset="-128"/>
                        </a:rPr>
                        <a:t>2 (</a:t>
                      </a:r>
                      <a:r>
                        <a:rPr lang="ja-JP" altLang="en-US" b="0" dirty="0">
                          <a:effectLst/>
                          <a:latin typeface="BIZ UD明朝 Medium" panose="02020500000000000000" pitchFamily="17" charset="-128"/>
                          <a:ea typeface="BIZ UD明朝 Medium" panose="02020500000000000000" pitchFamily="17" charset="-128"/>
                        </a:rPr>
                        <a:t>境界</a:t>
                      </a:r>
                      <a:r>
                        <a:rPr lang="en-US" altLang="ja-JP" b="0" dirty="0">
                          <a:effectLst/>
                          <a:latin typeface="BIZ UD明朝 Medium" panose="02020500000000000000" pitchFamily="17" charset="-128"/>
                          <a:ea typeface="BIZ UD明朝 Medium" panose="02020500000000000000" pitchFamily="17" charset="-128"/>
                        </a:rPr>
                        <a:t>4,8)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ja-JP" altLang="en-US" b="1">
                          <a:effectLst/>
                          <a:latin typeface="BIZ UD明朝 Medium" panose="02020500000000000000" pitchFamily="17" charset="-128"/>
                          <a:ea typeface="BIZ UD明朝 Medium" panose="02020500000000000000" pitchFamily="17" charset="-128"/>
                        </a:rPr>
                        <a:t>一致</a:t>
                      </a:r>
                      <a:endParaRPr lang="ja-JP" altLang="en-US" b="0">
                        <a:effectLst/>
                        <a:latin typeface="BIZ UD明朝 Medium" panose="02020500000000000000" pitchFamily="17" charset="-128"/>
                        <a:ea typeface="BIZ UD明朝 Medium" panose="02020500000000000000" pitchFamily="17" charset="-128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621055161"/>
                  </a:ext>
                </a:extLst>
              </a:tr>
              <a:tr h="39082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ja-JP" b="0">
                          <a:effectLst/>
                          <a:latin typeface="BIZ UD明朝 Medium" panose="02020500000000000000" pitchFamily="17" charset="-128"/>
                          <a:ea typeface="BIZ UD明朝 Medium" panose="02020500000000000000" pitchFamily="17" charset="-128"/>
                        </a:rPr>
                        <a:t>4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ja-JP" b="0">
                          <a:effectLst/>
                          <a:latin typeface="BIZ UD明朝 Medium" panose="02020500000000000000" pitchFamily="17" charset="-128"/>
                          <a:ea typeface="BIZ UD明朝 Medium" panose="02020500000000000000" pitchFamily="17" charset="-128"/>
                        </a:rPr>
                        <a:t>[4-9]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ja-JP" b="0" dirty="0">
                          <a:effectLst/>
                          <a:latin typeface="BIZ UD明朝 Medium" panose="02020500000000000000" pitchFamily="17" charset="-128"/>
                          <a:ea typeface="BIZ UD明朝 Medium" panose="02020500000000000000" pitchFamily="17" charset="-128"/>
                        </a:rPr>
                        <a:t>2 (</a:t>
                      </a:r>
                      <a:r>
                        <a:rPr lang="ja-JP" altLang="en-US" b="0" dirty="0">
                          <a:effectLst/>
                          <a:latin typeface="BIZ UD明朝 Medium" panose="02020500000000000000" pitchFamily="17" charset="-128"/>
                          <a:ea typeface="BIZ UD明朝 Medium" panose="02020500000000000000" pitchFamily="17" charset="-128"/>
                        </a:rPr>
                        <a:t>境界</a:t>
                      </a:r>
                      <a:r>
                        <a:rPr lang="en-US" altLang="ja-JP" b="0" dirty="0">
                          <a:effectLst/>
                          <a:latin typeface="BIZ UD明朝 Medium" panose="02020500000000000000" pitchFamily="17" charset="-128"/>
                          <a:ea typeface="BIZ UD明朝 Medium" panose="02020500000000000000" pitchFamily="17" charset="-128"/>
                        </a:rPr>
                        <a:t>6,9)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ja-JP" b="0">
                          <a:effectLst/>
                          <a:latin typeface="BIZ UD明朝 Medium" panose="02020500000000000000" pitchFamily="17" charset="-128"/>
                          <a:ea typeface="BIZ UD明朝 Medium" panose="02020500000000000000" pitchFamily="17" charset="-128"/>
                        </a:rPr>
                        <a:t>2 (</a:t>
                      </a:r>
                      <a:r>
                        <a:rPr lang="ja-JP" altLang="en-US" b="0">
                          <a:effectLst/>
                          <a:latin typeface="BIZ UD明朝 Medium" panose="02020500000000000000" pitchFamily="17" charset="-128"/>
                          <a:ea typeface="BIZ UD明朝 Medium" panose="02020500000000000000" pitchFamily="17" charset="-128"/>
                        </a:rPr>
                        <a:t>境界</a:t>
                      </a:r>
                      <a:r>
                        <a:rPr lang="en-US" altLang="ja-JP" b="0">
                          <a:effectLst/>
                          <a:latin typeface="BIZ UD明朝 Medium" panose="02020500000000000000" pitchFamily="17" charset="-128"/>
                          <a:ea typeface="BIZ UD明朝 Medium" panose="02020500000000000000" pitchFamily="17" charset="-128"/>
                        </a:rPr>
                        <a:t>4,8)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ja-JP" altLang="en-US" b="1">
                          <a:effectLst/>
                          <a:latin typeface="BIZ UD明朝 Medium" panose="02020500000000000000" pitchFamily="17" charset="-128"/>
                          <a:ea typeface="BIZ UD明朝 Medium" panose="02020500000000000000" pitchFamily="17" charset="-128"/>
                        </a:rPr>
                        <a:t>一致</a:t>
                      </a:r>
                      <a:endParaRPr lang="ja-JP" altLang="en-US" b="0">
                        <a:effectLst/>
                        <a:latin typeface="BIZ UD明朝 Medium" panose="02020500000000000000" pitchFamily="17" charset="-128"/>
                        <a:ea typeface="BIZ UD明朝 Medium" panose="02020500000000000000" pitchFamily="17" charset="-128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470435557"/>
                  </a:ext>
                </a:extLst>
              </a:tr>
              <a:tr h="39082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ja-JP" b="0">
                          <a:effectLst/>
                          <a:latin typeface="BIZ UD明朝 Medium" panose="02020500000000000000" pitchFamily="17" charset="-128"/>
                          <a:ea typeface="BIZ UD明朝 Medium" panose="02020500000000000000" pitchFamily="17" charset="-128"/>
                        </a:rPr>
                        <a:t>5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ja-JP" b="0">
                          <a:effectLst/>
                          <a:latin typeface="BIZ UD明朝 Medium" panose="02020500000000000000" pitchFamily="17" charset="-128"/>
                          <a:ea typeface="BIZ UD明朝 Medium" panose="02020500000000000000" pitchFamily="17" charset="-128"/>
                        </a:rPr>
                        <a:t>[5-10]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ja-JP" b="0">
                          <a:effectLst/>
                          <a:latin typeface="BIZ UD明朝 Medium" panose="02020500000000000000" pitchFamily="17" charset="-128"/>
                          <a:ea typeface="BIZ UD明朝 Medium" panose="02020500000000000000" pitchFamily="17" charset="-128"/>
                        </a:rPr>
                        <a:t>2 (</a:t>
                      </a:r>
                      <a:r>
                        <a:rPr lang="ja-JP" altLang="en-US" b="0">
                          <a:effectLst/>
                          <a:latin typeface="BIZ UD明朝 Medium" panose="02020500000000000000" pitchFamily="17" charset="-128"/>
                          <a:ea typeface="BIZ UD明朝 Medium" panose="02020500000000000000" pitchFamily="17" charset="-128"/>
                        </a:rPr>
                        <a:t>境界</a:t>
                      </a:r>
                      <a:r>
                        <a:rPr lang="en-US" altLang="ja-JP" b="0">
                          <a:effectLst/>
                          <a:latin typeface="BIZ UD明朝 Medium" panose="02020500000000000000" pitchFamily="17" charset="-128"/>
                          <a:ea typeface="BIZ UD明朝 Medium" panose="02020500000000000000" pitchFamily="17" charset="-128"/>
                        </a:rPr>
                        <a:t>6,9)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ja-JP" b="0">
                          <a:effectLst/>
                          <a:latin typeface="BIZ UD明朝 Medium" panose="02020500000000000000" pitchFamily="17" charset="-128"/>
                          <a:ea typeface="BIZ UD明朝 Medium" panose="02020500000000000000" pitchFamily="17" charset="-128"/>
                        </a:rPr>
                        <a:t>1 (</a:t>
                      </a:r>
                      <a:r>
                        <a:rPr lang="ja-JP" altLang="en-US" b="0">
                          <a:effectLst/>
                          <a:latin typeface="BIZ UD明朝 Medium" panose="02020500000000000000" pitchFamily="17" charset="-128"/>
                          <a:ea typeface="BIZ UD明朝 Medium" panose="02020500000000000000" pitchFamily="17" charset="-128"/>
                        </a:rPr>
                        <a:t>境界</a:t>
                      </a:r>
                      <a:r>
                        <a:rPr lang="en-US" altLang="ja-JP" b="0">
                          <a:effectLst/>
                          <a:latin typeface="BIZ UD明朝 Medium" panose="02020500000000000000" pitchFamily="17" charset="-128"/>
                          <a:ea typeface="BIZ UD明朝 Medium" panose="02020500000000000000" pitchFamily="17" charset="-128"/>
                        </a:rPr>
                        <a:t>8)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ja-JP" altLang="en-US" b="1">
                          <a:effectLst/>
                          <a:latin typeface="BIZ UD明朝 Medium" panose="02020500000000000000" pitchFamily="17" charset="-128"/>
                          <a:ea typeface="BIZ UD明朝 Medium" panose="02020500000000000000" pitchFamily="17" charset="-128"/>
                        </a:rPr>
                        <a:t>不一致</a:t>
                      </a:r>
                      <a:endParaRPr lang="ja-JP" altLang="en-US" b="0">
                        <a:effectLst/>
                        <a:latin typeface="BIZ UD明朝 Medium" panose="02020500000000000000" pitchFamily="17" charset="-128"/>
                        <a:ea typeface="BIZ UD明朝 Medium" panose="02020500000000000000" pitchFamily="17" charset="-128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587183735"/>
                  </a:ext>
                </a:extLst>
              </a:tr>
              <a:tr h="39082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ja-JP" b="0">
                          <a:effectLst/>
                          <a:latin typeface="BIZ UD明朝 Medium" panose="02020500000000000000" pitchFamily="17" charset="-128"/>
                          <a:ea typeface="BIZ UD明朝 Medium" panose="02020500000000000000" pitchFamily="17" charset="-128"/>
                        </a:rPr>
                        <a:t>6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ja-JP" b="0">
                          <a:effectLst/>
                          <a:latin typeface="BIZ UD明朝 Medium" panose="02020500000000000000" pitchFamily="17" charset="-128"/>
                          <a:ea typeface="BIZ UD明朝 Medium" panose="02020500000000000000" pitchFamily="17" charset="-128"/>
                        </a:rPr>
                        <a:t>[6-11]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ja-JP" b="0">
                          <a:effectLst/>
                          <a:latin typeface="BIZ UD明朝 Medium" panose="02020500000000000000" pitchFamily="17" charset="-128"/>
                          <a:ea typeface="BIZ UD明朝 Medium" panose="02020500000000000000" pitchFamily="17" charset="-128"/>
                        </a:rPr>
                        <a:t>1 (</a:t>
                      </a:r>
                      <a:r>
                        <a:rPr lang="ja-JP" altLang="en-US" b="0">
                          <a:effectLst/>
                          <a:latin typeface="BIZ UD明朝 Medium" panose="02020500000000000000" pitchFamily="17" charset="-128"/>
                          <a:ea typeface="BIZ UD明朝 Medium" panose="02020500000000000000" pitchFamily="17" charset="-128"/>
                        </a:rPr>
                        <a:t>境界</a:t>
                      </a:r>
                      <a:r>
                        <a:rPr lang="en-US" altLang="ja-JP" b="0">
                          <a:effectLst/>
                          <a:latin typeface="BIZ UD明朝 Medium" panose="02020500000000000000" pitchFamily="17" charset="-128"/>
                          <a:ea typeface="BIZ UD明朝 Medium" panose="02020500000000000000" pitchFamily="17" charset="-128"/>
                        </a:rPr>
                        <a:t>9)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ja-JP" b="0">
                          <a:effectLst/>
                          <a:latin typeface="BIZ UD明朝 Medium" panose="02020500000000000000" pitchFamily="17" charset="-128"/>
                          <a:ea typeface="BIZ UD明朝 Medium" panose="02020500000000000000" pitchFamily="17" charset="-128"/>
                        </a:rPr>
                        <a:t>0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ja-JP" altLang="en-US" b="1">
                          <a:effectLst/>
                          <a:latin typeface="BIZ UD明朝 Medium" panose="02020500000000000000" pitchFamily="17" charset="-128"/>
                          <a:ea typeface="BIZ UD明朝 Medium" panose="02020500000000000000" pitchFamily="17" charset="-128"/>
                        </a:rPr>
                        <a:t>不一致</a:t>
                      </a:r>
                      <a:endParaRPr lang="ja-JP" altLang="en-US" b="0">
                        <a:effectLst/>
                        <a:latin typeface="BIZ UD明朝 Medium" panose="02020500000000000000" pitchFamily="17" charset="-128"/>
                        <a:ea typeface="BIZ UD明朝 Medium" panose="02020500000000000000" pitchFamily="17" charset="-128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54468221"/>
                  </a:ext>
                </a:extLst>
              </a:tr>
              <a:tr h="39082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ja-JP" b="0">
                          <a:effectLst/>
                          <a:latin typeface="BIZ UD明朝 Medium" panose="02020500000000000000" pitchFamily="17" charset="-128"/>
                          <a:ea typeface="BIZ UD明朝 Medium" panose="02020500000000000000" pitchFamily="17" charset="-128"/>
                        </a:rPr>
                        <a:t>7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ja-JP" b="0">
                          <a:effectLst/>
                          <a:latin typeface="BIZ UD明朝 Medium" panose="02020500000000000000" pitchFamily="17" charset="-128"/>
                          <a:ea typeface="BIZ UD明朝 Medium" panose="02020500000000000000" pitchFamily="17" charset="-128"/>
                        </a:rPr>
                        <a:t>[7-12]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ja-JP" b="0">
                          <a:effectLst/>
                          <a:latin typeface="BIZ UD明朝 Medium" panose="02020500000000000000" pitchFamily="17" charset="-128"/>
                          <a:ea typeface="BIZ UD明朝 Medium" panose="02020500000000000000" pitchFamily="17" charset="-128"/>
                        </a:rPr>
                        <a:t>0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ja-JP" b="0">
                          <a:effectLst/>
                          <a:latin typeface="BIZ UD明朝 Medium" panose="02020500000000000000" pitchFamily="17" charset="-128"/>
                          <a:ea typeface="BIZ UD明朝 Medium" panose="02020500000000000000" pitchFamily="17" charset="-128"/>
                        </a:rPr>
                        <a:t>0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ja-JP" altLang="en-US" b="1" dirty="0">
                          <a:effectLst/>
                          <a:latin typeface="BIZ UD明朝 Medium" panose="02020500000000000000" pitchFamily="17" charset="-128"/>
                          <a:ea typeface="BIZ UD明朝 Medium" panose="02020500000000000000" pitchFamily="17" charset="-128"/>
                        </a:rPr>
                        <a:t>一致</a:t>
                      </a:r>
                      <a:endParaRPr lang="ja-JP" altLang="en-US" b="0" dirty="0">
                        <a:effectLst/>
                        <a:latin typeface="BIZ UD明朝 Medium" panose="02020500000000000000" pitchFamily="17" charset="-128"/>
                        <a:ea typeface="BIZ UD明朝 Medium" panose="02020500000000000000" pitchFamily="17" charset="-128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41257160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49058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F98676-AB99-995E-D9FD-1949BBCA8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本研究での評価方法案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0D00729-7A7A-4F35-EAEF-0A77AB2D04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チャプター機能でトピックを区切られている</a:t>
            </a:r>
            <a:r>
              <a:rPr kumimoji="1" lang="en-US" altLang="ja-JP" dirty="0" err="1"/>
              <a:t>Youtube</a:t>
            </a:r>
            <a:r>
              <a:rPr kumimoji="1" lang="ja-JP" altLang="en-US" dirty="0"/>
              <a:t>動画を基に正解トピック境界をつけたデータとし</a:t>
            </a:r>
            <a:r>
              <a:rPr kumimoji="1" lang="en-US" altLang="ja-JP" dirty="0"/>
              <a:t>PK,WD</a:t>
            </a:r>
            <a:r>
              <a:rPr kumimoji="1" lang="ja-JP" altLang="en-US" dirty="0"/>
              <a:t>で精度評価をとる．</a:t>
            </a:r>
            <a:endParaRPr kumimoji="1" lang="en-US" altLang="ja-JP" dirty="0"/>
          </a:p>
          <a:p>
            <a:r>
              <a:rPr kumimoji="1" lang="ja-JP" altLang="en-US" dirty="0"/>
              <a:t>比較対象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前期に作った</a:t>
            </a:r>
            <a:r>
              <a:rPr kumimoji="1" lang="en-US" altLang="ja-JP" dirty="0" err="1"/>
              <a:t>BERTopic</a:t>
            </a:r>
            <a:r>
              <a:rPr kumimoji="1" lang="ja-JP" altLang="en-US" dirty="0"/>
              <a:t>でのトピック分割手法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特定の配信者のみから作ったデータで学習したモデル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複数の配信者から作ったデータで学習したモデル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特定のドメイン（ニュース、雑談、料理、など）に絞って学習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4645897-47BD-0E76-502D-B54CD2E50E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5882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9E3755-AC4E-E4A7-32A1-69B861A4B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これからの</a:t>
            </a:r>
            <a:r>
              <a:rPr lang="en-US" altLang="ja-JP" dirty="0" err="1"/>
              <a:t>予定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1D4E1BB-7302-AB79-C28E-82A33BBCDE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895850"/>
          </a:xfrm>
        </p:spPr>
        <p:txBody>
          <a:bodyPr/>
          <a:lstStyle/>
          <a:p>
            <a:r>
              <a:rPr kumimoji="1" lang="ja-JP" altLang="en-US" dirty="0"/>
              <a:t>１１月の予定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トピック精度の測り方についての決定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学習済みモデルを使ったトピック分割コードの完成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評価データの作成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学習したモデルで分割精度を測る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実験結果のまとめ</a:t>
            </a:r>
            <a:endParaRPr kumimoji="1" lang="en-US" altLang="ja-JP" dirty="0"/>
          </a:p>
          <a:p>
            <a:r>
              <a:rPr kumimoji="1" lang="ja-JP" altLang="en-US" dirty="0"/>
              <a:t>１１月～１２月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実験結果からわかった改善点から修正を行う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コメント情報も使って学習させたモデルや</a:t>
            </a:r>
            <a:r>
              <a:rPr kumimoji="1" lang="en-US" altLang="ja-JP" dirty="0" err="1"/>
              <a:t>BERTopic</a:t>
            </a:r>
            <a:r>
              <a:rPr kumimoji="1" lang="en-US" altLang="ja-JP" dirty="0"/>
              <a:t> </a:t>
            </a:r>
            <a:r>
              <a:rPr kumimoji="1" lang="ja-JP" altLang="en-US" dirty="0"/>
              <a:t>，学習データを変えた際のモデルの比較も検討</a:t>
            </a:r>
            <a:endParaRPr kumimoji="1" lang="en-US" altLang="ja-JP" dirty="0"/>
          </a:p>
          <a:p>
            <a:pPr lvl="1"/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B30A6C6-433C-05DC-5008-8997C14CC1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303098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Office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8756</TotalTime>
  <Words>895</Words>
  <Application>Microsoft Office PowerPoint</Application>
  <PresentationFormat>ワイド画面</PresentationFormat>
  <Paragraphs>176</Paragraphs>
  <Slides>14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Open Sans</vt:lpstr>
      <vt:lpstr>BIZ UD明朝 Medium</vt:lpstr>
      <vt:lpstr>Arial</vt:lpstr>
      <vt:lpstr>BIZ UDゴシック</vt:lpstr>
      <vt:lpstr>GradientVTI</vt:lpstr>
      <vt:lpstr>進捗報告</vt:lpstr>
      <vt:lpstr>研究目標</vt:lpstr>
      <vt:lpstr>参考論文</vt:lpstr>
      <vt:lpstr>学習の全体像</vt:lpstr>
      <vt:lpstr>進捗</vt:lpstr>
      <vt:lpstr>トピック分割精度の評価方法 （参考論文の評価方法）</vt:lpstr>
      <vt:lpstr>PKスコア</vt:lpstr>
      <vt:lpstr>PKスコア</vt:lpstr>
      <vt:lpstr>PKスコア</vt:lpstr>
      <vt:lpstr>Window Diff</vt:lpstr>
      <vt:lpstr>Window Diff</vt:lpstr>
      <vt:lpstr>Window Diff</vt:lpstr>
      <vt:lpstr>本研究での評価方法案</vt:lpstr>
      <vt:lpstr>これからの予定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昇汰 三輪</dc:creator>
  <cp:lastModifiedBy>三輪　昇汰</cp:lastModifiedBy>
  <cp:revision>20</cp:revision>
  <dcterms:created xsi:type="dcterms:W3CDTF">2025-05-18T22:20:18Z</dcterms:created>
  <dcterms:modified xsi:type="dcterms:W3CDTF">2025-10-29T04:42:07Z</dcterms:modified>
</cp:coreProperties>
</file>