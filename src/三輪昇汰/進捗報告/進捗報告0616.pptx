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7"/>
  </p:notesMasterIdLst>
  <p:sldIdLst>
    <p:sldId id="256" r:id="rId2"/>
    <p:sldId id="257" r:id="rId3"/>
    <p:sldId id="260" r:id="rId4"/>
    <p:sldId id="263" r:id="rId5"/>
    <p:sldId id="264" r:id="rId6"/>
    <p:sldId id="272" r:id="rId7"/>
    <p:sldId id="273" r:id="rId8"/>
    <p:sldId id="265" r:id="rId9"/>
    <p:sldId id="266" r:id="rId10"/>
    <p:sldId id="262" r:id="rId11"/>
    <p:sldId id="267" r:id="rId12"/>
    <p:sldId id="268" r:id="rId13"/>
    <p:sldId id="270" r:id="rId14"/>
    <p:sldId id="271" r:id="rId15"/>
    <p:sldId id="269"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1FB71-A051-4E0E-AB97-712272489FA9}" v="27" dt="2025-06-16T03:28:58.04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121" d="100"/>
          <a:sy n="121" d="100"/>
        </p:scale>
        <p:origin x="19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昇汰 三輪" userId="ce91b2adc13b8b7b" providerId="LiveId" clId="{D3888F12-5FBA-4CD0-B4B3-B398391AAB94}"/>
    <pc:docChg chg="custSel delSld modSld">
      <pc:chgData name="昇汰 三輪" userId="ce91b2adc13b8b7b" providerId="LiveId" clId="{D3888F12-5FBA-4CD0-B4B3-B398391AAB94}" dt="2025-05-29T03:49:00.544" v="34" actId="47"/>
      <pc:docMkLst>
        <pc:docMk/>
      </pc:docMkLst>
      <pc:sldChg chg="modSp mod">
        <pc:chgData name="昇汰 三輪" userId="ce91b2adc13b8b7b" providerId="LiveId" clId="{D3888F12-5FBA-4CD0-B4B3-B398391AAB94}" dt="2025-05-29T03:45:53.937" v="4" actId="20577"/>
        <pc:sldMkLst>
          <pc:docMk/>
          <pc:sldMk cId="3730098426" sldId="256"/>
        </pc:sldMkLst>
        <pc:spChg chg="mod">
          <ac:chgData name="昇汰 三輪" userId="ce91b2adc13b8b7b" providerId="LiveId" clId="{D3888F12-5FBA-4CD0-B4B3-B398391AAB94}" dt="2025-05-29T03:45:53.937" v="4" actId="20577"/>
          <ac:spMkLst>
            <pc:docMk/>
            <pc:sldMk cId="3730098426" sldId="256"/>
            <ac:spMk id="3" creationId="{192DF71A-4D5A-C01D-C3AD-C999293F80D5}"/>
          </ac:spMkLst>
        </pc:spChg>
      </pc:sldChg>
      <pc:sldChg chg="modSp del mod">
        <pc:chgData name="昇汰 三輪" userId="ce91b2adc13b8b7b" providerId="LiveId" clId="{D3888F12-5FBA-4CD0-B4B3-B398391AAB94}" dt="2025-05-29T03:49:00.544" v="34" actId="47"/>
        <pc:sldMkLst>
          <pc:docMk/>
          <pc:sldMk cId="4193036451" sldId="257"/>
        </pc:sldMkLst>
      </pc:sldChg>
      <pc:sldChg chg="delSp modSp del mod">
        <pc:chgData name="昇汰 三輪" userId="ce91b2adc13b8b7b" providerId="LiveId" clId="{D3888F12-5FBA-4CD0-B4B3-B398391AAB94}" dt="2025-05-29T03:48:59.675" v="33" actId="47"/>
        <pc:sldMkLst>
          <pc:docMk/>
          <pc:sldMk cId="2169742340" sldId="258"/>
        </pc:sldMkLst>
      </pc:sldChg>
      <pc:sldChg chg="modSp del mod">
        <pc:chgData name="昇汰 三輪" userId="ce91b2adc13b8b7b" providerId="LiveId" clId="{D3888F12-5FBA-4CD0-B4B3-B398391AAB94}" dt="2025-05-29T03:48:59.318" v="32" actId="47"/>
        <pc:sldMkLst>
          <pc:docMk/>
          <pc:sldMk cId="3369383633" sldId="259"/>
        </pc:sldMkLst>
      </pc:sldChg>
      <pc:sldChg chg="delSp del mod">
        <pc:chgData name="昇汰 三輪" userId="ce91b2adc13b8b7b" providerId="LiveId" clId="{D3888F12-5FBA-4CD0-B4B3-B398391AAB94}" dt="2025-05-29T03:48:58.098" v="30" actId="47"/>
        <pc:sldMkLst>
          <pc:docMk/>
          <pc:sldMk cId="1423168952" sldId="260"/>
        </pc:sldMkLst>
      </pc:sldChg>
      <pc:sldChg chg="modSp del mod">
        <pc:chgData name="昇汰 三輪" userId="ce91b2adc13b8b7b" providerId="LiveId" clId="{D3888F12-5FBA-4CD0-B4B3-B398391AAB94}" dt="2025-05-29T03:48:58.900" v="31" actId="47"/>
        <pc:sldMkLst>
          <pc:docMk/>
          <pc:sldMk cId="3954940504" sldId="261"/>
        </pc:sldMkLst>
      </pc:sldChg>
      <pc:sldChg chg="del">
        <pc:chgData name="昇汰 三輪" userId="ce91b2adc13b8b7b" providerId="LiveId" clId="{D3888F12-5FBA-4CD0-B4B3-B398391AAB94}" dt="2025-05-29T03:48:04.292" v="23" actId="47"/>
        <pc:sldMkLst>
          <pc:docMk/>
          <pc:sldMk cId="467222269" sldId="262"/>
        </pc:sldMkLst>
      </pc:sldChg>
      <pc:sldChg chg="del">
        <pc:chgData name="昇汰 三輪" userId="ce91b2adc13b8b7b" providerId="LiveId" clId="{D3888F12-5FBA-4CD0-B4B3-B398391AAB94}" dt="2025-05-29T03:47:52.237" v="16" actId="47"/>
        <pc:sldMkLst>
          <pc:docMk/>
          <pc:sldMk cId="1923764176" sldId="263"/>
        </pc:sldMkLst>
      </pc:sldChg>
      <pc:sldChg chg="del">
        <pc:chgData name="昇汰 三輪" userId="ce91b2adc13b8b7b" providerId="LiveId" clId="{D3888F12-5FBA-4CD0-B4B3-B398391AAB94}" dt="2025-05-29T03:47:53.233" v="17" actId="47"/>
        <pc:sldMkLst>
          <pc:docMk/>
          <pc:sldMk cId="4019613844" sldId="264"/>
        </pc:sldMkLst>
      </pc:sldChg>
      <pc:sldChg chg="del">
        <pc:chgData name="昇汰 三輪" userId="ce91b2adc13b8b7b" providerId="LiveId" clId="{D3888F12-5FBA-4CD0-B4B3-B398391AAB94}" dt="2025-05-29T03:47:55.899" v="19" actId="47"/>
        <pc:sldMkLst>
          <pc:docMk/>
          <pc:sldMk cId="2892573014" sldId="265"/>
        </pc:sldMkLst>
      </pc:sldChg>
      <pc:sldChg chg="del">
        <pc:chgData name="昇汰 三輪" userId="ce91b2adc13b8b7b" providerId="LiveId" clId="{D3888F12-5FBA-4CD0-B4B3-B398391AAB94}" dt="2025-05-29T03:47:56.936" v="20" actId="47"/>
        <pc:sldMkLst>
          <pc:docMk/>
          <pc:sldMk cId="1051875026" sldId="266"/>
        </pc:sldMkLst>
      </pc:sldChg>
      <pc:sldChg chg="del">
        <pc:chgData name="昇汰 三輪" userId="ce91b2adc13b8b7b" providerId="LiveId" clId="{D3888F12-5FBA-4CD0-B4B3-B398391AAB94}" dt="2025-05-29T03:47:58.027" v="21" actId="47"/>
        <pc:sldMkLst>
          <pc:docMk/>
          <pc:sldMk cId="2873352913" sldId="267"/>
        </pc:sldMkLst>
      </pc:sldChg>
      <pc:sldChg chg="del">
        <pc:chgData name="昇汰 三輪" userId="ce91b2adc13b8b7b" providerId="LiveId" clId="{D3888F12-5FBA-4CD0-B4B3-B398391AAB94}" dt="2025-05-29T03:47:54.436" v="18" actId="47"/>
        <pc:sldMkLst>
          <pc:docMk/>
          <pc:sldMk cId="4289650315" sldId="270"/>
        </pc:sldMkLst>
      </pc:sldChg>
      <pc:sldChg chg="delSp modSp del mod">
        <pc:chgData name="昇汰 三輪" userId="ce91b2adc13b8b7b" providerId="LiveId" clId="{D3888F12-5FBA-4CD0-B4B3-B398391AAB94}" dt="2025-05-29T03:47:29.205" v="11" actId="47"/>
        <pc:sldMkLst>
          <pc:docMk/>
          <pc:sldMk cId="1034081959" sldId="271"/>
        </pc:sldMkLst>
      </pc:sldChg>
      <pc:sldChg chg="del">
        <pc:chgData name="昇汰 三輪" userId="ce91b2adc13b8b7b" providerId="LiveId" clId="{D3888F12-5FBA-4CD0-B4B3-B398391AAB94}" dt="2025-05-29T03:48:05.900" v="24" actId="47"/>
        <pc:sldMkLst>
          <pc:docMk/>
          <pc:sldMk cId="2308860950" sldId="272"/>
        </pc:sldMkLst>
      </pc:sldChg>
      <pc:sldChg chg="del">
        <pc:chgData name="昇汰 三輪" userId="ce91b2adc13b8b7b" providerId="LiveId" clId="{D3888F12-5FBA-4CD0-B4B3-B398391AAB94}" dt="2025-05-29T03:48:07.324" v="25" actId="47"/>
        <pc:sldMkLst>
          <pc:docMk/>
          <pc:sldMk cId="3943331822" sldId="273"/>
        </pc:sldMkLst>
      </pc:sldChg>
    </pc:docChg>
  </pc:docChgLst>
  <pc:docChgLst>
    <pc:chgData name="昇汰 三輪" userId="ce91b2adc13b8b7b" providerId="LiveId" clId="{B84432D4-6A6A-444E-AA0B-9A8192848C53}"/>
    <pc:docChg chg="undo custSel addSld delSld modSld sldOrd">
      <pc:chgData name="昇汰 三輪" userId="ce91b2adc13b8b7b" providerId="LiveId" clId="{B84432D4-6A6A-444E-AA0B-9A8192848C53}" dt="2025-06-08T22:59:20.691" v="8529" actId="20577"/>
      <pc:docMkLst>
        <pc:docMk/>
      </pc:docMkLst>
      <pc:sldChg chg="modSp new mod">
        <pc:chgData name="昇汰 三輪" userId="ce91b2adc13b8b7b" providerId="LiveId" clId="{B84432D4-6A6A-444E-AA0B-9A8192848C53}" dt="2025-06-08T20:27:17.260" v="5862" actId="20577"/>
        <pc:sldMkLst>
          <pc:docMk/>
          <pc:sldMk cId="2308684198" sldId="257"/>
        </pc:sldMkLst>
        <pc:spChg chg="mod">
          <ac:chgData name="昇汰 三輪" userId="ce91b2adc13b8b7b" providerId="LiveId" clId="{B84432D4-6A6A-444E-AA0B-9A8192848C53}" dt="2025-05-31T19:29:58.335" v="11" actId="20577"/>
          <ac:spMkLst>
            <pc:docMk/>
            <pc:sldMk cId="2308684198" sldId="257"/>
            <ac:spMk id="2" creationId="{68470570-2B56-A665-6800-0C2112CFDC82}"/>
          </ac:spMkLst>
        </pc:spChg>
        <pc:spChg chg="mod">
          <ac:chgData name="昇汰 三輪" userId="ce91b2adc13b8b7b" providerId="LiveId" clId="{B84432D4-6A6A-444E-AA0B-9A8192848C53}" dt="2025-06-08T20:27:17.260" v="5862" actId="20577"/>
          <ac:spMkLst>
            <pc:docMk/>
            <pc:sldMk cId="2308684198" sldId="257"/>
            <ac:spMk id="3" creationId="{3268878B-D220-AB33-6C95-700020BA684B}"/>
          </ac:spMkLst>
        </pc:spChg>
      </pc:sldChg>
      <pc:sldChg chg="modSp new del mod modShow">
        <pc:chgData name="昇汰 三輪" userId="ce91b2adc13b8b7b" providerId="LiveId" clId="{B84432D4-6A6A-444E-AA0B-9A8192848C53}" dt="2025-06-08T21:44:41.225" v="7423" actId="2696"/>
        <pc:sldMkLst>
          <pc:docMk/>
          <pc:sldMk cId="306565416" sldId="258"/>
        </pc:sldMkLst>
      </pc:sldChg>
      <pc:sldChg chg="addSp delSp modSp new del mod">
        <pc:chgData name="昇汰 三輪" userId="ce91b2adc13b8b7b" providerId="LiveId" clId="{B84432D4-6A6A-444E-AA0B-9A8192848C53}" dt="2025-06-03T00:42:22.942" v="539" actId="2696"/>
        <pc:sldMkLst>
          <pc:docMk/>
          <pc:sldMk cId="358953091" sldId="259"/>
        </pc:sldMkLst>
      </pc:sldChg>
      <pc:sldChg chg="addSp delSp modSp new del mod modShow">
        <pc:chgData name="昇汰 三輪" userId="ce91b2adc13b8b7b" providerId="LiveId" clId="{B84432D4-6A6A-444E-AA0B-9A8192848C53}" dt="2025-06-08T20:33:23.663" v="5929" actId="2696"/>
        <pc:sldMkLst>
          <pc:docMk/>
          <pc:sldMk cId="2383730718" sldId="260"/>
        </pc:sldMkLst>
      </pc:sldChg>
      <pc:sldChg chg="modSp new del mod modShow">
        <pc:chgData name="昇汰 三輪" userId="ce91b2adc13b8b7b" providerId="LiveId" clId="{B84432D4-6A6A-444E-AA0B-9A8192848C53}" dt="2025-06-08T20:33:26.143" v="5930" actId="2696"/>
        <pc:sldMkLst>
          <pc:docMk/>
          <pc:sldMk cId="1737806161" sldId="261"/>
        </pc:sldMkLst>
      </pc:sldChg>
      <pc:sldChg chg="modSp new del mod ord modShow">
        <pc:chgData name="昇汰 三輪" userId="ce91b2adc13b8b7b" providerId="LiveId" clId="{B84432D4-6A6A-444E-AA0B-9A8192848C53}" dt="2025-06-08T21:44:44.457" v="7424" actId="2696"/>
        <pc:sldMkLst>
          <pc:docMk/>
          <pc:sldMk cId="679994611" sldId="262"/>
        </pc:sldMkLst>
      </pc:sldChg>
      <pc:sldChg chg="addSp delSp modSp new mod">
        <pc:chgData name="昇汰 三輪" userId="ce91b2adc13b8b7b" providerId="LiveId" clId="{B84432D4-6A6A-444E-AA0B-9A8192848C53}" dt="2025-06-08T21:44:58.453" v="7425" actId="1076"/>
        <pc:sldMkLst>
          <pc:docMk/>
          <pc:sldMk cId="2722557001" sldId="263"/>
        </pc:sldMkLst>
      </pc:sldChg>
      <pc:sldChg chg="modSp new mod ord">
        <pc:chgData name="昇汰 三輪" userId="ce91b2adc13b8b7b" providerId="LiveId" clId="{B84432D4-6A6A-444E-AA0B-9A8192848C53}" dt="2025-06-08T21:48:26.535" v="7467" actId="20577"/>
        <pc:sldMkLst>
          <pc:docMk/>
          <pc:sldMk cId="3872091645" sldId="264"/>
        </pc:sldMkLst>
      </pc:sldChg>
      <pc:sldChg chg="modSp new mod ord">
        <pc:chgData name="昇汰 三輪" userId="ce91b2adc13b8b7b" providerId="LiveId" clId="{B84432D4-6A6A-444E-AA0B-9A8192848C53}" dt="2025-06-08T20:01:20.811" v="5371"/>
        <pc:sldMkLst>
          <pc:docMk/>
          <pc:sldMk cId="3890367890" sldId="265"/>
        </pc:sldMkLst>
      </pc:sldChg>
      <pc:sldChg chg="addSp modSp new del mod ord">
        <pc:chgData name="昇汰 三輪" userId="ce91b2adc13b8b7b" providerId="LiveId" clId="{B84432D4-6A6A-444E-AA0B-9A8192848C53}" dt="2025-06-07T13:37:38.200" v="4305" actId="47"/>
        <pc:sldMkLst>
          <pc:docMk/>
          <pc:sldMk cId="3702522903" sldId="266"/>
        </pc:sldMkLst>
      </pc:sldChg>
      <pc:sldChg chg="addSp modSp new mod">
        <pc:chgData name="昇汰 三輪" userId="ce91b2adc13b8b7b" providerId="LiveId" clId="{B84432D4-6A6A-444E-AA0B-9A8192848C53}" dt="2025-06-08T20:33:15.697" v="5928" actId="20578"/>
        <pc:sldMkLst>
          <pc:docMk/>
          <pc:sldMk cId="3412479310" sldId="267"/>
        </pc:sldMkLst>
      </pc:sldChg>
      <pc:sldChg chg="addSp modSp new mod ord">
        <pc:chgData name="昇汰 三輪" userId="ce91b2adc13b8b7b" providerId="LiveId" clId="{B84432D4-6A6A-444E-AA0B-9A8192848C53}" dt="2025-06-08T20:01:23.504" v="5373"/>
        <pc:sldMkLst>
          <pc:docMk/>
          <pc:sldMk cId="406617643" sldId="268"/>
        </pc:sldMkLst>
      </pc:sldChg>
      <pc:sldChg chg="modSp new mod">
        <pc:chgData name="昇汰 三輪" userId="ce91b2adc13b8b7b" providerId="LiveId" clId="{B84432D4-6A6A-444E-AA0B-9A8192848C53}" dt="2025-06-08T22:51:58.157" v="8292" actId="20577"/>
        <pc:sldMkLst>
          <pc:docMk/>
          <pc:sldMk cId="3792913055" sldId="269"/>
        </pc:sldMkLst>
      </pc:sldChg>
      <pc:sldChg chg="modSp new mod">
        <pc:chgData name="昇汰 三輪" userId="ce91b2adc13b8b7b" providerId="LiveId" clId="{B84432D4-6A6A-444E-AA0B-9A8192848C53}" dt="2025-06-08T21:40:58.227" v="7232" actId="20577"/>
        <pc:sldMkLst>
          <pc:docMk/>
          <pc:sldMk cId="1621400181" sldId="270"/>
        </pc:sldMkLst>
      </pc:sldChg>
      <pc:sldChg chg="modSp new mod ord">
        <pc:chgData name="昇汰 三輪" userId="ce91b2adc13b8b7b" providerId="LiveId" clId="{B84432D4-6A6A-444E-AA0B-9A8192848C53}" dt="2025-06-08T22:28:56.380" v="7776" actId="20577"/>
        <pc:sldMkLst>
          <pc:docMk/>
          <pc:sldMk cId="155853910" sldId="271"/>
        </pc:sldMkLst>
      </pc:sldChg>
      <pc:sldChg chg="addSp delSp modSp new mod">
        <pc:chgData name="昇汰 三輪" userId="ce91b2adc13b8b7b" providerId="LiveId" clId="{B84432D4-6A6A-444E-AA0B-9A8192848C53}" dt="2025-06-08T22:42:54.391" v="8195" actId="1076"/>
        <pc:sldMkLst>
          <pc:docMk/>
          <pc:sldMk cId="1880109827" sldId="272"/>
        </pc:sldMkLst>
      </pc:sldChg>
      <pc:sldChg chg="modSp new ord">
        <pc:chgData name="昇汰 三輪" userId="ce91b2adc13b8b7b" providerId="LiveId" clId="{B84432D4-6A6A-444E-AA0B-9A8192848C53}" dt="2025-06-08T21:50:24.945" v="7510"/>
        <pc:sldMkLst>
          <pc:docMk/>
          <pc:sldMk cId="1183548393" sldId="273"/>
        </pc:sldMkLst>
      </pc:sldChg>
      <pc:sldChg chg="modSp new mod modShow">
        <pc:chgData name="昇汰 三輪" userId="ce91b2adc13b8b7b" providerId="LiveId" clId="{B84432D4-6A6A-444E-AA0B-9A8192848C53}" dt="2025-06-08T21:48:56.729" v="7470" actId="729"/>
        <pc:sldMkLst>
          <pc:docMk/>
          <pc:sldMk cId="3250817086" sldId="274"/>
        </pc:sldMkLst>
      </pc:sldChg>
      <pc:sldChg chg="addSp modSp new mod">
        <pc:chgData name="昇汰 三輪" userId="ce91b2adc13b8b7b" providerId="LiveId" clId="{B84432D4-6A6A-444E-AA0B-9A8192848C53}" dt="2025-06-08T22:59:20.691" v="8529" actId="20577"/>
        <pc:sldMkLst>
          <pc:docMk/>
          <pc:sldMk cId="3598483349" sldId="275"/>
        </pc:sldMkLst>
      </pc:sldChg>
      <pc:sldChg chg="modSp new mod">
        <pc:chgData name="昇汰 三輪" userId="ce91b2adc13b8b7b" providerId="LiveId" clId="{B84432D4-6A6A-444E-AA0B-9A8192848C53}" dt="2025-06-08T22:31:24.890" v="8190" actId="20577"/>
        <pc:sldMkLst>
          <pc:docMk/>
          <pc:sldMk cId="3214781991" sldId="276"/>
        </pc:sldMkLst>
      </pc:sldChg>
    </pc:docChg>
  </pc:docChgLst>
  <pc:docChgLst>
    <pc:chgData name="昇汰 三輪" userId="ce91b2adc13b8b7b" providerId="LiveId" clId="{5FC1FB71-A051-4E0E-AB97-712272489FA9}"/>
    <pc:docChg chg="custSel addSld delSld modSld">
      <pc:chgData name="昇汰 三輪" userId="ce91b2adc13b8b7b" providerId="LiveId" clId="{5FC1FB71-A051-4E0E-AB97-712272489FA9}" dt="2025-06-16T03:34:44.595" v="3828" actId="11529"/>
      <pc:docMkLst>
        <pc:docMk/>
      </pc:docMkLst>
      <pc:sldChg chg="addSp delSp modSp mod">
        <pc:chgData name="昇汰 三輪" userId="ce91b2adc13b8b7b" providerId="LiveId" clId="{5FC1FB71-A051-4E0E-AB97-712272489FA9}" dt="2025-06-16T02:46:16.008" v="2588"/>
        <pc:sldMkLst>
          <pc:docMk/>
          <pc:sldMk cId="2308684198" sldId="257"/>
        </pc:sldMkLst>
        <pc:spChg chg="mod">
          <ac:chgData name="昇汰 三輪" userId="ce91b2adc13b8b7b" providerId="LiveId" clId="{5FC1FB71-A051-4E0E-AB97-712272489FA9}" dt="2025-06-16T02:46:10.824" v="2586" actId="255"/>
          <ac:spMkLst>
            <pc:docMk/>
            <pc:sldMk cId="2308684198" sldId="257"/>
            <ac:spMk id="3" creationId="{3268878B-D220-AB33-6C95-700020BA684B}"/>
          </ac:spMkLst>
        </pc:spChg>
        <pc:spChg chg="add del mod">
          <ac:chgData name="昇汰 三輪" userId="ce91b2adc13b8b7b" providerId="LiveId" clId="{5FC1FB71-A051-4E0E-AB97-712272489FA9}" dt="2025-06-16T02:46:16.008" v="2588"/>
          <ac:spMkLst>
            <pc:docMk/>
            <pc:sldMk cId="2308684198" sldId="257"/>
            <ac:spMk id="6" creationId="{4524B204-7747-64EB-79C3-9489169AA612}"/>
          </ac:spMkLst>
        </pc:spChg>
      </pc:sldChg>
      <pc:sldChg chg="modSp new del mod">
        <pc:chgData name="昇汰 三輪" userId="ce91b2adc13b8b7b" providerId="LiveId" clId="{5FC1FB71-A051-4E0E-AB97-712272489FA9}" dt="2025-06-16T02:52:22.618" v="2804" actId="47"/>
        <pc:sldMkLst>
          <pc:docMk/>
          <pc:sldMk cId="3330806653" sldId="258"/>
        </pc:sldMkLst>
        <pc:spChg chg="mod">
          <ac:chgData name="昇汰 三輪" userId="ce91b2adc13b8b7b" providerId="LiveId" clId="{5FC1FB71-A051-4E0E-AB97-712272489FA9}" dt="2025-06-16T02:50:25.727" v="2691" actId="20577"/>
          <ac:spMkLst>
            <pc:docMk/>
            <pc:sldMk cId="3330806653" sldId="258"/>
            <ac:spMk id="2" creationId="{4ED46E09-F001-97EC-D6CA-879593DC32DD}"/>
          </ac:spMkLst>
        </pc:spChg>
        <pc:spChg chg="mod">
          <ac:chgData name="昇汰 三輪" userId="ce91b2adc13b8b7b" providerId="LiveId" clId="{5FC1FB71-A051-4E0E-AB97-712272489FA9}" dt="2025-06-16T02:51:21.865" v="2782" actId="20577"/>
          <ac:spMkLst>
            <pc:docMk/>
            <pc:sldMk cId="3330806653" sldId="258"/>
            <ac:spMk id="3" creationId="{0834AAEA-85A3-D52F-C9ED-8ED2BEC08EA4}"/>
          </ac:spMkLst>
        </pc:spChg>
      </pc:sldChg>
      <pc:sldChg chg="new del">
        <pc:chgData name="昇汰 三輪" userId="ce91b2adc13b8b7b" providerId="LiveId" clId="{5FC1FB71-A051-4E0E-AB97-712272489FA9}" dt="2025-06-16T03:32:30.653" v="3823" actId="47"/>
        <pc:sldMkLst>
          <pc:docMk/>
          <pc:sldMk cId="1418989033" sldId="259"/>
        </pc:sldMkLst>
      </pc:sldChg>
      <pc:sldChg chg="modSp new mod">
        <pc:chgData name="昇汰 三輪" userId="ce91b2adc13b8b7b" providerId="LiveId" clId="{5FC1FB71-A051-4E0E-AB97-712272489FA9}" dt="2025-06-16T01:30:17.954" v="2570" actId="20577"/>
        <pc:sldMkLst>
          <pc:docMk/>
          <pc:sldMk cId="3862239671" sldId="260"/>
        </pc:sldMkLst>
        <pc:spChg chg="mod">
          <ac:chgData name="昇汰 三輪" userId="ce91b2adc13b8b7b" providerId="LiveId" clId="{5FC1FB71-A051-4E0E-AB97-712272489FA9}" dt="2025-06-15T22:26:16.497" v="811" actId="20577"/>
          <ac:spMkLst>
            <pc:docMk/>
            <pc:sldMk cId="3862239671" sldId="260"/>
            <ac:spMk id="2" creationId="{279A2BCA-2F72-D1CB-34D7-0FC2CEC2E8EB}"/>
          </ac:spMkLst>
        </pc:spChg>
        <pc:spChg chg="mod">
          <ac:chgData name="昇汰 三輪" userId="ce91b2adc13b8b7b" providerId="LiveId" clId="{5FC1FB71-A051-4E0E-AB97-712272489FA9}" dt="2025-06-16T01:30:17.954" v="2570" actId="20577"/>
          <ac:spMkLst>
            <pc:docMk/>
            <pc:sldMk cId="3862239671" sldId="260"/>
            <ac:spMk id="3" creationId="{3DFC9815-3C3C-1E80-734B-CE3F09AD5E85}"/>
          </ac:spMkLst>
        </pc:spChg>
      </pc:sldChg>
      <pc:sldChg chg="modSp new del mod">
        <pc:chgData name="昇汰 三輪" userId="ce91b2adc13b8b7b" providerId="LiveId" clId="{5FC1FB71-A051-4E0E-AB97-712272489FA9}" dt="2025-06-15T23:46:42.949" v="1714" actId="47"/>
        <pc:sldMkLst>
          <pc:docMk/>
          <pc:sldMk cId="4045883602" sldId="261"/>
        </pc:sldMkLst>
        <pc:spChg chg="mod">
          <ac:chgData name="昇汰 三輪" userId="ce91b2adc13b8b7b" providerId="LiveId" clId="{5FC1FB71-A051-4E0E-AB97-712272489FA9}" dt="2025-06-15T22:48:11.799" v="1158" actId="20577"/>
          <ac:spMkLst>
            <pc:docMk/>
            <pc:sldMk cId="4045883602" sldId="261"/>
            <ac:spMk id="2" creationId="{C70D7C6A-9677-1771-5E01-08BA97ECBFDE}"/>
          </ac:spMkLst>
        </pc:spChg>
        <pc:spChg chg="mod">
          <ac:chgData name="昇汰 三輪" userId="ce91b2adc13b8b7b" providerId="LiveId" clId="{5FC1FB71-A051-4E0E-AB97-712272489FA9}" dt="2025-06-15T22:47:52.266" v="1125" actId="20577"/>
          <ac:spMkLst>
            <pc:docMk/>
            <pc:sldMk cId="4045883602" sldId="261"/>
            <ac:spMk id="3" creationId="{2A397042-C5E0-43AB-2A37-25608DBD7FB3}"/>
          </ac:spMkLst>
        </pc:spChg>
      </pc:sldChg>
      <pc:sldChg chg="addSp delSp modSp new mod">
        <pc:chgData name="昇汰 三輪" userId="ce91b2adc13b8b7b" providerId="LiveId" clId="{5FC1FB71-A051-4E0E-AB97-712272489FA9}" dt="2025-06-16T02:52:15.085" v="2803" actId="5793"/>
        <pc:sldMkLst>
          <pc:docMk/>
          <pc:sldMk cId="598545129" sldId="262"/>
        </pc:sldMkLst>
        <pc:spChg chg="mod">
          <ac:chgData name="昇汰 三輪" userId="ce91b2adc13b8b7b" providerId="LiveId" clId="{5FC1FB71-A051-4E0E-AB97-712272489FA9}" dt="2025-06-16T00:35:34.821" v="1751" actId="20577"/>
          <ac:spMkLst>
            <pc:docMk/>
            <pc:sldMk cId="598545129" sldId="262"/>
            <ac:spMk id="2" creationId="{7D4DFA16-BA1F-42C3-7A18-75082B5580EE}"/>
          </ac:spMkLst>
        </pc:spChg>
        <pc:spChg chg="mod">
          <ac:chgData name="昇汰 三輪" userId="ce91b2adc13b8b7b" providerId="LiveId" clId="{5FC1FB71-A051-4E0E-AB97-712272489FA9}" dt="2025-06-16T02:52:15.085" v="2803" actId="5793"/>
          <ac:spMkLst>
            <pc:docMk/>
            <pc:sldMk cId="598545129" sldId="262"/>
            <ac:spMk id="3" creationId="{3D198D12-F65D-0690-5171-09F1ABFE0233}"/>
          </ac:spMkLst>
        </pc:spChg>
        <pc:spChg chg="add del">
          <ac:chgData name="昇汰 三輪" userId="ce91b2adc13b8b7b" providerId="LiveId" clId="{5FC1FB71-A051-4E0E-AB97-712272489FA9}" dt="2025-06-15T23:43:52.437" v="1545" actId="478"/>
          <ac:spMkLst>
            <pc:docMk/>
            <pc:sldMk cId="598545129" sldId="262"/>
            <ac:spMk id="5" creationId="{975D41F6-F419-0F78-E22A-E6141DA02740}"/>
          </ac:spMkLst>
        </pc:spChg>
      </pc:sldChg>
      <pc:sldChg chg="modSp new mod">
        <pc:chgData name="昇汰 三輪" userId="ce91b2adc13b8b7b" providerId="LiveId" clId="{5FC1FB71-A051-4E0E-AB97-712272489FA9}" dt="2025-06-15T23:10:24.775" v="1212" actId="20577"/>
        <pc:sldMkLst>
          <pc:docMk/>
          <pc:sldMk cId="778074728" sldId="263"/>
        </pc:sldMkLst>
        <pc:spChg chg="mod">
          <ac:chgData name="昇汰 三輪" userId="ce91b2adc13b8b7b" providerId="LiveId" clId="{5FC1FB71-A051-4E0E-AB97-712272489FA9}" dt="2025-06-15T23:08:31.284" v="1199" actId="20577"/>
          <ac:spMkLst>
            <pc:docMk/>
            <pc:sldMk cId="778074728" sldId="263"/>
            <ac:spMk id="2" creationId="{4AF66D71-6C58-6D1F-5ACD-95F829C6EA45}"/>
          </ac:spMkLst>
        </pc:spChg>
        <pc:spChg chg="mod">
          <ac:chgData name="昇汰 三輪" userId="ce91b2adc13b8b7b" providerId="LiveId" clId="{5FC1FB71-A051-4E0E-AB97-712272489FA9}" dt="2025-06-15T23:10:24.775" v="1212" actId="20577"/>
          <ac:spMkLst>
            <pc:docMk/>
            <pc:sldMk cId="778074728" sldId="263"/>
            <ac:spMk id="3" creationId="{D038FBF6-3E7D-5C10-82C2-374CEA1F0363}"/>
          </ac:spMkLst>
        </pc:spChg>
      </pc:sldChg>
      <pc:sldChg chg="del">
        <pc:chgData name="昇汰 三輪" userId="ce91b2adc13b8b7b" providerId="LiveId" clId="{5FC1FB71-A051-4E0E-AB97-712272489FA9}" dt="2025-06-11T23:18:26.844" v="0" actId="47"/>
        <pc:sldMkLst>
          <pc:docMk/>
          <pc:sldMk cId="2722557001" sldId="263"/>
        </pc:sldMkLst>
      </pc:sldChg>
      <pc:sldChg chg="addSp modSp new mod">
        <pc:chgData name="昇汰 三輪" userId="ce91b2adc13b8b7b" providerId="LiveId" clId="{5FC1FB71-A051-4E0E-AB97-712272489FA9}" dt="2025-06-16T03:34:44.595" v="3828" actId="11529"/>
        <pc:sldMkLst>
          <pc:docMk/>
          <pc:sldMk cId="2647106135" sldId="264"/>
        </pc:sldMkLst>
        <pc:spChg chg="mod">
          <ac:chgData name="昇汰 三輪" userId="ce91b2adc13b8b7b" providerId="LiveId" clId="{5FC1FB71-A051-4E0E-AB97-712272489FA9}" dt="2025-06-15T23:14:14.973" v="1239" actId="20577"/>
          <ac:spMkLst>
            <pc:docMk/>
            <pc:sldMk cId="2647106135" sldId="264"/>
            <ac:spMk id="2" creationId="{400E0A61-F202-DB5D-2748-BC5E2551297B}"/>
          </ac:spMkLst>
        </pc:spChg>
        <pc:spChg chg="mod">
          <ac:chgData name="昇汰 三輪" userId="ce91b2adc13b8b7b" providerId="LiveId" clId="{5FC1FB71-A051-4E0E-AB97-712272489FA9}" dt="2025-06-16T03:34:34.292" v="3827" actId="20577"/>
          <ac:spMkLst>
            <pc:docMk/>
            <pc:sldMk cId="2647106135" sldId="264"/>
            <ac:spMk id="3" creationId="{07EF1193-6EF0-78B7-ED5E-2BE8ADCEF875}"/>
          </ac:spMkLst>
        </pc:spChg>
        <pc:spChg chg="add">
          <ac:chgData name="昇汰 三輪" userId="ce91b2adc13b8b7b" providerId="LiveId" clId="{5FC1FB71-A051-4E0E-AB97-712272489FA9}" dt="2025-06-16T03:34:44.595" v="3828" actId="11529"/>
          <ac:spMkLst>
            <pc:docMk/>
            <pc:sldMk cId="2647106135" sldId="264"/>
            <ac:spMk id="5" creationId="{57E6681A-45DD-98CA-3C44-736F99964E89}"/>
          </ac:spMkLst>
        </pc:spChg>
      </pc:sldChg>
      <pc:sldChg chg="del">
        <pc:chgData name="昇汰 三輪" userId="ce91b2adc13b8b7b" providerId="LiveId" clId="{5FC1FB71-A051-4E0E-AB97-712272489FA9}" dt="2025-06-11T23:18:28.850" v="1" actId="47"/>
        <pc:sldMkLst>
          <pc:docMk/>
          <pc:sldMk cId="3872091645" sldId="264"/>
        </pc:sldMkLst>
      </pc:sldChg>
      <pc:sldChg chg="addSp delSp modSp new mod">
        <pc:chgData name="昇汰 三輪" userId="ce91b2adc13b8b7b" providerId="LiveId" clId="{5FC1FB71-A051-4E0E-AB97-712272489FA9}" dt="2025-06-15T23:45:55.574" v="1694" actId="14100"/>
        <pc:sldMkLst>
          <pc:docMk/>
          <pc:sldMk cId="1930047361" sldId="265"/>
        </pc:sldMkLst>
        <pc:spChg chg="mod">
          <ac:chgData name="昇汰 三輪" userId="ce91b2adc13b8b7b" providerId="LiveId" clId="{5FC1FB71-A051-4E0E-AB97-712272489FA9}" dt="2025-06-15T23:17:12.359" v="1342" actId="20577"/>
          <ac:spMkLst>
            <pc:docMk/>
            <pc:sldMk cId="1930047361" sldId="265"/>
            <ac:spMk id="2" creationId="{1A4A33F1-8BC1-1292-9D29-705EDE67F895}"/>
          </ac:spMkLst>
        </pc:spChg>
        <pc:spChg chg="del mod">
          <ac:chgData name="昇汰 三輪" userId="ce91b2adc13b8b7b" providerId="LiveId" clId="{5FC1FB71-A051-4E0E-AB97-712272489FA9}" dt="2025-06-15T23:19:54.247" v="1350" actId="22"/>
          <ac:spMkLst>
            <pc:docMk/>
            <pc:sldMk cId="1930047361" sldId="265"/>
            <ac:spMk id="3" creationId="{4BBD59A1-FB07-B282-7BAD-1BC26D8EE79D}"/>
          </ac:spMkLst>
        </pc:spChg>
        <pc:picChg chg="add mod ord">
          <ac:chgData name="昇汰 三輪" userId="ce91b2adc13b8b7b" providerId="LiveId" clId="{5FC1FB71-A051-4E0E-AB97-712272489FA9}" dt="2025-06-15T23:45:55.574" v="1694" actId="14100"/>
          <ac:picMkLst>
            <pc:docMk/>
            <pc:sldMk cId="1930047361" sldId="265"/>
            <ac:picMk id="6" creationId="{BAF55924-3944-6367-99CF-D18DEC68E363}"/>
          </ac:picMkLst>
        </pc:picChg>
      </pc:sldChg>
      <pc:sldChg chg="del">
        <pc:chgData name="昇汰 三輪" userId="ce91b2adc13b8b7b" providerId="LiveId" clId="{5FC1FB71-A051-4E0E-AB97-712272489FA9}" dt="2025-06-11T23:18:29.544" v="2" actId="47"/>
        <pc:sldMkLst>
          <pc:docMk/>
          <pc:sldMk cId="3890367890" sldId="265"/>
        </pc:sldMkLst>
      </pc:sldChg>
      <pc:sldChg chg="addSp delSp modSp new mod">
        <pc:chgData name="昇汰 三輪" userId="ce91b2adc13b8b7b" providerId="LiveId" clId="{5FC1FB71-A051-4E0E-AB97-712272489FA9}" dt="2025-06-15T23:46:28.170" v="1713" actId="20577"/>
        <pc:sldMkLst>
          <pc:docMk/>
          <pc:sldMk cId="890247293" sldId="266"/>
        </pc:sldMkLst>
        <pc:spChg chg="mod">
          <ac:chgData name="昇汰 三輪" userId="ce91b2adc13b8b7b" providerId="LiveId" clId="{5FC1FB71-A051-4E0E-AB97-712272489FA9}" dt="2025-06-15T23:46:28.170" v="1713" actId="20577"/>
          <ac:spMkLst>
            <pc:docMk/>
            <pc:sldMk cId="890247293" sldId="266"/>
            <ac:spMk id="2" creationId="{792F4566-7FB4-B077-6707-7B24EB3E064E}"/>
          </ac:spMkLst>
        </pc:spChg>
        <pc:spChg chg="del">
          <ac:chgData name="昇汰 三輪" userId="ce91b2adc13b8b7b" providerId="LiveId" clId="{5FC1FB71-A051-4E0E-AB97-712272489FA9}" dt="2025-06-15T23:46:17.032" v="1696" actId="22"/>
          <ac:spMkLst>
            <pc:docMk/>
            <pc:sldMk cId="890247293" sldId="266"/>
            <ac:spMk id="3" creationId="{FD002AE3-E93D-98AB-EA48-4EB8661DD9A4}"/>
          </ac:spMkLst>
        </pc:spChg>
        <pc:picChg chg="add mod ord">
          <ac:chgData name="昇汰 三輪" userId="ce91b2adc13b8b7b" providerId="LiveId" clId="{5FC1FB71-A051-4E0E-AB97-712272489FA9}" dt="2025-06-15T23:46:24.123" v="1698" actId="1076"/>
          <ac:picMkLst>
            <pc:docMk/>
            <pc:sldMk cId="890247293" sldId="266"/>
            <ac:picMk id="6" creationId="{C2FDCD91-E355-4064-D69A-8A81D112B953}"/>
          </ac:picMkLst>
        </pc:picChg>
      </pc:sldChg>
      <pc:sldChg chg="addSp modSp new mod">
        <pc:chgData name="昇汰 三輪" userId="ce91b2adc13b8b7b" providerId="LiveId" clId="{5FC1FB71-A051-4E0E-AB97-712272489FA9}" dt="2025-06-16T01:13:03.738" v="1918" actId="1076"/>
        <pc:sldMkLst>
          <pc:docMk/>
          <pc:sldMk cId="3179388456" sldId="267"/>
        </pc:sldMkLst>
        <pc:spChg chg="mod">
          <ac:chgData name="昇汰 三輪" userId="ce91b2adc13b8b7b" providerId="LiveId" clId="{5FC1FB71-A051-4E0E-AB97-712272489FA9}" dt="2025-06-16T01:10:48.961" v="1792" actId="20577"/>
          <ac:spMkLst>
            <pc:docMk/>
            <pc:sldMk cId="3179388456" sldId="267"/>
            <ac:spMk id="2" creationId="{2C88FC83-C10A-4A2B-4782-0D93ECF0DF6E}"/>
          </ac:spMkLst>
        </pc:spChg>
        <pc:spChg chg="mod">
          <ac:chgData name="昇汰 三輪" userId="ce91b2adc13b8b7b" providerId="LiveId" clId="{5FC1FB71-A051-4E0E-AB97-712272489FA9}" dt="2025-06-16T01:12:05.864" v="1910" actId="20577"/>
          <ac:spMkLst>
            <pc:docMk/>
            <pc:sldMk cId="3179388456" sldId="267"/>
            <ac:spMk id="3" creationId="{39739202-34E5-8F17-1BF6-F893FBEF8CBA}"/>
          </ac:spMkLst>
        </pc:spChg>
        <pc:picChg chg="add mod modCrop">
          <ac:chgData name="昇汰 三輪" userId="ce91b2adc13b8b7b" providerId="LiveId" clId="{5FC1FB71-A051-4E0E-AB97-712272489FA9}" dt="2025-06-16T01:13:03.738" v="1918" actId="1076"/>
          <ac:picMkLst>
            <pc:docMk/>
            <pc:sldMk cId="3179388456" sldId="267"/>
            <ac:picMk id="6" creationId="{F584E614-4BE7-FE2F-DEF3-5B188FA5E4E6}"/>
          </ac:picMkLst>
        </pc:picChg>
      </pc:sldChg>
      <pc:sldChg chg="del">
        <pc:chgData name="昇汰 三輪" userId="ce91b2adc13b8b7b" providerId="LiveId" clId="{5FC1FB71-A051-4E0E-AB97-712272489FA9}" dt="2025-06-11T23:18:31.042" v="6" actId="47"/>
        <pc:sldMkLst>
          <pc:docMk/>
          <pc:sldMk cId="3412479310" sldId="267"/>
        </pc:sldMkLst>
      </pc:sldChg>
      <pc:sldChg chg="del">
        <pc:chgData name="昇汰 三輪" userId="ce91b2adc13b8b7b" providerId="LiveId" clId="{5FC1FB71-A051-4E0E-AB97-712272489FA9}" dt="2025-06-11T23:18:30.041" v="3" actId="47"/>
        <pc:sldMkLst>
          <pc:docMk/>
          <pc:sldMk cId="406617643" sldId="268"/>
        </pc:sldMkLst>
      </pc:sldChg>
      <pc:sldChg chg="addSp modSp new mod">
        <pc:chgData name="昇汰 三輪" userId="ce91b2adc13b8b7b" providerId="LiveId" clId="{5FC1FB71-A051-4E0E-AB97-712272489FA9}" dt="2025-06-16T02:34:10.470" v="2575" actId="20577"/>
        <pc:sldMkLst>
          <pc:docMk/>
          <pc:sldMk cId="4168969118" sldId="268"/>
        </pc:sldMkLst>
        <pc:spChg chg="mod">
          <ac:chgData name="昇汰 三輪" userId="ce91b2adc13b8b7b" providerId="LiveId" clId="{5FC1FB71-A051-4E0E-AB97-712272489FA9}" dt="2025-06-16T01:20:31.046" v="2271" actId="20577"/>
          <ac:spMkLst>
            <pc:docMk/>
            <pc:sldMk cId="4168969118" sldId="268"/>
            <ac:spMk id="2" creationId="{8E128512-0D36-66F4-17C8-F5AC80B01172}"/>
          </ac:spMkLst>
        </pc:spChg>
        <pc:spChg chg="mod">
          <ac:chgData name="昇汰 三輪" userId="ce91b2adc13b8b7b" providerId="LiveId" clId="{5FC1FB71-A051-4E0E-AB97-712272489FA9}" dt="2025-06-16T02:34:10.470" v="2575" actId="20577"/>
          <ac:spMkLst>
            <pc:docMk/>
            <pc:sldMk cId="4168969118" sldId="268"/>
            <ac:spMk id="3" creationId="{93BEE35D-1156-93F1-B618-5969DD7998ED}"/>
          </ac:spMkLst>
        </pc:spChg>
        <pc:spChg chg="add mod">
          <ac:chgData name="昇汰 三輪" userId="ce91b2adc13b8b7b" providerId="LiveId" clId="{5FC1FB71-A051-4E0E-AB97-712272489FA9}" dt="2025-06-16T01:26:57.736" v="2567" actId="14100"/>
          <ac:spMkLst>
            <pc:docMk/>
            <pc:sldMk cId="4168969118" sldId="268"/>
            <ac:spMk id="6" creationId="{2FB002BF-E38A-BE6B-29FF-451AA8C1DE12}"/>
          </ac:spMkLst>
        </pc:spChg>
        <pc:spChg chg="add mod">
          <ac:chgData name="昇汰 三輪" userId="ce91b2adc13b8b7b" providerId="LiveId" clId="{5FC1FB71-A051-4E0E-AB97-712272489FA9}" dt="2025-06-16T01:26:54.919" v="2566" actId="14100"/>
          <ac:spMkLst>
            <pc:docMk/>
            <pc:sldMk cId="4168969118" sldId="268"/>
            <ac:spMk id="7" creationId="{F76F75DB-3C2D-909B-3ACB-80FC39D79301}"/>
          </ac:spMkLst>
        </pc:spChg>
        <pc:picChg chg="add mod modCrop">
          <ac:chgData name="昇汰 三輪" userId="ce91b2adc13b8b7b" providerId="LiveId" clId="{5FC1FB71-A051-4E0E-AB97-712272489FA9}" dt="2025-06-16T01:26:47.806" v="2563" actId="1076"/>
          <ac:picMkLst>
            <pc:docMk/>
            <pc:sldMk cId="4168969118" sldId="268"/>
            <ac:picMk id="5" creationId="{F7A22981-62F6-E2C2-A36D-BF76B895248E}"/>
          </ac:picMkLst>
        </pc:picChg>
      </pc:sldChg>
      <pc:sldChg chg="modSp new mod">
        <pc:chgData name="昇汰 三輪" userId="ce91b2adc13b8b7b" providerId="LiveId" clId="{5FC1FB71-A051-4E0E-AB97-712272489FA9}" dt="2025-06-16T03:09:29.523" v="3075" actId="20577"/>
        <pc:sldMkLst>
          <pc:docMk/>
          <pc:sldMk cId="2207709873" sldId="269"/>
        </pc:sldMkLst>
        <pc:spChg chg="mod">
          <ac:chgData name="昇汰 三輪" userId="ce91b2adc13b8b7b" providerId="LiveId" clId="{5FC1FB71-A051-4E0E-AB97-712272489FA9}" dt="2025-06-16T02:52:54.141" v="2831" actId="20577"/>
          <ac:spMkLst>
            <pc:docMk/>
            <pc:sldMk cId="2207709873" sldId="269"/>
            <ac:spMk id="2" creationId="{D0D5BF73-56BA-BA2C-6DCD-B8EF337978D3}"/>
          </ac:spMkLst>
        </pc:spChg>
        <pc:spChg chg="mod">
          <ac:chgData name="昇汰 三輪" userId="ce91b2adc13b8b7b" providerId="LiveId" clId="{5FC1FB71-A051-4E0E-AB97-712272489FA9}" dt="2025-06-16T03:09:29.523" v="3075" actId="20577"/>
          <ac:spMkLst>
            <pc:docMk/>
            <pc:sldMk cId="2207709873" sldId="269"/>
            <ac:spMk id="3" creationId="{8F182750-CAC8-B689-D388-74100CA5E6F3}"/>
          </ac:spMkLst>
        </pc:spChg>
      </pc:sldChg>
      <pc:sldChg chg="del">
        <pc:chgData name="昇汰 三輪" userId="ce91b2adc13b8b7b" providerId="LiveId" clId="{5FC1FB71-A051-4E0E-AB97-712272489FA9}" dt="2025-06-11T23:18:31.213" v="7" actId="47"/>
        <pc:sldMkLst>
          <pc:docMk/>
          <pc:sldMk cId="3792913055" sldId="269"/>
        </pc:sldMkLst>
      </pc:sldChg>
      <pc:sldChg chg="del">
        <pc:chgData name="昇汰 三輪" userId="ce91b2adc13b8b7b" providerId="LiveId" clId="{5FC1FB71-A051-4E0E-AB97-712272489FA9}" dt="2025-06-11T23:18:30.363" v="4" actId="47"/>
        <pc:sldMkLst>
          <pc:docMk/>
          <pc:sldMk cId="1621400181" sldId="270"/>
        </pc:sldMkLst>
      </pc:sldChg>
      <pc:sldChg chg="addSp delSp modSp new mod">
        <pc:chgData name="昇汰 三輪" userId="ce91b2adc13b8b7b" providerId="LiveId" clId="{5FC1FB71-A051-4E0E-AB97-712272489FA9}" dt="2025-06-16T03:13:04.188" v="3396" actId="478"/>
        <pc:sldMkLst>
          <pc:docMk/>
          <pc:sldMk cId="4259497626" sldId="270"/>
        </pc:sldMkLst>
        <pc:spChg chg="del">
          <ac:chgData name="昇汰 三輪" userId="ce91b2adc13b8b7b" providerId="LiveId" clId="{5FC1FB71-A051-4E0E-AB97-712272489FA9}" dt="2025-06-16T03:13:04.188" v="3396" actId="478"/>
          <ac:spMkLst>
            <pc:docMk/>
            <pc:sldMk cId="4259497626" sldId="270"/>
            <ac:spMk id="2" creationId="{D0D1CD81-667F-3EAE-98EE-1B77CD5B010A}"/>
          </ac:spMkLst>
        </pc:spChg>
        <pc:spChg chg="del">
          <ac:chgData name="昇汰 三輪" userId="ce91b2adc13b8b7b" providerId="LiveId" clId="{5FC1FB71-A051-4E0E-AB97-712272489FA9}" dt="2025-06-16T02:56:37.056" v="2944" actId="22"/>
          <ac:spMkLst>
            <pc:docMk/>
            <pc:sldMk cId="4259497626" sldId="270"/>
            <ac:spMk id="3" creationId="{49463390-D4E3-DAB9-55E9-47A7B9F71083}"/>
          </ac:spMkLst>
        </pc:spChg>
        <pc:picChg chg="add mod ord">
          <ac:chgData name="昇汰 三輪" userId="ce91b2adc13b8b7b" providerId="LiveId" clId="{5FC1FB71-A051-4E0E-AB97-712272489FA9}" dt="2025-06-16T02:58:11.199" v="2952" actId="1076"/>
          <ac:picMkLst>
            <pc:docMk/>
            <pc:sldMk cId="4259497626" sldId="270"/>
            <ac:picMk id="6" creationId="{5F2360F5-68C1-295A-7AEE-1F48EE4C8E7E}"/>
          </ac:picMkLst>
        </pc:picChg>
      </pc:sldChg>
      <pc:sldChg chg="del">
        <pc:chgData name="昇汰 三輪" userId="ce91b2adc13b8b7b" providerId="LiveId" clId="{5FC1FB71-A051-4E0E-AB97-712272489FA9}" dt="2025-06-11T23:18:32.976" v="12" actId="47"/>
        <pc:sldMkLst>
          <pc:docMk/>
          <pc:sldMk cId="155853910" sldId="271"/>
        </pc:sldMkLst>
      </pc:sldChg>
      <pc:sldChg chg="addSp delSp modSp new mod">
        <pc:chgData name="昇汰 三輪" userId="ce91b2adc13b8b7b" providerId="LiveId" clId="{5FC1FB71-A051-4E0E-AB97-712272489FA9}" dt="2025-06-16T03:31:14.180" v="3822" actId="20577"/>
        <pc:sldMkLst>
          <pc:docMk/>
          <pc:sldMk cId="2933385930" sldId="271"/>
        </pc:sldMkLst>
        <pc:spChg chg="mod">
          <ac:chgData name="昇汰 三輪" userId="ce91b2adc13b8b7b" providerId="LiveId" clId="{5FC1FB71-A051-4E0E-AB97-712272489FA9}" dt="2025-06-16T03:07:48.179" v="3022" actId="20577"/>
          <ac:spMkLst>
            <pc:docMk/>
            <pc:sldMk cId="2933385930" sldId="271"/>
            <ac:spMk id="2" creationId="{115BA1C6-39D7-B26E-C2B2-19F2A8691A57}"/>
          </ac:spMkLst>
        </pc:spChg>
        <pc:spChg chg="add del mod">
          <ac:chgData name="昇汰 三輪" userId="ce91b2adc13b8b7b" providerId="LiveId" clId="{5FC1FB71-A051-4E0E-AB97-712272489FA9}" dt="2025-06-16T03:31:14.180" v="3822" actId="20577"/>
          <ac:spMkLst>
            <pc:docMk/>
            <pc:sldMk cId="2933385930" sldId="271"/>
            <ac:spMk id="3" creationId="{30A740D5-3701-2F58-5455-5026B5D547D9}"/>
          </ac:spMkLst>
        </pc:spChg>
        <pc:spChg chg="add mod">
          <ac:chgData name="昇汰 三輪" userId="ce91b2adc13b8b7b" providerId="LiveId" clId="{5FC1FB71-A051-4E0E-AB97-712272489FA9}" dt="2025-06-16T03:10:35.185" v="3077"/>
          <ac:spMkLst>
            <pc:docMk/>
            <pc:sldMk cId="2933385930" sldId="271"/>
            <ac:spMk id="5" creationId="{99BC32A1-2552-2142-E8CB-0269BD41E9B6}"/>
          </ac:spMkLst>
        </pc:spChg>
        <pc:spChg chg="add">
          <ac:chgData name="昇汰 三輪" userId="ce91b2adc13b8b7b" providerId="LiveId" clId="{5FC1FB71-A051-4E0E-AB97-712272489FA9}" dt="2025-06-16T03:11:48.245" v="3239"/>
          <ac:spMkLst>
            <pc:docMk/>
            <pc:sldMk cId="2933385930" sldId="271"/>
            <ac:spMk id="6" creationId="{11203D06-8F63-C66C-D832-324A84A00F28}"/>
          </ac:spMkLst>
        </pc:spChg>
      </pc:sldChg>
      <pc:sldChg chg="del">
        <pc:chgData name="昇汰 三輪" userId="ce91b2adc13b8b7b" providerId="LiveId" clId="{5FC1FB71-A051-4E0E-AB97-712272489FA9}" dt="2025-06-11T23:18:32.018" v="9" actId="47"/>
        <pc:sldMkLst>
          <pc:docMk/>
          <pc:sldMk cId="1880109827" sldId="272"/>
        </pc:sldMkLst>
      </pc:sldChg>
      <pc:sldChg chg="modSp new mod">
        <pc:chgData name="昇汰 三輪" userId="ce91b2adc13b8b7b" providerId="LiveId" clId="{5FC1FB71-A051-4E0E-AB97-712272489FA9}" dt="2025-06-16T03:30:00.987" v="3818" actId="20577"/>
        <pc:sldMkLst>
          <pc:docMk/>
          <pc:sldMk cId="3297834167" sldId="272"/>
        </pc:sldMkLst>
        <pc:spChg chg="mod">
          <ac:chgData name="昇汰 三輪" userId="ce91b2adc13b8b7b" providerId="LiveId" clId="{5FC1FB71-A051-4E0E-AB97-712272489FA9}" dt="2025-06-16T03:30:00.987" v="3818" actId="20577"/>
          <ac:spMkLst>
            <pc:docMk/>
            <pc:sldMk cId="3297834167" sldId="272"/>
            <ac:spMk id="2" creationId="{7E538C6B-8666-EB0F-3145-4B33B03E426E}"/>
          </ac:spMkLst>
        </pc:spChg>
        <pc:spChg chg="mod">
          <ac:chgData name="昇汰 三輪" userId="ce91b2adc13b8b7b" providerId="LiveId" clId="{5FC1FB71-A051-4E0E-AB97-712272489FA9}" dt="2025-06-16T03:26:16.437" v="3714" actId="20577"/>
          <ac:spMkLst>
            <pc:docMk/>
            <pc:sldMk cId="3297834167" sldId="272"/>
            <ac:spMk id="3" creationId="{B28E2152-5896-6EBB-51C9-DD87D029ECF3}"/>
          </ac:spMkLst>
        </pc:spChg>
      </pc:sldChg>
      <pc:sldChg chg="modSp new mod">
        <pc:chgData name="昇汰 三輪" userId="ce91b2adc13b8b7b" providerId="LiveId" clId="{5FC1FB71-A051-4E0E-AB97-712272489FA9}" dt="2025-06-16T03:30:11.832" v="3819" actId="113"/>
        <pc:sldMkLst>
          <pc:docMk/>
          <pc:sldMk cId="578114408" sldId="273"/>
        </pc:sldMkLst>
        <pc:spChg chg="mod">
          <ac:chgData name="昇汰 三輪" userId="ce91b2adc13b8b7b" providerId="LiveId" clId="{5FC1FB71-A051-4E0E-AB97-712272489FA9}" dt="2025-06-16T03:29:54.790" v="3808" actId="20577"/>
          <ac:spMkLst>
            <pc:docMk/>
            <pc:sldMk cId="578114408" sldId="273"/>
            <ac:spMk id="2" creationId="{CC24B166-9531-A1E7-5E4C-A0620101F3EC}"/>
          </ac:spMkLst>
        </pc:spChg>
        <pc:spChg chg="mod">
          <ac:chgData name="昇汰 三輪" userId="ce91b2adc13b8b7b" providerId="LiveId" clId="{5FC1FB71-A051-4E0E-AB97-712272489FA9}" dt="2025-06-16T03:30:11.832" v="3819" actId="113"/>
          <ac:spMkLst>
            <pc:docMk/>
            <pc:sldMk cId="578114408" sldId="273"/>
            <ac:spMk id="3" creationId="{00E4F753-E913-5564-D761-AF59CC49DA7F}"/>
          </ac:spMkLst>
        </pc:spChg>
      </pc:sldChg>
      <pc:sldChg chg="del">
        <pc:chgData name="昇汰 三輪" userId="ce91b2adc13b8b7b" providerId="LiveId" clId="{5FC1FB71-A051-4E0E-AB97-712272489FA9}" dt="2025-06-11T23:18:32.293" v="10" actId="47"/>
        <pc:sldMkLst>
          <pc:docMk/>
          <pc:sldMk cId="1183548393" sldId="273"/>
        </pc:sldMkLst>
      </pc:sldChg>
      <pc:sldChg chg="del">
        <pc:chgData name="昇汰 三輪" userId="ce91b2adc13b8b7b" providerId="LiveId" clId="{5FC1FB71-A051-4E0E-AB97-712272489FA9}" dt="2025-06-11T23:18:30.810" v="5" actId="47"/>
        <pc:sldMkLst>
          <pc:docMk/>
          <pc:sldMk cId="3250817086" sldId="274"/>
        </pc:sldMkLst>
      </pc:sldChg>
      <pc:sldChg chg="del">
        <pc:chgData name="昇汰 三輪" userId="ce91b2adc13b8b7b" providerId="LiveId" clId="{5FC1FB71-A051-4E0E-AB97-712272489FA9}" dt="2025-06-11T23:18:31.417" v="8" actId="47"/>
        <pc:sldMkLst>
          <pc:docMk/>
          <pc:sldMk cId="3598483349" sldId="275"/>
        </pc:sldMkLst>
      </pc:sldChg>
      <pc:sldChg chg="del">
        <pc:chgData name="昇汰 三輪" userId="ce91b2adc13b8b7b" providerId="LiveId" clId="{5FC1FB71-A051-4E0E-AB97-712272489FA9}" dt="2025-06-11T23:18:32.623" v="11" actId="47"/>
        <pc:sldMkLst>
          <pc:docMk/>
          <pc:sldMk cId="3214781991"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189518-7BDC-4EF2-BA07-E597FC3F5EA0}" type="datetimeFigureOut">
              <a:rPr kumimoji="1" lang="ja-JP" altLang="en-US" smtClean="0"/>
              <a:t>2025/11/22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DC819-7384-4D0C-892B-5B4234F1FB04}" type="slidenum">
              <a:rPr kumimoji="1" lang="ja-JP" altLang="en-US" smtClean="0"/>
              <a:t>‹#›</a:t>
            </a:fld>
            <a:endParaRPr kumimoji="1" lang="ja-JP" altLang="en-US"/>
          </a:p>
        </p:txBody>
      </p:sp>
    </p:spTree>
    <p:extLst>
      <p:ext uri="{BB962C8B-B14F-4D97-AF65-F5344CB8AC3E}">
        <p14:creationId xmlns:p14="http://schemas.microsoft.com/office/powerpoint/2010/main" val="2712524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0" i="0" cap="none"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EC017EED-94F8-48BD-AD46-42CC091DFCD5}" type="datetime1">
              <a:rPr lang="en-US" altLang="ja-JP" smtClean="0"/>
              <a:t>11/22/2025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270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9DAB9055-7364-4701-BD19-5946FD70A601}" type="datetime1">
              <a:rPr lang="en-US" altLang="ja-JP" smtClean="0"/>
              <a:t>11/22/2025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6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3CA98758-20B1-499B-8141-454EB5136267}" type="datetime1">
              <a:rPr lang="en-US" altLang="ja-JP" smtClean="0"/>
              <a:t>11/22/2025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43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505F8DC0-3FF3-456F-B845-1F95A740D5BA}" type="datetime1">
              <a:rPr lang="en-US" altLang="ja-JP" smtClean="0"/>
              <a:t>11/22/2025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0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DBD26BD3-0DB2-4F5D-B55E-23D09E3B9D2C}" type="datetime1">
              <a:rPr lang="en-US" altLang="ja-JP" smtClean="0"/>
              <a:t>11/22/2025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9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5A6843B8-C56B-4A4D-B246-717FE45E2163}" type="datetime1">
              <a:rPr lang="en-US" altLang="ja-JP" smtClean="0"/>
              <a:t>11/22/2025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6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41C2B5C4-827B-4A60-8899-EBC8D1207273}" type="datetime1">
              <a:rPr lang="en-US" altLang="ja-JP" smtClean="0"/>
              <a:t>11/22/2025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33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7368CA27-71E2-4445-B2A7-5B3A6F88CF78}" type="datetime1">
              <a:rPr lang="en-US" altLang="ja-JP" smtClean="0"/>
              <a:t>11/22/2025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22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28E84A6-53AF-442C-AA27-75F8B8EA139D}" type="datetime1">
              <a:rPr lang="en-US" altLang="ja-JP" smtClean="0"/>
              <a:t>11/22/2025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9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D1C6A50A-875F-4B78-B835-9A325647FF3E}" type="datetime1">
              <a:rPr lang="en-US" altLang="ja-JP" smtClean="0"/>
              <a:t>11/22/2025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535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B3B8D614-06F2-4E43-9C71-B89E30245769}" type="datetime1">
              <a:rPr lang="en-US" altLang="ja-JP" smtClean="0"/>
              <a:t>11/22/2025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50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i="0" cap="all" spc="100" baseline="0">
                <a:solidFill>
                  <a:schemeClr val="tx1">
                    <a:tint val="75000"/>
                  </a:schemeClr>
                </a:solidFill>
              </a:defRPr>
            </a:lvl1pPr>
          </a:lstStyle>
          <a:p>
            <a:fld id="{250198D0-9CF8-4813-A053-00B2EAF8E379}" type="datetime1">
              <a:rPr lang="en-US" altLang="ja-JP" smtClean="0"/>
              <a:t>11/22/2025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i="0" cap="none"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25319726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110000"/>
        </a:lnSpc>
        <a:spcBef>
          <a:spcPct val="0"/>
        </a:spcBef>
        <a:buNone/>
        <a:defRPr sz="4400" kern="1200" spc="16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a:extLst>
              <a:ext uri="{FF2B5EF4-FFF2-40B4-BE49-F238E27FC236}">
                <a16:creationId xmlns:a16="http://schemas.microsoft.com/office/drawing/2014/main" id="{D1991C1B-AA14-C6A8-77BE-AF69940D8906}"/>
              </a:ext>
            </a:extLst>
          </p:cNvPr>
          <p:cNvPicPr>
            <a:picLocks noChangeAspect="1"/>
          </p:cNvPicPr>
          <p:nvPr/>
        </p:nvPicPr>
        <p:blipFill>
          <a:blip r:embed="rId2">
            <a:duotone>
              <a:schemeClr val="accent1">
                <a:shade val="45000"/>
                <a:satMod val="135000"/>
              </a:schemeClr>
              <a:prstClr val="white"/>
            </a:duotone>
            <a:alphaModFix amt="35000"/>
          </a:blip>
          <a:srcRect b="15730"/>
          <a:stretch>
            <a:fillRect/>
          </a:stretch>
        </p:blipFill>
        <p:spPr>
          <a:xfrm>
            <a:off x="20" y="-8877"/>
            <a:ext cx="12191980" cy="6858000"/>
          </a:xfrm>
          <a:prstGeom prst="rect">
            <a:avLst/>
          </a:prstGeom>
        </p:spPr>
      </p:pic>
      <p:sp>
        <p:nvSpPr>
          <p:cNvPr id="2" name="タイトル 1">
            <a:extLst>
              <a:ext uri="{FF2B5EF4-FFF2-40B4-BE49-F238E27FC236}">
                <a16:creationId xmlns:a16="http://schemas.microsoft.com/office/drawing/2014/main" id="{0B561EC4-925D-3098-4683-C702208DDA23}"/>
              </a:ext>
            </a:extLst>
          </p:cNvPr>
          <p:cNvSpPr>
            <a:spLocks noGrp="1"/>
          </p:cNvSpPr>
          <p:nvPr>
            <p:ph type="ctrTitle"/>
          </p:nvPr>
        </p:nvSpPr>
        <p:spPr>
          <a:xfrm>
            <a:off x="1256275" y="2271449"/>
            <a:ext cx="9679449" cy="2847058"/>
          </a:xfrm>
        </p:spPr>
        <p:txBody>
          <a:bodyPr anchor="b">
            <a:normAutofit/>
          </a:bodyPr>
          <a:lstStyle/>
          <a:p>
            <a:r>
              <a:rPr kumimoji="1" lang="ja-JP" altLang="en-US" sz="7200" dirty="0">
                <a:solidFill>
                  <a:srgbClr val="FFFFFF"/>
                </a:solidFill>
              </a:rPr>
              <a:t>進捗報告</a:t>
            </a:r>
          </a:p>
        </p:txBody>
      </p:sp>
      <p:sp>
        <p:nvSpPr>
          <p:cNvPr id="3" name="字幕 2">
            <a:extLst>
              <a:ext uri="{FF2B5EF4-FFF2-40B4-BE49-F238E27FC236}">
                <a16:creationId xmlns:a16="http://schemas.microsoft.com/office/drawing/2014/main" id="{192DF71A-4D5A-C01D-C3AD-C999293F80D5}"/>
              </a:ext>
            </a:extLst>
          </p:cNvPr>
          <p:cNvSpPr>
            <a:spLocks noGrp="1"/>
          </p:cNvSpPr>
          <p:nvPr>
            <p:ph type="subTitle" idx="1"/>
          </p:nvPr>
        </p:nvSpPr>
        <p:spPr>
          <a:xfrm>
            <a:off x="1256275" y="5098254"/>
            <a:ext cx="9679449" cy="750259"/>
          </a:xfrm>
        </p:spPr>
        <p:txBody>
          <a:bodyPr anchor="ctr">
            <a:normAutofit/>
          </a:bodyPr>
          <a:lstStyle/>
          <a:p>
            <a:r>
              <a:rPr kumimoji="1" lang="en-US" altLang="ja-JP" dirty="0">
                <a:solidFill>
                  <a:srgbClr val="FFFFFF"/>
                </a:solidFill>
              </a:rPr>
              <a:t>Al21120</a:t>
            </a:r>
            <a:r>
              <a:rPr kumimoji="1" lang="ja-JP" altLang="en-US" dirty="0">
                <a:solidFill>
                  <a:srgbClr val="FFFFFF"/>
                </a:solidFill>
              </a:rPr>
              <a:t>　三輪昇汰　</a:t>
            </a:r>
            <a:r>
              <a:rPr kumimoji="1" lang="en-US" altLang="ja-JP" dirty="0">
                <a:solidFill>
                  <a:srgbClr val="FFFFFF"/>
                </a:solidFill>
              </a:rPr>
              <a:t>2025/06/16</a:t>
            </a:r>
            <a:endParaRPr kumimoji="1" lang="ja-JP" altLang="en-US" dirty="0">
              <a:solidFill>
                <a:srgbClr val="FFFFFF"/>
              </a:solidFill>
            </a:endParaRP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5" name="スライド番号プレースホルダー 4">
            <a:extLst>
              <a:ext uri="{FF2B5EF4-FFF2-40B4-BE49-F238E27FC236}">
                <a16:creationId xmlns:a16="http://schemas.microsoft.com/office/drawing/2014/main" id="{034DA8EA-82B2-3730-9AA6-6984A4F2D2FB}"/>
              </a:ext>
            </a:extLst>
          </p:cNvPr>
          <p:cNvSpPr>
            <a:spLocks noGrp="1"/>
          </p:cNvSpPr>
          <p:nvPr>
            <p:ph type="sldNum" sz="quarter" idx="12"/>
          </p:nvPr>
        </p:nvSpPr>
        <p:spPr/>
        <p:txBody>
          <a:bodyPr/>
          <a:lstStyle/>
          <a:p>
            <a:fld id="{27CE633F-9882-4A5C-83A2-1109D0C73261}" type="slidenum">
              <a:rPr lang="en-US" smtClean="0"/>
              <a:t>1</a:t>
            </a:fld>
            <a:endParaRPr lang="en-US"/>
          </a:p>
        </p:txBody>
      </p:sp>
    </p:spTree>
    <p:extLst>
      <p:ext uri="{BB962C8B-B14F-4D97-AF65-F5344CB8AC3E}">
        <p14:creationId xmlns:p14="http://schemas.microsoft.com/office/powerpoint/2010/main" val="3730098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470570-2B56-A665-6800-0C2112CFDC82}"/>
              </a:ext>
            </a:extLst>
          </p:cNvPr>
          <p:cNvSpPr>
            <a:spLocks noGrp="1"/>
          </p:cNvSpPr>
          <p:nvPr>
            <p:ph type="title"/>
          </p:nvPr>
        </p:nvSpPr>
        <p:spPr/>
        <p:txBody>
          <a:bodyPr/>
          <a:lstStyle/>
          <a:p>
            <a:r>
              <a:rPr kumimoji="1" lang="ja-JP" altLang="en-US" dirty="0"/>
              <a:t>進捗</a:t>
            </a:r>
          </a:p>
        </p:txBody>
      </p:sp>
      <p:sp>
        <p:nvSpPr>
          <p:cNvPr id="3" name="コンテンツ プレースホルダー 2">
            <a:extLst>
              <a:ext uri="{FF2B5EF4-FFF2-40B4-BE49-F238E27FC236}">
                <a16:creationId xmlns:a16="http://schemas.microsoft.com/office/drawing/2014/main" id="{3268878B-D220-AB33-6C95-700020BA684B}"/>
              </a:ext>
            </a:extLst>
          </p:cNvPr>
          <p:cNvSpPr>
            <a:spLocks noGrp="1"/>
          </p:cNvSpPr>
          <p:nvPr>
            <p:ph idx="1"/>
          </p:nvPr>
        </p:nvSpPr>
        <p:spPr>
          <a:xfrm>
            <a:off x="922421" y="1690688"/>
            <a:ext cx="10515600" cy="4351338"/>
          </a:xfrm>
        </p:spPr>
        <p:txBody>
          <a:bodyPr/>
          <a:lstStyle/>
          <a:p>
            <a:pPr marL="0" indent="0">
              <a:buNone/>
            </a:pPr>
            <a:r>
              <a:rPr kumimoji="1" lang="ja-JP" altLang="en-US" sz="2400" dirty="0"/>
              <a:t>・</a:t>
            </a:r>
            <a:r>
              <a:rPr lang="ja-JP" altLang="en-US" sz="2400" dirty="0"/>
              <a:t>過去 5 年間の作業療法学研究の動向　─ BERTopic による分析─</a:t>
            </a:r>
          </a:p>
          <a:p>
            <a:pPr marL="0" indent="0">
              <a:buNone/>
            </a:pPr>
            <a:r>
              <a:rPr lang="ja-JP" altLang="en-US" sz="2400" dirty="0"/>
              <a:t>鈴木 哲理 ，鈴木 久義 ，作業療法・</a:t>
            </a:r>
            <a:r>
              <a:rPr lang="en-US" altLang="ja-JP" sz="2400" dirty="0"/>
              <a:t>43 </a:t>
            </a:r>
            <a:r>
              <a:rPr lang="ja-JP" altLang="en-US" sz="2400" dirty="0"/>
              <a:t>巻 </a:t>
            </a:r>
            <a:r>
              <a:rPr lang="en-US" altLang="ja-JP" sz="2400" dirty="0"/>
              <a:t>5 </a:t>
            </a:r>
            <a:r>
              <a:rPr lang="ja-JP" altLang="en-US" sz="2400" dirty="0"/>
              <a:t>号・</a:t>
            </a:r>
            <a:r>
              <a:rPr lang="en-US" altLang="ja-JP" sz="2400" dirty="0"/>
              <a:t>2024 </a:t>
            </a:r>
            <a:r>
              <a:rPr lang="ja-JP" altLang="en-US" sz="2400" dirty="0"/>
              <a:t>年 </a:t>
            </a:r>
            <a:r>
              <a:rPr lang="en-US" altLang="ja-JP" sz="2400" dirty="0"/>
              <a:t>10 </a:t>
            </a:r>
            <a:r>
              <a:rPr lang="ja-JP" altLang="en-US" sz="2400" dirty="0"/>
              <a:t>月</a:t>
            </a:r>
            <a:r>
              <a:rPr lang="en-US" altLang="ja-JP" sz="2400" dirty="0"/>
              <a:t>        </a:t>
            </a:r>
          </a:p>
          <a:p>
            <a:pPr marL="0" indent="0">
              <a:buNone/>
            </a:pPr>
            <a:endParaRPr lang="en-US" altLang="ja-JP" sz="2400" dirty="0"/>
          </a:p>
          <a:p>
            <a:pPr marL="0" indent="0">
              <a:buNone/>
            </a:pPr>
            <a:r>
              <a:rPr lang="ja-JP" altLang="en-US" sz="2400" dirty="0"/>
              <a:t>・</a:t>
            </a:r>
            <a:r>
              <a:rPr lang="en-US" altLang="ja-JP" sz="2400" dirty="0" err="1"/>
              <a:t>BERTopic</a:t>
            </a:r>
            <a:r>
              <a:rPr lang="ja-JP" altLang="en-US" sz="2400" dirty="0"/>
              <a:t>の動画要約への応用について</a:t>
            </a:r>
            <a:endParaRPr lang="en-US" altLang="ja-JP" sz="2400" dirty="0"/>
          </a:p>
          <a:p>
            <a:pPr marL="0" indent="0">
              <a:buNone/>
            </a:pPr>
            <a:endParaRPr lang="en-US" altLang="ja-JP" sz="2400" dirty="0"/>
          </a:p>
          <a:p>
            <a:pPr marL="0" indent="0">
              <a:buNone/>
            </a:pPr>
            <a:r>
              <a:rPr lang="ja-JP" altLang="en-US" sz="2400" dirty="0"/>
              <a:t>・</a:t>
            </a:r>
            <a:r>
              <a:rPr lang="en-US" altLang="ja-JP" sz="2400" dirty="0" err="1"/>
              <a:t>Youtube</a:t>
            </a:r>
            <a:r>
              <a:rPr lang="ja-JP" altLang="en-US" sz="2400" dirty="0"/>
              <a:t>音声字幕について</a:t>
            </a:r>
          </a:p>
          <a:p>
            <a:endParaRPr kumimoji="1" lang="ja-JP" altLang="en-US" dirty="0"/>
          </a:p>
        </p:txBody>
      </p:sp>
      <p:sp>
        <p:nvSpPr>
          <p:cNvPr id="4" name="スライド番号プレースホルダー 3">
            <a:extLst>
              <a:ext uri="{FF2B5EF4-FFF2-40B4-BE49-F238E27FC236}">
                <a16:creationId xmlns:a16="http://schemas.microsoft.com/office/drawing/2014/main" id="{34EF8CE9-1915-7591-1725-76B1628B786A}"/>
              </a:ext>
            </a:extLst>
          </p:cNvPr>
          <p:cNvSpPr>
            <a:spLocks noGrp="1"/>
          </p:cNvSpPr>
          <p:nvPr>
            <p:ph type="sldNum" sz="quarter" idx="12"/>
          </p:nvPr>
        </p:nvSpPr>
        <p:spPr/>
        <p:txBody>
          <a:bodyPr/>
          <a:lstStyle/>
          <a:p>
            <a:fld id="{27CE633F-9882-4A5C-83A2-1109D0C73261}" type="slidenum">
              <a:rPr lang="en-US" smtClean="0"/>
              <a:t>2</a:t>
            </a:fld>
            <a:endParaRPr lang="en-US"/>
          </a:p>
        </p:txBody>
      </p:sp>
    </p:spTree>
    <p:extLst>
      <p:ext uri="{BB962C8B-B14F-4D97-AF65-F5344CB8AC3E}">
        <p14:creationId xmlns:p14="http://schemas.microsoft.com/office/powerpoint/2010/main" val="2308684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9A2BCA-2F72-D1CB-34D7-0FC2CEC2E8EB}"/>
              </a:ext>
            </a:extLst>
          </p:cNvPr>
          <p:cNvSpPr>
            <a:spLocks noGrp="1"/>
          </p:cNvSpPr>
          <p:nvPr>
            <p:ph type="title"/>
          </p:nvPr>
        </p:nvSpPr>
        <p:spPr/>
        <p:txBody>
          <a:bodyPr/>
          <a:lstStyle/>
          <a:p>
            <a:r>
              <a:rPr kumimoji="1" lang="ja-JP" altLang="en-US" dirty="0"/>
              <a:t>研究目的</a:t>
            </a:r>
          </a:p>
        </p:txBody>
      </p:sp>
      <p:sp>
        <p:nvSpPr>
          <p:cNvPr id="3" name="コンテンツ プレースホルダー 2">
            <a:extLst>
              <a:ext uri="{FF2B5EF4-FFF2-40B4-BE49-F238E27FC236}">
                <a16:creationId xmlns:a16="http://schemas.microsoft.com/office/drawing/2014/main" id="{3DFC9815-3C3C-1E80-734B-CE3F09AD5E85}"/>
              </a:ext>
            </a:extLst>
          </p:cNvPr>
          <p:cNvSpPr>
            <a:spLocks noGrp="1"/>
          </p:cNvSpPr>
          <p:nvPr>
            <p:ph idx="1"/>
          </p:nvPr>
        </p:nvSpPr>
        <p:spPr/>
        <p:txBody>
          <a:bodyPr/>
          <a:lstStyle/>
          <a:p>
            <a:pPr marL="0" indent="0">
              <a:buNone/>
            </a:pPr>
            <a:r>
              <a:rPr lang="ja-JP" altLang="en-US" dirty="0"/>
              <a:t>過去 5 年間の作業療法学研究の動向　─ BERTopic による分析─</a:t>
            </a:r>
          </a:p>
          <a:p>
            <a:pPr marL="0" indent="0">
              <a:buNone/>
            </a:pPr>
            <a:r>
              <a:rPr lang="ja-JP" altLang="en-US" dirty="0"/>
              <a:t>鈴木 哲理 ，鈴木 久義 ，作業療法・</a:t>
            </a:r>
            <a:r>
              <a:rPr lang="en-US" altLang="ja-JP" dirty="0"/>
              <a:t>43 </a:t>
            </a:r>
            <a:r>
              <a:rPr lang="ja-JP" altLang="en-US" dirty="0"/>
              <a:t>巻 </a:t>
            </a:r>
            <a:r>
              <a:rPr lang="en-US" altLang="ja-JP" dirty="0"/>
              <a:t>5 </a:t>
            </a:r>
            <a:r>
              <a:rPr lang="ja-JP" altLang="en-US" dirty="0"/>
              <a:t>号・</a:t>
            </a:r>
            <a:r>
              <a:rPr lang="en-US" altLang="ja-JP" dirty="0"/>
              <a:t>2024 </a:t>
            </a:r>
            <a:r>
              <a:rPr lang="ja-JP" altLang="en-US" dirty="0"/>
              <a:t>年 </a:t>
            </a:r>
            <a:r>
              <a:rPr lang="en-US" altLang="ja-JP" dirty="0"/>
              <a:t>10 </a:t>
            </a:r>
            <a:r>
              <a:rPr lang="ja-JP" altLang="en-US" dirty="0"/>
              <a:t>月</a:t>
            </a:r>
            <a:r>
              <a:rPr lang="en-US" altLang="ja-JP"/>
              <a:t>        </a:t>
            </a:r>
            <a:endParaRPr lang="en-US" altLang="ja-JP" dirty="0"/>
          </a:p>
          <a:p>
            <a:pPr marL="0" indent="0">
              <a:buNone/>
            </a:pPr>
            <a:endParaRPr lang="en-US" altLang="ja-JP" dirty="0"/>
          </a:p>
          <a:p>
            <a:pPr marL="0" indent="0">
              <a:buNone/>
            </a:pPr>
            <a:r>
              <a:rPr lang="en-US" altLang="ja-JP" dirty="0"/>
              <a:t>2019</a:t>
            </a:r>
            <a:r>
              <a:rPr lang="ja-JP" altLang="en-US" dirty="0"/>
              <a:t>年以降の「作業療法」掲載論文を、</a:t>
            </a:r>
            <a:r>
              <a:rPr lang="en-US" altLang="ja-JP" dirty="0" err="1"/>
              <a:t>BERTopic</a:t>
            </a:r>
            <a:r>
              <a:rPr lang="ja-JP" altLang="en-US" dirty="0"/>
              <a:t>で分析し、現代の作業療法学研究のトピックとその時系列変化を明らかにする。</a:t>
            </a:r>
            <a:endParaRPr kumimoji="1" lang="en-US" altLang="ja-JP" dirty="0"/>
          </a:p>
        </p:txBody>
      </p:sp>
      <p:sp>
        <p:nvSpPr>
          <p:cNvPr id="4" name="スライド番号プレースホルダー 3">
            <a:extLst>
              <a:ext uri="{FF2B5EF4-FFF2-40B4-BE49-F238E27FC236}">
                <a16:creationId xmlns:a16="http://schemas.microsoft.com/office/drawing/2014/main" id="{5549846F-62BE-5A47-504D-845A88FC73F9}"/>
              </a:ext>
            </a:extLst>
          </p:cNvPr>
          <p:cNvSpPr>
            <a:spLocks noGrp="1"/>
          </p:cNvSpPr>
          <p:nvPr>
            <p:ph type="sldNum" sz="quarter" idx="12"/>
          </p:nvPr>
        </p:nvSpPr>
        <p:spPr/>
        <p:txBody>
          <a:bodyPr/>
          <a:lstStyle/>
          <a:p>
            <a:fld id="{27CE633F-9882-4A5C-83A2-1109D0C73261}" type="slidenum">
              <a:rPr lang="en-US" smtClean="0"/>
              <a:t>3</a:t>
            </a:fld>
            <a:endParaRPr lang="en-US"/>
          </a:p>
        </p:txBody>
      </p:sp>
    </p:spTree>
    <p:extLst>
      <p:ext uri="{BB962C8B-B14F-4D97-AF65-F5344CB8AC3E}">
        <p14:creationId xmlns:p14="http://schemas.microsoft.com/office/powerpoint/2010/main" val="3862239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F66D71-6C58-6D1F-5ACD-95F829C6EA45}"/>
              </a:ext>
            </a:extLst>
          </p:cNvPr>
          <p:cNvSpPr>
            <a:spLocks noGrp="1"/>
          </p:cNvSpPr>
          <p:nvPr>
            <p:ph type="title"/>
          </p:nvPr>
        </p:nvSpPr>
        <p:spPr/>
        <p:txBody>
          <a:bodyPr/>
          <a:lstStyle/>
          <a:p>
            <a:r>
              <a:rPr kumimoji="1" lang="ja-JP" altLang="en-US" dirty="0"/>
              <a:t>研究対象</a:t>
            </a:r>
          </a:p>
        </p:txBody>
      </p:sp>
      <p:sp>
        <p:nvSpPr>
          <p:cNvPr id="3" name="コンテンツ プレースホルダー 2">
            <a:extLst>
              <a:ext uri="{FF2B5EF4-FFF2-40B4-BE49-F238E27FC236}">
                <a16:creationId xmlns:a16="http://schemas.microsoft.com/office/drawing/2014/main" id="{D038FBF6-3E7D-5C10-82C2-374CEA1F0363}"/>
              </a:ext>
            </a:extLst>
          </p:cNvPr>
          <p:cNvSpPr>
            <a:spLocks noGrp="1"/>
          </p:cNvSpPr>
          <p:nvPr>
            <p:ph idx="1"/>
          </p:nvPr>
        </p:nvSpPr>
        <p:spPr/>
        <p:txBody>
          <a:bodyPr/>
          <a:lstStyle/>
          <a:p>
            <a:r>
              <a:rPr kumimoji="1" lang="en-US" altLang="ja-JP" dirty="0"/>
              <a:t>2019 </a:t>
            </a:r>
            <a:r>
              <a:rPr kumimoji="1" lang="ja-JP" altLang="en-US" dirty="0"/>
              <a:t>年から </a:t>
            </a:r>
            <a:r>
              <a:rPr kumimoji="1" lang="en-US" altLang="ja-JP" dirty="0"/>
              <a:t>2023 </a:t>
            </a:r>
            <a:r>
              <a:rPr kumimoji="1" lang="ja-JP" altLang="en-US" dirty="0"/>
              <a:t>年 </a:t>
            </a:r>
            <a:r>
              <a:rPr kumimoji="1" lang="en-US" altLang="ja-JP" dirty="0"/>
              <a:t>5 </a:t>
            </a:r>
            <a:r>
              <a:rPr kumimoji="1" lang="ja-JP" altLang="en-US" dirty="0"/>
              <a:t>月までに発行された</a:t>
            </a:r>
            <a:r>
              <a:rPr kumimoji="1" lang="en-US" altLang="ja-JP" dirty="0"/>
              <a:t>『</a:t>
            </a:r>
            <a:r>
              <a:rPr kumimoji="1" lang="ja-JP" altLang="en-US" dirty="0"/>
              <a:t>作業療法</a:t>
            </a:r>
            <a:r>
              <a:rPr kumimoji="1" lang="en-US" altLang="ja-JP" dirty="0"/>
              <a:t>』</a:t>
            </a:r>
            <a:r>
              <a:rPr kumimoji="1" lang="ja-JP" altLang="en-US" dirty="0"/>
              <a:t>の「研究論文」または「原著論文」カテゴリである </a:t>
            </a:r>
            <a:r>
              <a:rPr kumimoji="1" lang="en-US" altLang="ja-JP" dirty="0"/>
              <a:t>127 </a:t>
            </a:r>
            <a:r>
              <a:rPr kumimoji="1" lang="ja-JP" altLang="en-US" dirty="0"/>
              <a:t>本の論文の </a:t>
            </a:r>
            <a:r>
              <a:rPr kumimoji="1" lang="en-US" altLang="ja-JP" dirty="0"/>
              <a:t>300 </a:t>
            </a:r>
            <a:r>
              <a:rPr kumimoji="1" lang="ja-JP" altLang="en-US" dirty="0"/>
              <a:t>字以内で構成される論文要旨</a:t>
            </a:r>
          </a:p>
        </p:txBody>
      </p:sp>
      <p:sp>
        <p:nvSpPr>
          <p:cNvPr id="4" name="スライド番号プレースホルダー 3">
            <a:extLst>
              <a:ext uri="{FF2B5EF4-FFF2-40B4-BE49-F238E27FC236}">
                <a16:creationId xmlns:a16="http://schemas.microsoft.com/office/drawing/2014/main" id="{C72A9DE7-95A1-C46B-6EC0-8EAF1937B1F1}"/>
              </a:ext>
            </a:extLst>
          </p:cNvPr>
          <p:cNvSpPr>
            <a:spLocks noGrp="1"/>
          </p:cNvSpPr>
          <p:nvPr>
            <p:ph type="sldNum" sz="quarter" idx="12"/>
          </p:nvPr>
        </p:nvSpPr>
        <p:spPr/>
        <p:txBody>
          <a:bodyPr/>
          <a:lstStyle/>
          <a:p>
            <a:fld id="{27CE633F-9882-4A5C-83A2-1109D0C73261}" type="slidenum">
              <a:rPr lang="en-US" smtClean="0"/>
              <a:t>4</a:t>
            </a:fld>
            <a:endParaRPr lang="en-US"/>
          </a:p>
        </p:txBody>
      </p:sp>
    </p:spTree>
    <p:extLst>
      <p:ext uri="{BB962C8B-B14F-4D97-AF65-F5344CB8AC3E}">
        <p14:creationId xmlns:p14="http://schemas.microsoft.com/office/powerpoint/2010/main" val="778074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0E0A61-F202-DB5D-2748-BC5E2551297B}"/>
              </a:ext>
            </a:extLst>
          </p:cNvPr>
          <p:cNvSpPr>
            <a:spLocks noGrp="1"/>
          </p:cNvSpPr>
          <p:nvPr>
            <p:ph type="title"/>
          </p:nvPr>
        </p:nvSpPr>
        <p:spPr/>
        <p:txBody>
          <a:bodyPr/>
          <a:lstStyle/>
          <a:p>
            <a:r>
              <a:rPr kumimoji="1" lang="ja-JP" altLang="en-US" dirty="0"/>
              <a:t>分析手法</a:t>
            </a:r>
          </a:p>
        </p:txBody>
      </p:sp>
      <p:sp>
        <p:nvSpPr>
          <p:cNvPr id="3" name="コンテンツ プレースホルダー 2">
            <a:extLst>
              <a:ext uri="{FF2B5EF4-FFF2-40B4-BE49-F238E27FC236}">
                <a16:creationId xmlns:a16="http://schemas.microsoft.com/office/drawing/2014/main" id="{07EF1193-6EF0-78B7-ED5E-2BE8ADCEF875}"/>
              </a:ext>
            </a:extLst>
          </p:cNvPr>
          <p:cNvSpPr>
            <a:spLocks noGrp="1"/>
          </p:cNvSpPr>
          <p:nvPr>
            <p:ph idx="1"/>
          </p:nvPr>
        </p:nvSpPr>
        <p:spPr>
          <a:xfrm>
            <a:off x="838200" y="1825625"/>
            <a:ext cx="10515600" cy="4895850"/>
          </a:xfrm>
        </p:spPr>
        <p:txBody>
          <a:bodyPr/>
          <a:lstStyle/>
          <a:p>
            <a:r>
              <a:rPr kumimoji="1" lang="en-US" altLang="ja-JP" dirty="0" err="1"/>
              <a:t>BERTopic</a:t>
            </a:r>
            <a:r>
              <a:rPr kumimoji="1" lang="ja-JP" altLang="en-US" dirty="0"/>
              <a:t>によるトピック分析</a:t>
            </a:r>
            <a:endParaRPr kumimoji="1" lang="en-US" altLang="ja-JP" dirty="0"/>
          </a:p>
          <a:p>
            <a:endParaRPr kumimoji="1" lang="en-US" altLang="ja-JP" dirty="0"/>
          </a:p>
          <a:p>
            <a:endParaRPr kumimoji="1" lang="en-US" altLang="ja-JP" dirty="0"/>
          </a:p>
          <a:p>
            <a:r>
              <a:rPr kumimoji="1" lang="ja-JP" altLang="en-US" dirty="0"/>
              <a:t>生成</a:t>
            </a:r>
            <a:r>
              <a:rPr kumimoji="1" lang="en-US" altLang="ja-JP" dirty="0"/>
              <a:t>AI</a:t>
            </a:r>
            <a:r>
              <a:rPr kumimoji="1" lang="ja-JP" altLang="en-US" dirty="0"/>
              <a:t>によるトピックのラベリング</a:t>
            </a:r>
            <a:endParaRPr kumimoji="1" lang="en-US" altLang="ja-JP" dirty="0"/>
          </a:p>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6686D8C7-28C7-4E4F-C923-664AEFBE75A1}"/>
              </a:ext>
            </a:extLst>
          </p:cNvPr>
          <p:cNvSpPr>
            <a:spLocks noGrp="1"/>
          </p:cNvSpPr>
          <p:nvPr>
            <p:ph type="sldNum" sz="quarter" idx="12"/>
          </p:nvPr>
        </p:nvSpPr>
        <p:spPr/>
        <p:txBody>
          <a:bodyPr/>
          <a:lstStyle/>
          <a:p>
            <a:fld id="{27CE633F-9882-4A5C-83A2-1109D0C73261}" type="slidenum">
              <a:rPr lang="en-US" smtClean="0"/>
              <a:t>5</a:t>
            </a:fld>
            <a:endParaRPr lang="en-US"/>
          </a:p>
        </p:txBody>
      </p:sp>
      <p:sp>
        <p:nvSpPr>
          <p:cNvPr id="5" name="矢印: 下 4">
            <a:extLst>
              <a:ext uri="{FF2B5EF4-FFF2-40B4-BE49-F238E27FC236}">
                <a16:creationId xmlns:a16="http://schemas.microsoft.com/office/drawing/2014/main" id="{57E6681A-45DD-98CA-3C44-736F99964E89}"/>
              </a:ext>
            </a:extLst>
          </p:cNvPr>
          <p:cNvSpPr/>
          <p:nvPr/>
        </p:nvSpPr>
        <p:spPr>
          <a:xfrm>
            <a:off x="3023755" y="2649682"/>
            <a:ext cx="1007918"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47106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538C6B-8666-EB0F-3145-4B33B03E426E}"/>
              </a:ext>
            </a:extLst>
          </p:cNvPr>
          <p:cNvSpPr>
            <a:spLocks noGrp="1"/>
          </p:cNvSpPr>
          <p:nvPr>
            <p:ph type="title"/>
          </p:nvPr>
        </p:nvSpPr>
        <p:spPr/>
        <p:txBody>
          <a:bodyPr/>
          <a:lstStyle/>
          <a:p>
            <a:r>
              <a:rPr kumimoji="1" lang="en-US" altLang="ja-JP" dirty="0" err="1"/>
              <a:t>BERTopic</a:t>
            </a:r>
            <a:r>
              <a:rPr kumimoji="1" lang="ja-JP" altLang="en-US" dirty="0"/>
              <a:t>によるトピック分析の流れ</a:t>
            </a:r>
          </a:p>
        </p:txBody>
      </p:sp>
      <p:sp>
        <p:nvSpPr>
          <p:cNvPr id="3" name="コンテンツ プレースホルダー 2">
            <a:extLst>
              <a:ext uri="{FF2B5EF4-FFF2-40B4-BE49-F238E27FC236}">
                <a16:creationId xmlns:a16="http://schemas.microsoft.com/office/drawing/2014/main" id="{B28E2152-5896-6EBB-51C9-DD87D029ECF3}"/>
              </a:ext>
            </a:extLst>
          </p:cNvPr>
          <p:cNvSpPr>
            <a:spLocks noGrp="1"/>
          </p:cNvSpPr>
          <p:nvPr>
            <p:ph idx="1"/>
          </p:nvPr>
        </p:nvSpPr>
        <p:spPr/>
        <p:txBody>
          <a:bodyPr/>
          <a:lstStyle/>
          <a:p>
            <a:r>
              <a:rPr kumimoji="1" lang="en-US" altLang="ja-JP" b="1" dirty="0"/>
              <a:t>1.EmBedding</a:t>
            </a:r>
            <a:r>
              <a:rPr kumimoji="1" lang="ja-JP" altLang="en-US" b="1" dirty="0"/>
              <a:t>処理</a:t>
            </a:r>
            <a:endParaRPr kumimoji="1" lang="en-US" altLang="ja-JP" b="1" dirty="0"/>
          </a:p>
          <a:p>
            <a:r>
              <a:rPr kumimoji="1" lang="ja-JP" altLang="en-US" sz="2400" dirty="0"/>
              <a:t>論文主旨を文脈的に意味を捉える数値ベクトルに変換</a:t>
            </a:r>
            <a:endParaRPr kumimoji="1" lang="en-US" altLang="ja-JP" sz="2400" dirty="0"/>
          </a:p>
          <a:p>
            <a:r>
              <a:rPr kumimoji="1" lang="en-US" altLang="ja-JP" sz="2400" dirty="0"/>
              <a:t>Embedding</a:t>
            </a:r>
            <a:r>
              <a:rPr kumimoji="1" lang="ja-JP" altLang="en-US" sz="2400" dirty="0"/>
              <a:t>モデルには日本語</a:t>
            </a:r>
            <a:r>
              <a:rPr kumimoji="1" lang="en-US" altLang="ja-JP" sz="2400" dirty="0"/>
              <a:t>GPT</a:t>
            </a:r>
            <a:r>
              <a:rPr kumimoji="1" lang="ja-JP" altLang="en-US" sz="2400" dirty="0"/>
              <a:t>モデル</a:t>
            </a:r>
            <a:r>
              <a:rPr kumimoji="1" lang="en-US" altLang="ja-JP" sz="2400" dirty="0"/>
              <a:t>(</a:t>
            </a:r>
            <a:r>
              <a:rPr lang="en-US" altLang="ja-JP" sz="2400" dirty="0" err="1"/>
              <a:t>rinna</a:t>
            </a:r>
            <a:r>
              <a:rPr lang="en-US" altLang="ja-JP" sz="2400" dirty="0"/>
              <a:t>/japanese-gpt-neox-3.6b</a:t>
            </a:r>
            <a:r>
              <a:rPr kumimoji="1" lang="en-US" altLang="ja-JP" sz="2400" dirty="0"/>
              <a:t>)</a:t>
            </a:r>
            <a:r>
              <a:rPr kumimoji="1" lang="ja-JP" altLang="en-US" sz="2400" dirty="0"/>
              <a:t>を使用</a:t>
            </a:r>
            <a:endParaRPr kumimoji="1" lang="en-US" altLang="ja-JP" sz="2400" dirty="0"/>
          </a:p>
          <a:p>
            <a:r>
              <a:rPr kumimoji="1" lang="en-US" altLang="ja-JP" b="1" dirty="0"/>
              <a:t>2.</a:t>
            </a:r>
            <a:r>
              <a:rPr kumimoji="1" lang="ja-JP" altLang="en-US" b="1" dirty="0"/>
              <a:t>次元削減</a:t>
            </a:r>
            <a:endParaRPr kumimoji="1" lang="en-US" altLang="ja-JP" b="1" dirty="0"/>
          </a:p>
          <a:p>
            <a:r>
              <a:rPr kumimoji="1" lang="en-US" altLang="ja-JP" dirty="0"/>
              <a:t>UMAP</a:t>
            </a:r>
            <a:r>
              <a:rPr kumimoji="1" lang="ja-JP" altLang="en-US" dirty="0"/>
              <a:t>（</a:t>
            </a:r>
            <a:r>
              <a:rPr lang="en-US" altLang="ja-JP" dirty="0"/>
              <a:t>Uniform Manifold Approximation and Projection</a:t>
            </a:r>
            <a:r>
              <a:rPr kumimoji="1" lang="ja-JP" altLang="en-US" dirty="0"/>
              <a:t>）による次元削減処理</a:t>
            </a:r>
          </a:p>
        </p:txBody>
      </p:sp>
      <p:sp>
        <p:nvSpPr>
          <p:cNvPr id="4" name="スライド番号プレースホルダー 3">
            <a:extLst>
              <a:ext uri="{FF2B5EF4-FFF2-40B4-BE49-F238E27FC236}">
                <a16:creationId xmlns:a16="http://schemas.microsoft.com/office/drawing/2014/main" id="{44DD9143-470C-3BEA-E267-A5E61E9969FF}"/>
              </a:ext>
            </a:extLst>
          </p:cNvPr>
          <p:cNvSpPr>
            <a:spLocks noGrp="1"/>
          </p:cNvSpPr>
          <p:nvPr>
            <p:ph type="sldNum" sz="quarter" idx="12"/>
          </p:nvPr>
        </p:nvSpPr>
        <p:spPr/>
        <p:txBody>
          <a:bodyPr/>
          <a:lstStyle/>
          <a:p>
            <a:fld id="{27CE633F-9882-4A5C-83A2-1109D0C73261}" type="slidenum">
              <a:rPr lang="en-US" smtClean="0"/>
              <a:t>6</a:t>
            </a:fld>
            <a:endParaRPr lang="en-US"/>
          </a:p>
        </p:txBody>
      </p:sp>
    </p:spTree>
    <p:extLst>
      <p:ext uri="{BB962C8B-B14F-4D97-AF65-F5344CB8AC3E}">
        <p14:creationId xmlns:p14="http://schemas.microsoft.com/office/powerpoint/2010/main" val="3297834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24B166-9531-A1E7-5E4C-A0620101F3EC}"/>
              </a:ext>
            </a:extLst>
          </p:cNvPr>
          <p:cNvSpPr>
            <a:spLocks noGrp="1"/>
          </p:cNvSpPr>
          <p:nvPr>
            <p:ph type="title"/>
          </p:nvPr>
        </p:nvSpPr>
        <p:spPr/>
        <p:txBody>
          <a:bodyPr/>
          <a:lstStyle/>
          <a:p>
            <a:r>
              <a:rPr kumimoji="1" lang="en-US" altLang="ja-JP" dirty="0" err="1"/>
              <a:t>BERTopic</a:t>
            </a:r>
            <a:r>
              <a:rPr kumimoji="1" lang="ja-JP" altLang="en-US" dirty="0"/>
              <a:t>によるトピック分析の流れ</a:t>
            </a:r>
          </a:p>
        </p:txBody>
      </p:sp>
      <p:sp>
        <p:nvSpPr>
          <p:cNvPr id="3" name="コンテンツ プレースホルダー 2">
            <a:extLst>
              <a:ext uri="{FF2B5EF4-FFF2-40B4-BE49-F238E27FC236}">
                <a16:creationId xmlns:a16="http://schemas.microsoft.com/office/drawing/2014/main" id="{00E4F753-E913-5564-D761-AF59CC49DA7F}"/>
              </a:ext>
            </a:extLst>
          </p:cNvPr>
          <p:cNvSpPr>
            <a:spLocks noGrp="1"/>
          </p:cNvSpPr>
          <p:nvPr>
            <p:ph idx="1"/>
          </p:nvPr>
        </p:nvSpPr>
        <p:spPr/>
        <p:txBody>
          <a:bodyPr/>
          <a:lstStyle/>
          <a:p>
            <a:r>
              <a:rPr kumimoji="1" lang="en-US" altLang="ja-JP" b="1" dirty="0"/>
              <a:t>3.</a:t>
            </a:r>
            <a:r>
              <a:rPr lang="ja-JP" altLang="en-US" b="1" dirty="0"/>
              <a:t>クラスタリング</a:t>
            </a:r>
            <a:endParaRPr lang="en-US" altLang="ja-JP" b="1" dirty="0"/>
          </a:p>
          <a:p>
            <a:r>
              <a:rPr lang="en-US" altLang="ja-JP" dirty="0"/>
              <a:t>HDBSCAN</a:t>
            </a:r>
            <a:r>
              <a:rPr lang="ja-JP" altLang="en-US" dirty="0"/>
              <a:t>（</a:t>
            </a:r>
            <a:r>
              <a:rPr lang="en-US" altLang="ja-JP" dirty="0"/>
              <a:t>Hierarchical Density-Based Spatial Clustering of Applications with Noise</a:t>
            </a:r>
            <a:r>
              <a:rPr lang="ja-JP" altLang="en-US" dirty="0"/>
              <a:t>）でトピックごとに文書を分類。</a:t>
            </a:r>
            <a:endParaRPr lang="en-US" altLang="ja-JP" dirty="0"/>
          </a:p>
          <a:p>
            <a:r>
              <a:rPr kumimoji="1" lang="en-US" altLang="ja-JP" b="1" dirty="0"/>
              <a:t>4.</a:t>
            </a:r>
            <a:r>
              <a:rPr lang="ja-JP" altLang="en-US" b="1" dirty="0"/>
              <a:t>代表単語の抽出</a:t>
            </a:r>
            <a:endParaRPr lang="en-US" altLang="ja-JP" b="1" dirty="0"/>
          </a:p>
          <a:p>
            <a:r>
              <a:rPr lang="en-US" altLang="ja-JP" dirty="0"/>
              <a:t>c-TF-IDF</a:t>
            </a:r>
            <a:r>
              <a:rPr lang="ja-JP" altLang="en-US" dirty="0"/>
              <a:t>でトピックごとの特徴単語を抽出</a:t>
            </a:r>
            <a:endParaRPr lang="en-US" altLang="ja-JP" dirty="0"/>
          </a:p>
          <a:p>
            <a:r>
              <a:rPr kumimoji="1" lang="en-US" altLang="ja-JP" b="1" dirty="0"/>
              <a:t>5</a:t>
            </a:r>
            <a:r>
              <a:rPr kumimoji="1" lang="en-US" altLang="ja-JP" dirty="0"/>
              <a:t>.</a:t>
            </a:r>
            <a:r>
              <a:rPr lang="ja-JP" altLang="en-US" sz="2400" dirty="0"/>
              <a:t>抽出した単語と論文の要旨をもとに、トピックのタイトルラベルを自動で付ける</a:t>
            </a:r>
            <a:r>
              <a:rPr lang="en-US" altLang="ja-JP" sz="2400" dirty="0"/>
              <a:t>(gpt-3.5-turbo</a:t>
            </a:r>
            <a:r>
              <a:rPr lang="ja-JP" altLang="en-US" sz="2400" dirty="0"/>
              <a:t>を使用</a:t>
            </a:r>
            <a:r>
              <a:rPr lang="en-US" altLang="ja-JP" sz="2400" dirty="0"/>
              <a:t>)</a:t>
            </a:r>
            <a:endParaRPr kumimoji="1" lang="ja-JP" altLang="en-US" sz="2400" dirty="0"/>
          </a:p>
        </p:txBody>
      </p:sp>
      <p:sp>
        <p:nvSpPr>
          <p:cNvPr id="4" name="スライド番号プレースホルダー 3">
            <a:extLst>
              <a:ext uri="{FF2B5EF4-FFF2-40B4-BE49-F238E27FC236}">
                <a16:creationId xmlns:a16="http://schemas.microsoft.com/office/drawing/2014/main" id="{AEE3E21D-7D6A-CD84-AC04-9C421119B308}"/>
              </a:ext>
            </a:extLst>
          </p:cNvPr>
          <p:cNvSpPr>
            <a:spLocks noGrp="1"/>
          </p:cNvSpPr>
          <p:nvPr>
            <p:ph type="sldNum" sz="quarter" idx="12"/>
          </p:nvPr>
        </p:nvSpPr>
        <p:spPr/>
        <p:txBody>
          <a:bodyPr/>
          <a:lstStyle/>
          <a:p>
            <a:fld id="{27CE633F-9882-4A5C-83A2-1109D0C73261}" type="slidenum">
              <a:rPr lang="en-US" smtClean="0"/>
              <a:t>7</a:t>
            </a:fld>
            <a:endParaRPr lang="en-US"/>
          </a:p>
        </p:txBody>
      </p:sp>
    </p:spTree>
    <p:extLst>
      <p:ext uri="{BB962C8B-B14F-4D97-AF65-F5344CB8AC3E}">
        <p14:creationId xmlns:p14="http://schemas.microsoft.com/office/powerpoint/2010/main" val="578114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4A33F1-8BC1-1292-9D29-705EDE67F895}"/>
              </a:ext>
            </a:extLst>
          </p:cNvPr>
          <p:cNvSpPr>
            <a:spLocks noGrp="1"/>
          </p:cNvSpPr>
          <p:nvPr>
            <p:ph type="title"/>
          </p:nvPr>
        </p:nvSpPr>
        <p:spPr/>
        <p:txBody>
          <a:bodyPr/>
          <a:lstStyle/>
          <a:p>
            <a:r>
              <a:rPr kumimoji="1" lang="ja-JP" altLang="en-US" dirty="0"/>
              <a:t>分析結果</a:t>
            </a:r>
          </a:p>
        </p:txBody>
      </p:sp>
      <p:pic>
        <p:nvPicPr>
          <p:cNvPr id="6" name="コンテンツ プレースホルダー 5">
            <a:extLst>
              <a:ext uri="{FF2B5EF4-FFF2-40B4-BE49-F238E27FC236}">
                <a16:creationId xmlns:a16="http://schemas.microsoft.com/office/drawing/2014/main" id="{BAF55924-3944-6367-99CF-D18DEC68E363}"/>
              </a:ext>
            </a:extLst>
          </p:cNvPr>
          <p:cNvPicPr>
            <a:picLocks noGrp="1" noChangeAspect="1"/>
          </p:cNvPicPr>
          <p:nvPr>
            <p:ph idx="1"/>
          </p:nvPr>
        </p:nvPicPr>
        <p:blipFill>
          <a:blip r:embed="rId2"/>
          <a:stretch>
            <a:fillRect/>
          </a:stretch>
        </p:blipFill>
        <p:spPr>
          <a:xfrm>
            <a:off x="2328352" y="1609471"/>
            <a:ext cx="8235247" cy="4101518"/>
          </a:xfrm>
        </p:spPr>
      </p:pic>
      <p:sp>
        <p:nvSpPr>
          <p:cNvPr id="4" name="スライド番号プレースホルダー 3">
            <a:extLst>
              <a:ext uri="{FF2B5EF4-FFF2-40B4-BE49-F238E27FC236}">
                <a16:creationId xmlns:a16="http://schemas.microsoft.com/office/drawing/2014/main" id="{C8DE5447-2ED2-FB1C-14A3-C22DA5F34439}"/>
              </a:ext>
            </a:extLst>
          </p:cNvPr>
          <p:cNvSpPr>
            <a:spLocks noGrp="1"/>
          </p:cNvSpPr>
          <p:nvPr>
            <p:ph type="sldNum" sz="quarter" idx="12"/>
          </p:nvPr>
        </p:nvSpPr>
        <p:spPr/>
        <p:txBody>
          <a:bodyPr/>
          <a:lstStyle/>
          <a:p>
            <a:fld id="{27CE633F-9882-4A5C-83A2-1109D0C73261}" type="slidenum">
              <a:rPr lang="en-US" smtClean="0"/>
              <a:t>8</a:t>
            </a:fld>
            <a:endParaRPr lang="en-US"/>
          </a:p>
        </p:txBody>
      </p:sp>
    </p:spTree>
    <p:extLst>
      <p:ext uri="{BB962C8B-B14F-4D97-AF65-F5344CB8AC3E}">
        <p14:creationId xmlns:p14="http://schemas.microsoft.com/office/powerpoint/2010/main" val="1930047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2F4566-7FB4-B077-6707-7B24EB3E064E}"/>
              </a:ext>
            </a:extLst>
          </p:cNvPr>
          <p:cNvSpPr>
            <a:spLocks noGrp="1"/>
          </p:cNvSpPr>
          <p:nvPr>
            <p:ph type="title"/>
          </p:nvPr>
        </p:nvSpPr>
        <p:spPr/>
        <p:txBody>
          <a:bodyPr/>
          <a:lstStyle/>
          <a:p>
            <a:r>
              <a:rPr kumimoji="1" lang="ja-JP" altLang="en-US" dirty="0"/>
              <a:t>分析結果</a:t>
            </a:r>
          </a:p>
        </p:txBody>
      </p:sp>
      <p:pic>
        <p:nvPicPr>
          <p:cNvPr id="6" name="コンテンツ プレースホルダー 5">
            <a:extLst>
              <a:ext uri="{FF2B5EF4-FFF2-40B4-BE49-F238E27FC236}">
                <a16:creationId xmlns:a16="http://schemas.microsoft.com/office/drawing/2014/main" id="{C2FDCD91-E355-4064-D69A-8A81D112B953}"/>
              </a:ext>
            </a:extLst>
          </p:cNvPr>
          <p:cNvPicPr>
            <a:picLocks noGrp="1" noChangeAspect="1"/>
          </p:cNvPicPr>
          <p:nvPr>
            <p:ph idx="1"/>
          </p:nvPr>
        </p:nvPicPr>
        <p:blipFill>
          <a:blip r:embed="rId2"/>
          <a:stretch>
            <a:fillRect/>
          </a:stretch>
        </p:blipFill>
        <p:spPr>
          <a:xfrm>
            <a:off x="2646009" y="1915028"/>
            <a:ext cx="6480058" cy="4577847"/>
          </a:xfrm>
        </p:spPr>
      </p:pic>
      <p:sp>
        <p:nvSpPr>
          <p:cNvPr id="4" name="スライド番号プレースホルダー 3">
            <a:extLst>
              <a:ext uri="{FF2B5EF4-FFF2-40B4-BE49-F238E27FC236}">
                <a16:creationId xmlns:a16="http://schemas.microsoft.com/office/drawing/2014/main" id="{E883FB10-4DEB-D201-1049-9E6469D4295A}"/>
              </a:ext>
            </a:extLst>
          </p:cNvPr>
          <p:cNvSpPr>
            <a:spLocks noGrp="1"/>
          </p:cNvSpPr>
          <p:nvPr>
            <p:ph type="sldNum" sz="quarter" idx="12"/>
          </p:nvPr>
        </p:nvSpPr>
        <p:spPr/>
        <p:txBody>
          <a:bodyPr/>
          <a:lstStyle/>
          <a:p>
            <a:fld id="{27CE633F-9882-4A5C-83A2-1109D0C73261}" type="slidenum">
              <a:rPr lang="en-US" smtClean="0"/>
              <a:t>9</a:t>
            </a:fld>
            <a:endParaRPr lang="en-US"/>
          </a:p>
        </p:txBody>
      </p:sp>
    </p:spTree>
    <p:extLst>
      <p:ext uri="{BB962C8B-B14F-4D97-AF65-F5344CB8AC3E}">
        <p14:creationId xmlns:p14="http://schemas.microsoft.com/office/powerpoint/2010/main" val="89024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4DFA16-BA1F-42C3-7A18-75082B5580EE}"/>
              </a:ext>
            </a:extLst>
          </p:cNvPr>
          <p:cNvSpPr>
            <a:spLocks noGrp="1"/>
          </p:cNvSpPr>
          <p:nvPr>
            <p:ph type="title"/>
          </p:nvPr>
        </p:nvSpPr>
        <p:spPr/>
        <p:txBody>
          <a:bodyPr/>
          <a:lstStyle/>
          <a:p>
            <a:r>
              <a:rPr kumimoji="1" lang="ja-JP" altLang="en-US" dirty="0"/>
              <a:t>トピック分析の動画要約への応用</a:t>
            </a:r>
          </a:p>
        </p:txBody>
      </p:sp>
      <p:sp>
        <p:nvSpPr>
          <p:cNvPr id="3" name="コンテンツ プレースホルダー 2">
            <a:extLst>
              <a:ext uri="{FF2B5EF4-FFF2-40B4-BE49-F238E27FC236}">
                <a16:creationId xmlns:a16="http://schemas.microsoft.com/office/drawing/2014/main" id="{3D198D12-F65D-0690-5171-09F1ABFE0233}"/>
              </a:ext>
            </a:extLst>
          </p:cNvPr>
          <p:cNvSpPr>
            <a:spLocks noGrp="1"/>
          </p:cNvSpPr>
          <p:nvPr>
            <p:ph idx="1"/>
          </p:nvPr>
        </p:nvSpPr>
        <p:spPr/>
        <p:txBody>
          <a:bodyPr/>
          <a:lstStyle/>
          <a:p>
            <a:r>
              <a:rPr kumimoji="1" lang="ja-JP" altLang="en-US" dirty="0"/>
              <a:t>紹介した論文の入力：論文主旨の</a:t>
            </a:r>
            <a:r>
              <a:rPr kumimoji="1" lang="en-US" altLang="ja-JP" dirty="0"/>
              <a:t>300</a:t>
            </a:r>
            <a:r>
              <a:rPr kumimoji="1" lang="ja-JP" altLang="en-US" dirty="0"/>
              <a:t>文字以内</a:t>
            </a:r>
            <a:endParaRPr kumimoji="1" lang="en-US" altLang="ja-JP" dirty="0"/>
          </a:p>
          <a:p>
            <a:r>
              <a:rPr kumimoji="1" lang="ja-JP" altLang="en-US" dirty="0"/>
              <a:t>動画要約の入力：</a:t>
            </a:r>
            <a:r>
              <a:rPr kumimoji="1" lang="en-US" altLang="ja-JP" dirty="0" err="1"/>
              <a:t>Youtube</a:t>
            </a:r>
            <a:r>
              <a:rPr kumimoji="1" lang="ja-JP" altLang="en-US" dirty="0"/>
              <a:t>音声字幕</a:t>
            </a:r>
            <a:endParaRPr kumimoji="1" lang="en-US" altLang="ja-JP" dirty="0"/>
          </a:p>
          <a:p>
            <a:endParaRPr kumimoji="1" lang="en-US" altLang="ja-JP" dirty="0"/>
          </a:p>
          <a:p>
            <a:r>
              <a:rPr lang="ja-JP" altLang="en-US" dirty="0"/>
              <a:t>テキストの埋め込みベクトルに時間情報も追加すれば時間的に近い発話が同じトピックに分類されやすくなる</a:t>
            </a:r>
            <a:endParaRPr lang="en-US" altLang="ja-JP" dirty="0"/>
          </a:p>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FA4109E5-AC7C-436A-5758-F4368FEAD004}"/>
              </a:ext>
            </a:extLst>
          </p:cNvPr>
          <p:cNvSpPr>
            <a:spLocks noGrp="1"/>
          </p:cNvSpPr>
          <p:nvPr>
            <p:ph type="sldNum" sz="quarter" idx="12"/>
          </p:nvPr>
        </p:nvSpPr>
        <p:spPr/>
        <p:txBody>
          <a:bodyPr/>
          <a:lstStyle/>
          <a:p>
            <a:fld id="{27CE633F-9882-4A5C-83A2-1109D0C73261}" type="slidenum">
              <a:rPr lang="en-US" smtClean="0"/>
              <a:t>10</a:t>
            </a:fld>
            <a:endParaRPr lang="en-US"/>
          </a:p>
        </p:txBody>
      </p:sp>
    </p:spTree>
    <p:extLst>
      <p:ext uri="{BB962C8B-B14F-4D97-AF65-F5344CB8AC3E}">
        <p14:creationId xmlns:p14="http://schemas.microsoft.com/office/powerpoint/2010/main" val="598545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88FC83-C10A-4A2B-4782-0D93ECF0DF6E}"/>
              </a:ext>
            </a:extLst>
          </p:cNvPr>
          <p:cNvSpPr>
            <a:spLocks noGrp="1"/>
          </p:cNvSpPr>
          <p:nvPr>
            <p:ph type="title"/>
          </p:nvPr>
        </p:nvSpPr>
        <p:spPr/>
        <p:txBody>
          <a:bodyPr/>
          <a:lstStyle/>
          <a:p>
            <a:r>
              <a:rPr kumimoji="1" lang="en-US" altLang="ja-JP" dirty="0" err="1"/>
              <a:t>Youtube</a:t>
            </a:r>
            <a:r>
              <a:rPr kumimoji="1" lang="ja-JP" altLang="en-US" dirty="0"/>
              <a:t>から受け取れる字幕</a:t>
            </a:r>
          </a:p>
        </p:txBody>
      </p:sp>
      <p:sp>
        <p:nvSpPr>
          <p:cNvPr id="3" name="コンテンツ プレースホルダー 2">
            <a:extLst>
              <a:ext uri="{FF2B5EF4-FFF2-40B4-BE49-F238E27FC236}">
                <a16:creationId xmlns:a16="http://schemas.microsoft.com/office/drawing/2014/main" id="{39739202-34E5-8F17-1BF6-F893FBEF8CBA}"/>
              </a:ext>
            </a:extLst>
          </p:cNvPr>
          <p:cNvSpPr>
            <a:spLocks noGrp="1"/>
          </p:cNvSpPr>
          <p:nvPr>
            <p:ph idx="1"/>
          </p:nvPr>
        </p:nvSpPr>
        <p:spPr/>
        <p:txBody>
          <a:bodyPr/>
          <a:lstStyle/>
          <a:p>
            <a:r>
              <a:rPr kumimoji="1" lang="en-US" altLang="ja-JP" dirty="0"/>
              <a:t>Text</a:t>
            </a:r>
            <a:r>
              <a:rPr kumimoji="1" lang="ja-JP" altLang="en-US" dirty="0"/>
              <a:t>（発話字幕）</a:t>
            </a:r>
            <a:r>
              <a:rPr kumimoji="1" lang="en-US" altLang="ja-JP" dirty="0"/>
              <a:t>, start(</a:t>
            </a:r>
            <a:r>
              <a:rPr kumimoji="1" lang="ja-JP" altLang="en-US" dirty="0"/>
              <a:t>発話開始時間</a:t>
            </a:r>
            <a:r>
              <a:rPr kumimoji="1" lang="en-US" altLang="ja-JP" dirty="0"/>
              <a:t>)</a:t>
            </a:r>
            <a:r>
              <a:rPr kumimoji="1" lang="ja-JP" altLang="en-US" dirty="0"/>
              <a:t>，</a:t>
            </a:r>
            <a:r>
              <a:rPr kumimoji="1" lang="en-US" altLang="ja-JP" dirty="0"/>
              <a:t>duration(</a:t>
            </a:r>
            <a:r>
              <a:rPr kumimoji="1" lang="ja-JP" altLang="en-US" dirty="0"/>
              <a:t>発話持続時間</a:t>
            </a:r>
            <a:r>
              <a:rPr kumimoji="1"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55CB18C1-B0EC-4876-111A-5CBE5A1EEC02}"/>
              </a:ext>
            </a:extLst>
          </p:cNvPr>
          <p:cNvSpPr>
            <a:spLocks noGrp="1"/>
          </p:cNvSpPr>
          <p:nvPr>
            <p:ph type="sldNum" sz="quarter" idx="12"/>
          </p:nvPr>
        </p:nvSpPr>
        <p:spPr/>
        <p:txBody>
          <a:bodyPr/>
          <a:lstStyle/>
          <a:p>
            <a:fld id="{27CE633F-9882-4A5C-83A2-1109D0C73261}" type="slidenum">
              <a:rPr lang="en-US" smtClean="0"/>
              <a:t>11</a:t>
            </a:fld>
            <a:endParaRPr lang="en-US"/>
          </a:p>
        </p:txBody>
      </p:sp>
      <p:pic>
        <p:nvPicPr>
          <p:cNvPr id="6" name="図 5">
            <a:extLst>
              <a:ext uri="{FF2B5EF4-FFF2-40B4-BE49-F238E27FC236}">
                <a16:creationId xmlns:a16="http://schemas.microsoft.com/office/drawing/2014/main" id="{F584E614-4BE7-FE2F-DEF3-5B188FA5E4E6}"/>
              </a:ext>
            </a:extLst>
          </p:cNvPr>
          <p:cNvPicPr>
            <a:picLocks noChangeAspect="1"/>
          </p:cNvPicPr>
          <p:nvPr/>
        </p:nvPicPr>
        <p:blipFill>
          <a:blip r:embed="rId2"/>
          <a:srcRect b="53953"/>
          <a:stretch>
            <a:fillRect/>
          </a:stretch>
        </p:blipFill>
        <p:spPr>
          <a:xfrm>
            <a:off x="3034059" y="2396111"/>
            <a:ext cx="7521646" cy="4225490"/>
          </a:xfrm>
          <a:prstGeom prst="rect">
            <a:avLst/>
          </a:prstGeom>
        </p:spPr>
      </p:pic>
    </p:spTree>
    <p:extLst>
      <p:ext uri="{BB962C8B-B14F-4D97-AF65-F5344CB8AC3E}">
        <p14:creationId xmlns:p14="http://schemas.microsoft.com/office/powerpoint/2010/main" val="3179388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128512-0D36-66F4-17C8-F5AC80B01172}"/>
              </a:ext>
            </a:extLst>
          </p:cNvPr>
          <p:cNvSpPr>
            <a:spLocks noGrp="1"/>
          </p:cNvSpPr>
          <p:nvPr>
            <p:ph type="title"/>
          </p:nvPr>
        </p:nvSpPr>
        <p:spPr/>
        <p:txBody>
          <a:bodyPr/>
          <a:lstStyle/>
          <a:p>
            <a:r>
              <a:rPr kumimoji="1" lang="en-US" altLang="ja-JP" dirty="0" err="1"/>
              <a:t>BERTopic</a:t>
            </a:r>
            <a:r>
              <a:rPr kumimoji="1" lang="ja-JP" altLang="en-US" dirty="0"/>
              <a:t>における入力のための</a:t>
            </a:r>
            <a:br>
              <a:rPr kumimoji="1" lang="en-US" altLang="ja-JP" dirty="0"/>
            </a:br>
            <a:r>
              <a:rPr kumimoji="1" lang="ja-JP" altLang="en-US" dirty="0"/>
              <a:t>前処理</a:t>
            </a:r>
          </a:p>
        </p:txBody>
      </p:sp>
      <p:sp>
        <p:nvSpPr>
          <p:cNvPr id="3" name="コンテンツ プレースホルダー 2">
            <a:extLst>
              <a:ext uri="{FF2B5EF4-FFF2-40B4-BE49-F238E27FC236}">
                <a16:creationId xmlns:a16="http://schemas.microsoft.com/office/drawing/2014/main" id="{93BEE35D-1156-93F1-B618-5969DD7998ED}"/>
              </a:ext>
            </a:extLst>
          </p:cNvPr>
          <p:cNvSpPr>
            <a:spLocks noGrp="1"/>
          </p:cNvSpPr>
          <p:nvPr>
            <p:ph idx="1"/>
          </p:nvPr>
        </p:nvSpPr>
        <p:spPr/>
        <p:txBody>
          <a:bodyPr/>
          <a:lstStyle/>
          <a:p>
            <a:r>
              <a:rPr kumimoji="1" lang="en-US" altLang="ja-JP" dirty="0" err="1"/>
              <a:t>Youtube</a:t>
            </a:r>
            <a:r>
              <a:rPr kumimoji="1" lang="ja-JP" altLang="en-US" dirty="0"/>
              <a:t>から受け取れる字幕データは短い文章のブロックの集合であり，ある程度の文章のかたまりに前処理しておく必要がある（１分単位でブロック化など）</a:t>
            </a:r>
            <a:endParaRPr kumimoji="1" lang="en-US" altLang="ja-JP" dirty="0"/>
          </a:p>
          <a:p>
            <a:endParaRPr kumimoji="1" lang="en-US" altLang="ja-JP" dirty="0"/>
          </a:p>
          <a:p>
            <a:r>
              <a:rPr kumimoji="1" lang="ja-JP" altLang="en-US" dirty="0"/>
              <a:t>音声字幕データは誤字が含まれているため誤字を文脈にあわせた訂正をしておく必要がある（</a:t>
            </a:r>
            <a:r>
              <a:rPr kumimoji="1" lang="en-US" altLang="ja-JP" dirty="0"/>
              <a:t>LLM</a:t>
            </a:r>
            <a:r>
              <a:rPr kumimoji="1" lang="ja-JP" altLang="en-US" dirty="0"/>
              <a:t>を使うなど）</a:t>
            </a:r>
            <a:endParaRPr kumimoji="1" lang="en-US" altLang="ja-JP" dirty="0"/>
          </a:p>
          <a:p>
            <a:endParaRPr kumimoji="1" lang="en-US" altLang="ja-JP" dirty="0"/>
          </a:p>
          <a:p>
            <a:endParaRPr kumimoji="1" lang="en-US" altLang="ja-JP" dirty="0"/>
          </a:p>
          <a:p>
            <a:pPr marL="0" indent="0">
              <a:buNone/>
            </a:pPr>
            <a:r>
              <a:rPr kumimoji="1" lang="ja-JP" altLang="en-US" dirty="0"/>
              <a:t>　　　　　</a:t>
            </a:r>
            <a:r>
              <a:rPr kumimoji="1" lang="ja-JP" altLang="en-US" sz="2400" dirty="0">
                <a:solidFill>
                  <a:srgbClr val="FF0000"/>
                </a:solidFill>
              </a:rPr>
              <a:t>抗議デモ（正）が　相次ぎました（正）</a:t>
            </a:r>
            <a:endParaRPr kumimoji="1" lang="en-US" altLang="ja-JP" sz="2400" dirty="0">
              <a:solidFill>
                <a:srgbClr val="FF0000"/>
              </a:solidFill>
            </a:endParaRPr>
          </a:p>
        </p:txBody>
      </p:sp>
      <p:sp>
        <p:nvSpPr>
          <p:cNvPr id="4" name="スライド番号プレースホルダー 3">
            <a:extLst>
              <a:ext uri="{FF2B5EF4-FFF2-40B4-BE49-F238E27FC236}">
                <a16:creationId xmlns:a16="http://schemas.microsoft.com/office/drawing/2014/main" id="{8AE99740-EC67-5D04-6E69-9DE99A0BDDC1}"/>
              </a:ext>
            </a:extLst>
          </p:cNvPr>
          <p:cNvSpPr>
            <a:spLocks noGrp="1"/>
          </p:cNvSpPr>
          <p:nvPr>
            <p:ph type="sldNum" sz="quarter" idx="12"/>
          </p:nvPr>
        </p:nvSpPr>
        <p:spPr/>
        <p:txBody>
          <a:bodyPr/>
          <a:lstStyle/>
          <a:p>
            <a:fld id="{27CE633F-9882-4A5C-83A2-1109D0C73261}" type="slidenum">
              <a:rPr lang="en-US" smtClean="0"/>
              <a:t>12</a:t>
            </a:fld>
            <a:endParaRPr lang="en-US" dirty="0"/>
          </a:p>
        </p:txBody>
      </p:sp>
      <p:pic>
        <p:nvPicPr>
          <p:cNvPr id="5" name="図 4">
            <a:extLst>
              <a:ext uri="{FF2B5EF4-FFF2-40B4-BE49-F238E27FC236}">
                <a16:creationId xmlns:a16="http://schemas.microsoft.com/office/drawing/2014/main" id="{F7A22981-62F6-E2C2-A36D-BF76B895248E}"/>
              </a:ext>
            </a:extLst>
          </p:cNvPr>
          <p:cNvPicPr>
            <a:picLocks noChangeAspect="1"/>
          </p:cNvPicPr>
          <p:nvPr/>
        </p:nvPicPr>
        <p:blipFill>
          <a:blip r:embed="rId2"/>
          <a:srcRect t="5608" r="-628" b="83929"/>
          <a:stretch>
            <a:fillRect/>
          </a:stretch>
        </p:blipFill>
        <p:spPr>
          <a:xfrm>
            <a:off x="1584751" y="5109480"/>
            <a:ext cx="9829207" cy="1246870"/>
          </a:xfrm>
          <a:prstGeom prst="rect">
            <a:avLst/>
          </a:prstGeom>
        </p:spPr>
      </p:pic>
      <p:sp>
        <p:nvSpPr>
          <p:cNvPr id="6" name="正方形/長方形 5">
            <a:extLst>
              <a:ext uri="{FF2B5EF4-FFF2-40B4-BE49-F238E27FC236}">
                <a16:creationId xmlns:a16="http://schemas.microsoft.com/office/drawing/2014/main" id="{2FB002BF-E38A-BE6B-29FF-451AA8C1DE12}"/>
              </a:ext>
            </a:extLst>
          </p:cNvPr>
          <p:cNvSpPr/>
          <p:nvPr/>
        </p:nvSpPr>
        <p:spPr>
          <a:xfrm>
            <a:off x="3228769" y="5647575"/>
            <a:ext cx="1134684" cy="38425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F76F75DB-3C2D-909B-3ACB-80FC39D79301}"/>
              </a:ext>
            </a:extLst>
          </p:cNvPr>
          <p:cNvSpPr/>
          <p:nvPr/>
        </p:nvSpPr>
        <p:spPr>
          <a:xfrm>
            <a:off x="4644782" y="5696703"/>
            <a:ext cx="1675808" cy="33512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68969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コンテンツ プレースホルダー 5">
            <a:extLst>
              <a:ext uri="{FF2B5EF4-FFF2-40B4-BE49-F238E27FC236}">
                <a16:creationId xmlns:a16="http://schemas.microsoft.com/office/drawing/2014/main" id="{5F2360F5-68C1-295A-7AEE-1F48EE4C8E7E}"/>
              </a:ext>
            </a:extLst>
          </p:cNvPr>
          <p:cNvPicPr>
            <a:picLocks noGrp="1" noChangeAspect="1"/>
          </p:cNvPicPr>
          <p:nvPr>
            <p:ph idx="1"/>
          </p:nvPr>
        </p:nvPicPr>
        <p:blipFill>
          <a:blip r:embed="rId2"/>
          <a:stretch>
            <a:fillRect/>
          </a:stretch>
        </p:blipFill>
        <p:spPr>
          <a:xfrm>
            <a:off x="2538665" y="524050"/>
            <a:ext cx="8083597" cy="6197425"/>
          </a:xfrm>
        </p:spPr>
      </p:pic>
      <p:sp>
        <p:nvSpPr>
          <p:cNvPr id="4" name="スライド番号プレースホルダー 3">
            <a:extLst>
              <a:ext uri="{FF2B5EF4-FFF2-40B4-BE49-F238E27FC236}">
                <a16:creationId xmlns:a16="http://schemas.microsoft.com/office/drawing/2014/main" id="{44F896B0-953E-8C07-76B1-F637080C59C7}"/>
              </a:ext>
            </a:extLst>
          </p:cNvPr>
          <p:cNvSpPr>
            <a:spLocks noGrp="1"/>
          </p:cNvSpPr>
          <p:nvPr>
            <p:ph type="sldNum" sz="quarter" idx="12"/>
          </p:nvPr>
        </p:nvSpPr>
        <p:spPr/>
        <p:txBody>
          <a:bodyPr/>
          <a:lstStyle/>
          <a:p>
            <a:fld id="{27CE633F-9882-4A5C-83A2-1109D0C73261}" type="slidenum">
              <a:rPr lang="en-US" smtClean="0"/>
              <a:t>13</a:t>
            </a:fld>
            <a:endParaRPr lang="en-US"/>
          </a:p>
        </p:txBody>
      </p:sp>
    </p:spTree>
    <p:extLst>
      <p:ext uri="{BB962C8B-B14F-4D97-AF65-F5344CB8AC3E}">
        <p14:creationId xmlns:p14="http://schemas.microsoft.com/office/powerpoint/2010/main" val="4259497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5BA1C6-39D7-B26E-C2B2-19F2A8691A57}"/>
              </a:ext>
            </a:extLst>
          </p:cNvPr>
          <p:cNvSpPr>
            <a:spLocks noGrp="1"/>
          </p:cNvSpPr>
          <p:nvPr>
            <p:ph type="title"/>
          </p:nvPr>
        </p:nvSpPr>
        <p:spPr/>
        <p:txBody>
          <a:bodyPr/>
          <a:lstStyle/>
          <a:p>
            <a:r>
              <a:rPr kumimoji="1" lang="ja-JP" altLang="en-US" dirty="0"/>
              <a:t>トピックの階層構造</a:t>
            </a:r>
          </a:p>
        </p:txBody>
      </p:sp>
      <p:sp>
        <p:nvSpPr>
          <p:cNvPr id="3" name="コンテンツ プレースホルダー 2">
            <a:extLst>
              <a:ext uri="{FF2B5EF4-FFF2-40B4-BE49-F238E27FC236}">
                <a16:creationId xmlns:a16="http://schemas.microsoft.com/office/drawing/2014/main" id="{30A740D5-3701-2F58-5455-5026B5D547D9}"/>
              </a:ext>
            </a:extLst>
          </p:cNvPr>
          <p:cNvSpPr>
            <a:spLocks noGrp="1"/>
          </p:cNvSpPr>
          <p:nvPr>
            <p:ph idx="1"/>
          </p:nvPr>
        </p:nvSpPr>
        <p:spPr/>
        <p:txBody>
          <a:bodyPr/>
          <a:lstStyle/>
          <a:p>
            <a:r>
              <a:rPr kumimoji="1" lang="en-US" altLang="ja-JP" dirty="0" err="1"/>
              <a:t>BERTopic</a:t>
            </a:r>
            <a:r>
              <a:rPr kumimoji="1" lang="ja-JP" altLang="en-US" dirty="0"/>
              <a:t>で大まかなトピックを抽出したのちに各トピックごとに再度</a:t>
            </a:r>
            <a:r>
              <a:rPr kumimoji="1" lang="en-US" altLang="ja-JP" dirty="0" err="1"/>
              <a:t>BERTopic</a:t>
            </a:r>
            <a:r>
              <a:rPr kumimoji="1" lang="ja-JP" altLang="en-US" dirty="0"/>
              <a:t>を実行し細かく分類することによって生成？</a:t>
            </a:r>
            <a:endParaRPr kumimoji="1" lang="en-US" altLang="ja-JP" dirty="0"/>
          </a:p>
          <a:p>
            <a:endParaRPr kumimoji="1" lang="en-US" altLang="ja-JP" dirty="0"/>
          </a:p>
          <a:p>
            <a:r>
              <a:rPr kumimoji="1" lang="en-US" altLang="ja-JP" dirty="0" err="1"/>
              <a:t>BERTopic</a:t>
            </a:r>
            <a:r>
              <a:rPr kumimoji="1" lang="ja-JP" altLang="en-US" dirty="0"/>
              <a:t>のメソッドに簡易的な階層構造を作るものがあるらしいが精度がどの程度かわからない</a:t>
            </a:r>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4CB2B89A-B9FC-496C-074E-B0109F3379FB}"/>
              </a:ext>
            </a:extLst>
          </p:cNvPr>
          <p:cNvSpPr>
            <a:spLocks noGrp="1"/>
          </p:cNvSpPr>
          <p:nvPr>
            <p:ph type="sldNum" sz="quarter" idx="12"/>
          </p:nvPr>
        </p:nvSpPr>
        <p:spPr/>
        <p:txBody>
          <a:bodyPr/>
          <a:lstStyle/>
          <a:p>
            <a:fld id="{27CE633F-9882-4A5C-83A2-1109D0C73261}" type="slidenum">
              <a:rPr lang="en-US" smtClean="0"/>
              <a:t>14</a:t>
            </a:fld>
            <a:endParaRPr lang="en-US"/>
          </a:p>
        </p:txBody>
      </p:sp>
    </p:spTree>
    <p:extLst>
      <p:ext uri="{BB962C8B-B14F-4D97-AF65-F5344CB8AC3E}">
        <p14:creationId xmlns:p14="http://schemas.microsoft.com/office/powerpoint/2010/main" val="2933385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D5BF73-56BA-BA2C-6DCD-B8EF337978D3}"/>
              </a:ext>
            </a:extLst>
          </p:cNvPr>
          <p:cNvSpPr>
            <a:spLocks noGrp="1"/>
          </p:cNvSpPr>
          <p:nvPr>
            <p:ph type="title"/>
          </p:nvPr>
        </p:nvSpPr>
        <p:spPr/>
        <p:txBody>
          <a:bodyPr/>
          <a:lstStyle/>
          <a:p>
            <a:r>
              <a:rPr kumimoji="1" lang="ja-JP" altLang="en-US" dirty="0"/>
              <a:t>今後の予定</a:t>
            </a:r>
          </a:p>
        </p:txBody>
      </p:sp>
      <p:sp>
        <p:nvSpPr>
          <p:cNvPr id="3" name="コンテンツ プレースホルダー 2">
            <a:extLst>
              <a:ext uri="{FF2B5EF4-FFF2-40B4-BE49-F238E27FC236}">
                <a16:creationId xmlns:a16="http://schemas.microsoft.com/office/drawing/2014/main" id="{8F182750-CAC8-B689-D388-74100CA5E6F3}"/>
              </a:ext>
            </a:extLst>
          </p:cNvPr>
          <p:cNvSpPr>
            <a:spLocks noGrp="1"/>
          </p:cNvSpPr>
          <p:nvPr>
            <p:ph idx="1"/>
          </p:nvPr>
        </p:nvSpPr>
        <p:spPr/>
        <p:txBody>
          <a:bodyPr/>
          <a:lstStyle/>
          <a:p>
            <a:r>
              <a:rPr kumimoji="1" lang="ja-JP" altLang="en-US" dirty="0"/>
              <a:t>動画要約に関する論文の調査</a:t>
            </a:r>
            <a:endParaRPr kumimoji="1" lang="en-US" altLang="ja-JP" dirty="0"/>
          </a:p>
          <a:p>
            <a:r>
              <a:rPr kumimoji="1" lang="ja-JP" altLang="en-US" dirty="0"/>
              <a:t>階層構造に関しては論文を調査してみて</a:t>
            </a:r>
            <a:endParaRPr kumimoji="1" lang="en-US" altLang="ja-JP" dirty="0"/>
          </a:p>
          <a:p>
            <a:r>
              <a:rPr kumimoji="1" lang="en-US" altLang="ja-JP" dirty="0" err="1"/>
              <a:t>Youtube</a:t>
            </a:r>
            <a:r>
              <a:rPr kumimoji="1" lang="ja-JP" altLang="en-US" dirty="0"/>
              <a:t>字幕で</a:t>
            </a:r>
            <a:r>
              <a:rPr kumimoji="1" lang="en-US" altLang="ja-JP" dirty="0" err="1"/>
              <a:t>BERTopic</a:t>
            </a:r>
            <a:r>
              <a:rPr kumimoji="1" lang="ja-JP" altLang="en-US" dirty="0"/>
              <a:t>によるトピック分析を試験的に使ってみる</a:t>
            </a:r>
          </a:p>
        </p:txBody>
      </p:sp>
      <p:sp>
        <p:nvSpPr>
          <p:cNvPr id="4" name="スライド番号プレースホルダー 3">
            <a:extLst>
              <a:ext uri="{FF2B5EF4-FFF2-40B4-BE49-F238E27FC236}">
                <a16:creationId xmlns:a16="http://schemas.microsoft.com/office/drawing/2014/main" id="{AD0CF103-4DD4-262F-4A36-933D478728C3}"/>
              </a:ext>
            </a:extLst>
          </p:cNvPr>
          <p:cNvSpPr>
            <a:spLocks noGrp="1"/>
          </p:cNvSpPr>
          <p:nvPr>
            <p:ph type="sldNum" sz="quarter" idx="12"/>
          </p:nvPr>
        </p:nvSpPr>
        <p:spPr/>
        <p:txBody>
          <a:bodyPr/>
          <a:lstStyle/>
          <a:p>
            <a:fld id="{27CE633F-9882-4A5C-83A2-1109D0C73261}" type="slidenum">
              <a:rPr lang="en-US" smtClean="0"/>
              <a:t>15</a:t>
            </a:fld>
            <a:endParaRPr lang="en-US"/>
          </a:p>
        </p:txBody>
      </p:sp>
    </p:spTree>
    <p:extLst>
      <p:ext uri="{BB962C8B-B14F-4D97-AF65-F5344CB8AC3E}">
        <p14:creationId xmlns:p14="http://schemas.microsoft.com/office/powerpoint/2010/main" val="2207709873"/>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Univers">
      <a:majorFont>
        <a:latin typeface="Yu Mincho Demibold"/>
        <a:ea typeface=""/>
        <a:cs typeface=""/>
      </a:majorFont>
      <a:minorFont>
        <a:latin typeface="Yu Minch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21762</TotalTime>
  <Words>564</Words>
  <Application>Microsoft Office PowerPoint</Application>
  <PresentationFormat>ワイド画面</PresentationFormat>
  <Paragraphs>72</Paragraphs>
  <Slides>15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游ゴシック</vt:lpstr>
      <vt:lpstr>Yu Mincho</vt:lpstr>
      <vt:lpstr>Yu Mincho Demibold</vt:lpstr>
      <vt:lpstr>Arial</vt:lpstr>
      <vt:lpstr>Univers</vt:lpstr>
      <vt:lpstr>GradientVTI</vt:lpstr>
      <vt:lpstr>進捗報告</vt:lpstr>
      <vt:lpstr>進捗</vt:lpstr>
      <vt:lpstr>研究目的</vt:lpstr>
      <vt:lpstr>研究対象</vt:lpstr>
      <vt:lpstr>分析手法</vt:lpstr>
      <vt:lpstr>BERTopicによるトピック分析の流れ</vt:lpstr>
      <vt:lpstr>BERTopicによるトピック分析の流れ</vt:lpstr>
      <vt:lpstr>分析結果</vt:lpstr>
      <vt:lpstr>分析結果</vt:lpstr>
      <vt:lpstr>トピック分析の動画要約への応用</vt:lpstr>
      <vt:lpstr>Youtubeから受け取れる字幕</vt:lpstr>
      <vt:lpstr>BERTopicにおける入力のための 前処理</vt:lpstr>
      <vt:lpstr>PowerPoint プレゼンテーション</vt:lpstr>
      <vt:lpstr>トピックの階層構造</vt:lpstr>
      <vt:lpstr>今後の予定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昇汰 三輪</cp:lastModifiedBy>
  <cp:revision>8</cp:revision>
  <dcterms:created xsi:type="dcterms:W3CDTF">2025-05-18T22:20:18Z</dcterms:created>
  <dcterms:modified xsi:type="dcterms:W3CDTF">2025-11-22T07:23:23Z</dcterms:modified>
</cp:coreProperties>
</file>