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65" r:id="rId4"/>
    <p:sldId id="259" r:id="rId5"/>
    <p:sldId id="267" r:id="rId6"/>
    <p:sldId id="268" r:id="rId7"/>
  </p:sldIdLst>
  <p:sldSz cx="12192000" cy="6858000"/>
  <p:notesSz cx="6858000" cy="9144000"/>
  <p:embeddedFontLst>
    <p:embeddedFont>
      <p:font typeface="Open Sans" panose="020B060603050402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SP1TDKl9SlnSq0ofYxIRhWNp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7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431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1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5"/>
          <p:cNvCxnSpPr/>
          <p:nvPr/>
        </p:nvCxnSpPr>
        <p:spPr>
          <a:xfrm rot="10800000" flipH="1">
            <a:off x="8313" y="261865"/>
            <a:ext cx="11353802" cy="1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babaResearch/DAMO-ConvAI/tree/main/dial-star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878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256275" y="2271449"/>
            <a:ext cx="9679449" cy="284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 dirty="0" err="1">
                <a:solidFill>
                  <a:srgbClr val="FFFFFF"/>
                </a:solidFill>
              </a:rPr>
              <a:t>進捗報告</a:t>
            </a:r>
            <a:endParaRPr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dirty="0">
                <a:solidFill>
                  <a:srgbClr val="FFFFFF"/>
                </a:solidFill>
              </a:rPr>
              <a:t>Al21120　三輪昇汰　2025/ 10/ 17</a:t>
            </a:r>
            <a:endParaRPr dirty="0">
              <a:solidFill>
                <a:srgbClr val="FFFFFF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w="25400" cap="sq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05" name="Google Shape;105;p1"/>
          <p:cNvSpPr/>
          <p:nvPr/>
        </p:nvSpPr>
        <p:spPr>
          <a:xfrm>
            <a:off x="544954" y="2875093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03734" y="3104388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29414" y="361953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研究目標</a:t>
            </a:r>
            <a:endParaRPr dirty="0"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1768528" cy="345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altLang="ja-JP" dirty="0"/>
              <a:t> </a:t>
            </a:r>
            <a:r>
              <a:rPr lang="ja-JP" dirty="0"/>
              <a:t>Youtube</a:t>
            </a:r>
            <a:r>
              <a:rPr lang="ja-JP" altLang="en-US" dirty="0"/>
              <a:t>生配信</a:t>
            </a:r>
            <a:r>
              <a:rPr lang="ja-JP" dirty="0"/>
              <a:t>動画の字幕をトピック分割し</a:t>
            </a:r>
            <a:r>
              <a:rPr lang="ja-JP" altLang="en-US" dirty="0"/>
              <a:t>，</a:t>
            </a:r>
            <a:endParaRPr lang="en-US" altLang="ja-JP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 altLang="en-US" dirty="0"/>
              <a:t>　チャットログから</a:t>
            </a:r>
            <a:r>
              <a:rPr lang="ja-JP" dirty="0"/>
              <a:t>盛り上がり分析を行</a:t>
            </a:r>
            <a:r>
              <a:rPr lang="ja-JP" altLang="en-US" dirty="0"/>
              <a:t>うことで，</a:t>
            </a:r>
            <a:endParaRPr lang="en-US" altLang="ja-JP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ja-JP" altLang="en-US" dirty="0"/>
              <a:t>　</a:t>
            </a:r>
            <a:r>
              <a:rPr lang="ja-JP" altLang="ja-JP" dirty="0"/>
              <a:t>長時間</a:t>
            </a:r>
            <a:r>
              <a:rPr lang="ja-JP" altLang="en-US" dirty="0"/>
              <a:t>の動画から</a:t>
            </a:r>
            <a:endParaRPr lang="en-US" altLang="ja-JP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altLang="ja-JP" dirty="0"/>
              <a:t>   </a:t>
            </a:r>
            <a:r>
              <a:rPr lang="ja-JP" altLang="en-US" dirty="0"/>
              <a:t>トピックを捉えた</a:t>
            </a:r>
            <a:r>
              <a:rPr lang="ja-JP" altLang="ja-JP" dirty="0"/>
              <a:t>短時間で満足</a:t>
            </a:r>
            <a:r>
              <a:rPr lang="ja-JP" altLang="en-US" dirty="0"/>
              <a:t>感が得られる</a:t>
            </a:r>
            <a:r>
              <a:rPr lang="ja-JP" altLang="ja-JP" dirty="0"/>
              <a:t>動画</a:t>
            </a:r>
            <a:r>
              <a:rPr lang="ja-JP" altLang="en-US" dirty="0"/>
              <a:t>を</a:t>
            </a:r>
            <a:r>
              <a:rPr lang="ja-JP" altLang="ja-JP" dirty="0"/>
              <a:t>出力する</a:t>
            </a:r>
            <a:r>
              <a:rPr lang="ja-JP" altLang="en-US" dirty="0"/>
              <a:t>．</a:t>
            </a:r>
            <a:endParaRPr lang="en-US" alt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参考論文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dirty="0"/>
              <a:t>Haoyu Gao，“Unsupervised Dialogue Topic Segmentation with Topic-aware Utterance Representation”, SIGIR ’23, July 23–27, 2023, Taipei, Taiwan</a:t>
            </a:r>
            <a:endParaRPr dirty="0"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dirty="0"/>
              <a:t>教師ラベルのついてない対話テキスト</a:t>
            </a:r>
            <a:r>
              <a:rPr lang="ja-JP" altLang="en-US" dirty="0"/>
              <a:t>データセットをルールに基づき生成した学習用ペアで学習を行い</a:t>
            </a:r>
            <a:r>
              <a:rPr lang="ja-JP" dirty="0"/>
              <a:t>、トピック境界検出モデルを構築</a:t>
            </a:r>
            <a:endParaRPr lang="en-US" altLang="ja-JP" dirty="0"/>
          </a:p>
          <a:p>
            <a:pPr marL="2286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ja-JP" dirty="0"/>
              <a:t>論文の学習で使用されているコード類</a:t>
            </a:r>
            <a:endParaRPr dirty="0"/>
          </a:p>
          <a:p>
            <a:pPr marL="685800" lvl="1" indent="-228600">
              <a:spcBef>
                <a:spcPts val="1000"/>
              </a:spcBef>
              <a:buSzPts val="2800"/>
            </a:pPr>
            <a:r>
              <a:rPr lang="ja-JP" u="sng" dirty="0">
                <a:solidFill>
                  <a:schemeClr val="hlink"/>
                </a:solidFill>
                <a:hlinkClick r:id="rId3"/>
              </a:rPr>
              <a:t>https://github.com/AlibabaResearch/DAMO-ConvAI/tree/main/dial-start</a:t>
            </a:r>
            <a:endParaRPr dirty="0"/>
          </a:p>
          <a:p>
            <a:pPr marL="228600" lvl="0" indent="-508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 err="1"/>
              <a:t>学習の全体像</a:t>
            </a:r>
            <a:endParaRPr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2" name="Google Shape;13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89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１. </a:t>
            </a:r>
            <a:r>
              <a:rPr lang="en-US" b="1" dirty="0"/>
              <a:t>Coherence</a:t>
            </a:r>
            <a:r>
              <a:rPr lang="en-US" dirty="0"/>
              <a:t> </a:t>
            </a:r>
            <a:r>
              <a:rPr lang="en-US" dirty="0" err="1"/>
              <a:t>モデル</a:t>
            </a:r>
            <a:r>
              <a:rPr lang="en-US" dirty="0"/>
              <a:t>(</a:t>
            </a:r>
            <a:r>
              <a:rPr lang="en-US" b="1" dirty="0" err="1"/>
              <a:t>一貫性</a:t>
            </a:r>
            <a:r>
              <a:rPr lang="en-US" b="1" dirty="0"/>
              <a:t> / </a:t>
            </a:r>
            <a:r>
              <a:rPr lang="en-US" b="1" dirty="0" err="1"/>
              <a:t>文脈つながり</a:t>
            </a:r>
            <a:r>
              <a:rPr lang="en-US" dirty="0"/>
              <a:t>)</a:t>
            </a:r>
            <a:endParaRPr dirty="0"/>
          </a:p>
          <a:p>
            <a:pPr marL="11430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r>
              <a:rPr lang="en-US" dirty="0" err="1"/>
              <a:t>事前学習済みモデルのNSP</a:t>
            </a:r>
            <a:r>
              <a:rPr lang="en-US" dirty="0"/>
              <a:t>-BERT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ja-JP" altLang="en-US" dirty="0"/>
              <a:t>　　</a:t>
            </a:r>
            <a:r>
              <a:rPr lang="en-US" dirty="0"/>
              <a:t>「</a:t>
            </a:r>
            <a:r>
              <a:rPr lang="en-US" dirty="0" err="1"/>
              <a:t>前の文と次の文が自然に続いているか」を学習</a:t>
            </a:r>
            <a:endParaRPr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2. </a:t>
            </a:r>
            <a:r>
              <a:rPr lang="en-US" b="1" dirty="0" err="1"/>
              <a:t>Topicモデル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 err="1"/>
              <a:t>トピック類似度</a:t>
            </a:r>
            <a:r>
              <a:rPr lang="en-US" dirty="0"/>
              <a:t>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</a:t>
            </a:r>
            <a:r>
              <a:rPr lang="en-US" dirty="0" err="1"/>
              <a:t>事前学習済みモデルのSimCSE</a:t>
            </a:r>
            <a:r>
              <a:rPr lang="en-US" dirty="0"/>
              <a:t>-BERT </a:t>
            </a:r>
            <a:r>
              <a:rPr lang="en-US" dirty="0" err="1"/>
              <a:t>で文ベクトルを作り</a:t>
            </a:r>
            <a:r>
              <a:rPr lang="en-US" dirty="0"/>
              <a:t>	、</a:t>
            </a:r>
            <a:r>
              <a:rPr lang="en-US" dirty="0" err="1"/>
              <a:t>文間の距離を計算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「</a:t>
            </a:r>
            <a:r>
              <a:rPr lang="en-US" dirty="0" err="1"/>
              <a:t>同じトピックの文は近く、違うトピックの文は遠く」な</a:t>
            </a:r>
            <a:r>
              <a:rPr lang="en-US" dirty="0"/>
              <a:t>	</a:t>
            </a:r>
            <a:r>
              <a:rPr lang="en-US" dirty="0" err="1"/>
              <a:t>るように学習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B9210-3DE8-C4AA-3A6E-87C75435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BC8E78-E2C8-C8B5-040A-33338019B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kumimoji="1" lang="ja-JP" altLang="en-US" dirty="0"/>
              <a:t>学習データ収集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発話総数：約</a:t>
            </a:r>
            <a:r>
              <a:rPr kumimoji="1" lang="en-US" altLang="ja-JP" dirty="0"/>
              <a:t>8000</a:t>
            </a:r>
            <a:r>
              <a:rPr kumimoji="1" lang="ja-JP" altLang="en-US" dirty="0"/>
              <a:t>発話　　</a:t>
            </a:r>
            <a:endParaRPr kumimoji="1" lang="en-US" altLang="ja-JP" dirty="0"/>
          </a:p>
          <a:p>
            <a:r>
              <a:rPr kumimoji="1" lang="ja-JP" altLang="en-US" dirty="0"/>
              <a:t>約</a:t>
            </a:r>
            <a:r>
              <a:rPr kumimoji="1" lang="en-US" altLang="ja-JP" dirty="0"/>
              <a:t>3000</a:t>
            </a:r>
            <a:r>
              <a:rPr kumimoji="1" lang="ja-JP" altLang="en-US" dirty="0"/>
              <a:t>発話分のデータで</a:t>
            </a:r>
            <a:r>
              <a:rPr kumimoji="1" lang="en-US" altLang="ja-JP" dirty="0" err="1"/>
              <a:t>googlecolab</a:t>
            </a:r>
            <a:r>
              <a:rPr kumimoji="1" lang="ja-JP" altLang="en-US" dirty="0"/>
              <a:t>上で１エポックのテスト実行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→実行可能</a:t>
            </a:r>
            <a:endParaRPr kumimoji="1" lang="en-US" altLang="ja-JP" dirty="0"/>
          </a:p>
          <a:p>
            <a:r>
              <a:rPr kumimoji="1" lang="ja-JP" altLang="en-US"/>
              <a:t>学習済みモデル</a:t>
            </a:r>
            <a:r>
              <a:rPr kumimoji="1" lang="ja-JP" altLang="en-US" dirty="0"/>
              <a:t>で行うトピック境界推論用のコードの作成中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F14AC2-756A-8C16-D186-2863C9AF9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3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E3755-AC4E-E4A7-32A1-69B861A4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今週の予定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D4E1BB-7302-AB79-C28E-82A33BBCD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テスト学習の実行ができたためハイパーパラメータを論文のコードと同程度に設定し学習を始める</a:t>
            </a:r>
            <a:endParaRPr kumimoji="1" lang="en-US" altLang="ja-JP" dirty="0"/>
          </a:p>
          <a:p>
            <a:r>
              <a:rPr kumimoji="1" lang="ja-JP" altLang="en-US" dirty="0"/>
              <a:t>少しずつ学習を進めていって、トピック分割精度がどの程度かをみてみて学習の続行と学習データの拡充を考える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30A6C6-433C-05DC-5008-8997C14CC1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4055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268</Words>
  <Application>Microsoft Office PowerPoint</Application>
  <PresentationFormat>ワイド画面</PresentationFormat>
  <Paragraphs>34</Paragraphs>
  <Slides>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Arial</vt:lpstr>
      <vt:lpstr>Open Sans</vt:lpstr>
      <vt:lpstr>GradientVTI</vt:lpstr>
      <vt:lpstr>進捗報告</vt:lpstr>
      <vt:lpstr>研究目標</vt:lpstr>
      <vt:lpstr>参考論文</vt:lpstr>
      <vt:lpstr>学習の全体像</vt:lpstr>
      <vt:lpstr>進捗</vt:lpstr>
      <vt:lpstr>今週の予定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昇汰 三輪</dc:creator>
  <cp:lastModifiedBy>三輪　昇汰</cp:lastModifiedBy>
  <cp:revision>6</cp:revision>
  <dcterms:created xsi:type="dcterms:W3CDTF">2025-05-18T22:20:18Z</dcterms:created>
  <dcterms:modified xsi:type="dcterms:W3CDTF">2025-10-17T01:46:57Z</dcterms:modified>
</cp:coreProperties>
</file>