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8"/>
  </p:notesMasterIdLst>
  <p:sldIdLst>
    <p:sldId id="256" r:id="rId2"/>
    <p:sldId id="257" r:id="rId3"/>
    <p:sldId id="263" r:id="rId4"/>
    <p:sldId id="264" r:id="rId5"/>
    <p:sldId id="265" r:id="rId6"/>
    <p:sldId id="268" r:id="rId7"/>
    <p:sldId id="270" r:id="rId8"/>
    <p:sldId id="269" r:id="rId9"/>
    <p:sldId id="274" r:id="rId10"/>
    <p:sldId id="277" r:id="rId11"/>
    <p:sldId id="267" r:id="rId12"/>
    <p:sldId id="278" r:id="rId13"/>
    <p:sldId id="275" r:id="rId14"/>
    <p:sldId id="272" r:id="rId15"/>
    <p:sldId id="273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4432D4-6A6A-444E-AA0B-9A8192848C53}" v="107" dt="2025-06-09T00:19:54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昇汰 三輪" userId="ce91b2adc13b8b7b" providerId="LiveId" clId="{D3888F12-5FBA-4CD0-B4B3-B398391AAB94}"/>
    <pc:docChg chg="custSel delSld modSld">
      <pc:chgData name="昇汰 三輪" userId="ce91b2adc13b8b7b" providerId="LiveId" clId="{D3888F12-5FBA-4CD0-B4B3-B398391AAB94}" dt="2025-05-29T03:49:00.544" v="34" actId="47"/>
      <pc:docMkLst>
        <pc:docMk/>
      </pc:docMkLst>
      <pc:sldChg chg="modSp mod">
        <pc:chgData name="昇汰 三輪" userId="ce91b2adc13b8b7b" providerId="LiveId" clId="{D3888F12-5FBA-4CD0-B4B3-B398391AAB94}" dt="2025-05-29T03:45:53.937" v="4" actId="20577"/>
        <pc:sldMkLst>
          <pc:docMk/>
          <pc:sldMk cId="3730098426" sldId="256"/>
        </pc:sldMkLst>
        <pc:spChg chg="mod">
          <ac:chgData name="昇汰 三輪" userId="ce91b2adc13b8b7b" providerId="LiveId" clId="{D3888F12-5FBA-4CD0-B4B3-B398391AAB94}" dt="2025-05-29T03:45:53.937" v="4" actId="20577"/>
          <ac:spMkLst>
            <pc:docMk/>
            <pc:sldMk cId="3730098426" sldId="256"/>
            <ac:spMk id="3" creationId="{192DF71A-4D5A-C01D-C3AD-C999293F80D5}"/>
          </ac:spMkLst>
        </pc:spChg>
      </pc:sldChg>
      <pc:sldChg chg="modSp del mod">
        <pc:chgData name="昇汰 三輪" userId="ce91b2adc13b8b7b" providerId="LiveId" clId="{D3888F12-5FBA-4CD0-B4B3-B398391AAB94}" dt="2025-05-29T03:49:00.544" v="34" actId="47"/>
        <pc:sldMkLst>
          <pc:docMk/>
          <pc:sldMk cId="4193036451" sldId="257"/>
        </pc:sldMkLst>
      </pc:sldChg>
      <pc:sldChg chg="delSp modSp del mod">
        <pc:chgData name="昇汰 三輪" userId="ce91b2adc13b8b7b" providerId="LiveId" clId="{D3888F12-5FBA-4CD0-B4B3-B398391AAB94}" dt="2025-05-29T03:48:59.675" v="33" actId="47"/>
        <pc:sldMkLst>
          <pc:docMk/>
          <pc:sldMk cId="2169742340" sldId="258"/>
        </pc:sldMkLst>
      </pc:sldChg>
      <pc:sldChg chg="modSp del mod">
        <pc:chgData name="昇汰 三輪" userId="ce91b2adc13b8b7b" providerId="LiveId" clId="{D3888F12-5FBA-4CD0-B4B3-B398391AAB94}" dt="2025-05-29T03:48:59.318" v="32" actId="47"/>
        <pc:sldMkLst>
          <pc:docMk/>
          <pc:sldMk cId="3369383633" sldId="259"/>
        </pc:sldMkLst>
      </pc:sldChg>
      <pc:sldChg chg="delSp del mod">
        <pc:chgData name="昇汰 三輪" userId="ce91b2adc13b8b7b" providerId="LiveId" clId="{D3888F12-5FBA-4CD0-B4B3-B398391AAB94}" dt="2025-05-29T03:48:58.098" v="30" actId="47"/>
        <pc:sldMkLst>
          <pc:docMk/>
          <pc:sldMk cId="1423168952" sldId="260"/>
        </pc:sldMkLst>
      </pc:sldChg>
      <pc:sldChg chg="modSp del mod">
        <pc:chgData name="昇汰 三輪" userId="ce91b2adc13b8b7b" providerId="LiveId" clId="{D3888F12-5FBA-4CD0-B4B3-B398391AAB94}" dt="2025-05-29T03:48:58.900" v="31" actId="47"/>
        <pc:sldMkLst>
          <pc:docMk/>
          <pc:sldMk cId="3954940504" sldId="261"/>
        </pc:sldMkLst>
      </pc:sldChg>
      <pc:sldChg chg="del">
        <pc:chgData name="昇汰 三輪" userId="ce91b2adc13b8b7b" providerId="LiveId" clId="{D3888F12-5FBA-4CD0-B4B3-B398391AAB94}" dt="2025-05-29T03:48:04.292" v="23" actId="47"/>
        <pc:sldMkLst>
          <pc:docMk/>
          <pc:sldMk cId="467222269" sldId="262"/>
        </pc:sldMkLst>
      </pc:sldChg>
      <pc:sldChg chg="del">
        <pc:chgData name="昇汰 三輪" userId="ce91b2adc13b8b7b" providerId="LiveId" clId="{D3888F12-5FBA-4CD0-B4B3-B398391AAB94}" dt="2025-05-29T03:47:52.237" v="16" actId="47"/>
        <pc:sldMkLst>
          <pc:docMk/>
          <pc:sldMk cId="1923764176" sldId="263"/>
        </pc:sldMkLst>
      </pc:sldChg>
      <pc:sldChg chg="del">
        <pc:chgData name="昇汰 三輪" userId="ce91b2adc13b8b7b" providerId="LiveId" clId="{D3888F12-5FBA-4CD0-B4B3-B398391AAB94}" dt="2025-05-29T03:47:53.233" v="17" actId="47"/>
        <pc:sldMkLst>
          <pc:docMk/>
          <pc:sldMk cId="4019613844" sldId="264"/>
        </pc:sldMkLst>
      </pc:sldChg>
      <pc:sldChg chg="del">
        <pc:chgData name="昇汰 三輪" userId="ce91b2adc13b8b7b" providerId="LiveId" clId="{D3888F12-5FBA-4CD0-B4B3-B398391AAB94}" dt="2025-05-29T03:47:55.899" v="19" actId="47"/>
        <pc:sldMkLst>
          <pc:docMk/>
          <pc:sldMk cId="2892573014" sldId="265"/>
        </pc:sldMkLst>
      </pc:sldChg>
      <pc:sldChg chg="del">
        <pc:chgData name="昇汰 三輪" userId="ce91b2adc13b8b7b" providerId="LiveId" clId="{D3888F12-5FBA-4CD0-B4B3-B398391AAB94}" dt="2025-05-29T03:47:56.936" v="20" actId="47"/>
        <pc:sldMkLst>
          <pc:docMk/>
          <pc:sldMk cId="1051875026" sldId="266"/>
        </pc:sldMkLst>
      </pc:sldChg>
      <pc:sldChg chg="del">
        <pc:chgData name="昇汰 三輪" userId="ce91b2adc13b8b7b" providerId="LiveId" clId="{D3888F12-5FBA-4CD0-B4B3-B398391AAB94}" dt="2025-05-29T03:47:58.027" v="21" actId="47"/>
        <pc:sldMkLst>
          <pc:docMk/>
          <pc:sldMk cId="2873352913" sldId="267"/>
        </pc:sldMkLst>
      </pc:sldChg>
      <pc:sldChg chg="del">
        <pc:chgData name="昇汰 三輪" userId="ce91b2adc13b8b7b" providerId="LiveId" clId="{D3888F12-5FBA-4CD0-B4B3-B398391AAB94}" dt="2025-05-29T03:47:54.436" v="18" actId="47"/>
        <pc:sldMkLst>
          <pc:docMk/>
          <pc:sldMk cId="4289650315" sldId="270"/>
        </pc:sldMkLst>
      </pc:sldChg>
      <pc:sldChg chg="delSp modSp del mod">
        <pc:chgData name="昇汰 三輪" userId="ce91b2adc13b8b7b" providerId="LiveId" clId="{D3888F12-5FBA-4CD0-B4B3-B398391AAB94}" dt="2025-05-29T03:47:29.205" v="11" actId="47"/>
        <pc:sldMkLst>
          <pc:docMk/>
          <pc:sldMk cId="1034081959" sldId="271"/>
        </pc:sldMkLst>
      </pc:sldChg>
      <pc:sldChg chg="del">
        <pc:chgData name="昇汰 三輪" userId="ce91b2adc13b8b7b" providerId="LiveId" clId="{D3888F12-5FBA-4CD0-B4B3-B398391AAB94}" dt="2025-05-29T03:48:05.900" v="24" actId="47"/>
        <pc:sldMkLst>
          <pc:docMk/>
          <pc:sldMk cId="2308860950" sldId="272"/>
        </pc:sldMkLst>
      </pc:sldChg>
      <pc:sldChg chg="del">
        <pc:chgData name="昇汰 三輪" userId="ce91b2adc13b8b7b" providerId="LiveId" clId="{D3888F12-5FBA-4CD0-B4B3-B398391AAB94}" dt="2025-05-29T03:48:07.324" v="25" actId="47"/>
        <pc:sldMkLst>
          <pc:docMk/>
          <pc:sldMk cId="3943331822" sldId="273"/>
        </pc:sldMkLst>
      </pc:sldChg>
    </pc:docChg>
  </pc:docChgLst>
  <pc:docChgLst>
    <pc:chgData name="昇汰 三輪" userId="ce91b2adc13b8b7b" providerId="LiveId" clId="{B84432D4-6A6A-444E-AA0B-9A8192848C53}"/>
    <pc:docChg chg="undo custSel addSld delSld modSld sldOrd">
      <pc:chgData name="昇汰 三輪" userId="ce91b2adc13b8b7b" providerId="LiveId" clId="{B84432D4-6A6A-444E-AA0B-9A8192848C53}" dt="2025-06-09T00:22:06.768" v="10329" actId="20577"/>
      <pc:docMkLst>
        <pc:docMk/>
      </pc:docMkLst>
      <pc:sldChg chg="modSp mod">
        <pc:chgData name="昇汰 三輪" userId="ce91b2adc13b8b7b" providerId="LiveId" clId="{B84432D4-6A6A-444E-AA0B-9A8192848C53}" dt="2025-06-08T23:55:34.976" v="9753" actId="20577"/>
        <pc:sldMkLst>
          <pc:docMk/>
          <pc:sldMk cId="3730098426" sldId="256"/>
        </pc:sldMkLst>
        <pc:spChg chg="mod">
          <ac:chgData name="昇汰 三輪" userId="ce91b2adc13b8b7b" providerId="LiveId" clId="{B84432D4-6A6A-444E-AA0B-9A8192848C53}" dt="2025-06-08T23:55:34.976" v="9753" actId="20577"/>
          <ac:spMkLst>
            <pc:docMk/>
            <pc:sldMk cId="3730098426" sldId="256"/>
            <ac:spMk id="3" creationId="{192DF71A-4D5A-C01D-C3AD-C999293F80D5}"/>
          </ac:spMkLst>
        </pc:spChg>
      </pc:sldChg>
      <pc:sldChg chg="modSp new mod">
        <pc:chgData name="昇汰 三輪" userId="ce91b2adc13b8b7b" providerId="LiveId" clId="{B84432D4-6A6A-444E-AA0B-9A8192848C53}" dt="2025-06-08T20:27:17.260" v="5862" actId="20577"/>
        <pc:sldMkLst>
          <pc:docMk/>
          <pc:sldMk cId="2308684198" sldId="257"/>
        </pc:sldMkLst>
        <pc:spChg chg="mod">
          <ac:chgData name="昇汰 三輪" userId="ce91b2adc13b8b7b" providerId="LiveId" clId="{B84432D4-6A6A-444E-AA0B-9A8192848C53}" dt="2025-05-31T19:29:58.335" v="11" actId="20577"/>
          <ac:spMkLst>
            <pc:docMk/>
            <pc:sldMk cId="2308684198" sldId="257"/>
            <ac:spMk id="2" creationId="{68470570-2B56-A665-6800-0C2112CFDC82}"/>
          </ac:spMkLst>
        </pc:spChg>
        <pc:spChg chg="mod">
          <ac:chgData name="昇汰 三輪" userId="ce91b2adc13b8b7b" providerId="LiveId" clId="{B84432D4-6A6A-444E-AA0B-9A8192848C53}" dt="2025-06-08T20:27:17.260" v="5862" actId="20577"/>
          <ac:spMkLst>
            <pc:docMk/>
            <pc:sldMk cId="2308684198" sldId="257"/>
            <ac:spMk id="3" creationId="{3268878B-D220-AB33-6C95-700020BA684B}"/>
          </ac:spMkLst>
        </pc:spChg>
      </pc:sldChg>
      <pc:sldChg chg="modSp new del mod modShow">
        <pc:chgData name="昇汰 三輪" userId="ce91b2adc13b8b7b" providerId="LiveId" clId="{B84432D4-6A6A-444E-AA0B-9A8192848C53}" dt="2025-06-08T21:44:41.225" v="7423" actId="2696"/>
        <pc:sldMkLst>
          <pc:docMk/>
          <pc:sldMk cId="306565416" sldId="258"/>
        </pc:sldMkLst>
      </pc:sldChg>
      <pc:sldChg chg="addSp delSp modSp new del mod">
        <pc:chgData name="昇汰 三輪" userId="ce91b2adc13b8b7b" providerId="LiveId" clId="{B84432D4-6A6A-444E-AA0B-9A8192848C53}" dt="2025-06-03T00:42:22.942" v="539" actId="2696"/>
        <pc:sldMkLst>
          <pc:docMk/>
          <pc:sldMk cId="358953091" sldId="259"/>
        </pc:sldMkLst>
      </pc:sldChg>
      <pc:sldChg chg="addSp delSp modSp new del mod modShow">
        <pc:chgData name="昇汰 三輪" userId="ce91b2adc13b8b7b" providerId="LiveId" clId="{B84432D4-6A6A-444E-AA0B-9A8192848C53}" dt="2025-06-08T20:33:23.663" v="5929" actId="2696"/>
        <pc:sldMkLst>
          <pc:docMk/>
          <pc:sldMk cId="2383730718" sldId="260"/>
        </pc:sldMkLst>
      </pc:sldChg>
      <pc:sldChg chg="modSp new del mod modShow">
        <pc:chgData name="昇汰 三輪" userId="ce91b2adc13b8b7b" providerId="LiveId" clId="{B84432D4-6A6A-444E-AA0B-9A8192848C53}" dt="2025-06-08T20:33:26.143" v="5930" actId="2696"/>
        <pc:sldMkLst>
          <pc:docMk/>
          <pc:sldMk cId="1737806161" sldId="261"/>
        </pc:sldMkLst>
      </pc:sldChg>
      <pc:sldChg chg="modSp new del mod ord modShow">
        <pc:chgData name="昇汰 三輪" userId="ce91b2adc13b8b7b" providerId="LiveId" clId="{B84432D4-6A6A-444E-AA0B-9A8192848C53}" dt="2025-06-08T21:44:44.457" v="7424" actId="2696"/>
        <pc:sldMkLst>
          <pc:docMk/>
          <pc:sldMk cId="679994611" sldId="262"/>
        </pc:sldMkLst>
      </pc:sldChg>
      <pc:sldChg chg="addSp delSp modSp new mod">
        <pc:chgData name="昇汰 三輪" userId="ce91b2adc13b8b7b" providerId="LiveId" clId="{B84432D4-6A6A-444E-AA0B-9A8192848C53}" dt="2025-06-08T21:44:58.453" v="7425" actId="1076"/>
        <pc:sldMkLst>
          <pc:docMk/>
          <pc:sldMk cId="2722557001" sldId="263"/>
        </pc:sldMkLst>
        <pc:spChg chg="mod">
          <ac:chgData name="昇汰 三輪" userId="ce91b2adc13b8b7b" providerId="LiveId" clId="{B84432D4-6A6A-444E-AA0B-9A8192848C53}" dt="2025-06-06T10:52:27.939" v="725" actId="20577"/>
          <ac:spMkLst>
            <pc:docMk/>
            <pc:sldMk cId="2722557001" sldId="263"/>
            <ac:spMk id="2" creationId="{69953877-80B3-B5F5-BD34-4B72B315AC74}"/>
          </ac:spMkLst>
        </pc:spChg>
        <pc:graphicFrameChg chg="add mod ord modGraphic">
          <ac:chgData name="昇汰 三輪" userId="ce91b2adc13b8b7b" providerId="LiveId" clId="{B84432D4-6A6A-444E-AA0B-9A8192848C53}" dt="2025-06-08T21:44:58.453" v="7425" actId="1076"/>
          <ac:graphicFrameMkLst>
            <pc:docMk/>
            <pc:sldMk cId="2722557001" sldId="263"/>
            <ac:graphicFrameMk id="5" creationId="{FADDCAA5-2A20-B5EE-311B-1CA112336D9D}"/>
          </ac:graphicFrameMkLst>
        </pc:graphicFrameChg>
      </pc:sldChg>
      <pc:sldChg chg="modSp new mod ord">
        <pc:chgData name="昇汰 三輪" userId="ce91b2adc13b8b7b" providerId="LiveId" clId="{B84432D4-6A6A-444E-AA0B-9A8192848C53}" dt="2025-06-08T21:48:26.535" v="7467" actId="20577"/>
        <pc:sldMkLst>
          <pc:docMk/>
          <pc:sldMk cId="3872091645" sldId="264"/>
        </pc:sldMkLst>
        <pc:spChg chg="mod">
          <ac:chgData name="昇汰 三輪" userId="ce91b2adc13b8b7b" providerId="LiveId" clId="{B84432D4-6A6A-444E-AA0B-9A8192848C53}" dt="2025-06-06T17:34:42.698" v="3026" actId="122"/>
          <ac:spMkLst>
            <pc:docMk/>
            <pc:sldMk cId="3872091645" sldId="264"/>
            <ac:spMk id="2" creationId="{6E4F6DC3-CA0B-8E4A-773D-5E44115EAA47}"/>
          </ac:spMkLst>
        </pc:spChg>
        <pc:spChg chg="mod">
          <ac:chgData name="昇汰 三輪" userId="ce91b2adc13b8b7b" providerId="LiveId" clId="{B84432D4-6A6A-444E-AA0B-9A8192848C53}" dt="2025-06-08T21:48:26.535" v="7467" actId="20577"/>
          <ac:spMkLst>
            <pc:docMk/>
            <pc:sldMk cId="3872091645" sldId="264"/>
            <ac:spMk id="3" creationId="{760007B0-D632-1A3C-C228-8DBDC45CEA1A}"/>
          </ac:spMkLst>
        </pc:spChg>
      </pc:sldChg>
      <pc:sldChg chg="addSp delSp modSp new mod ord">
        <pc:chgData name="昇汰 三輪" userId="ce91b2adc13b8b7b" providerId="LiveId" clId="{B84432D4-6A6A-444E-AA0B-9A8192848C53}" dt="2025-06-08T23:22:18.293" v="8809" actId="20577"/>
        <pc:sldMkLst>
          <pc:docMk/>
          <pc:sldMk cId="3890367890" sldId="265"/>
        </pc:sldMkLst>
        <pc:spChg chg="mod">
          <ac:chgData name="昇汰 三輪" userId="ce91b2adc13b8b7b" providerId="LiveId" clId="{B84432D4-6A6A-444E-AA0B-9A8192848C53}" dt="2025-06-08T23:11:35.627" v="8598" actId="255"/>
          <ac:spMkLst>
            <pc:docMk/>
            <pc:sldMk cId="3890367890" sldId="265"/>
            <ac:spMk id="2" creationId="{E55B8E2C-2ED0-B151-78C8-391F2C54CC99}"/>
          </ac:spMkLst>
        </pc:spChg>
        <pc:spChg chg="mod">
          <ac:chgData name="昇汰 三輪" userId="ce91b2adc13b8b7b" providerId="LiveId" clId="{B84432D4-6A6A-444E-AA0B-9A8192848C53}" dt="2025-06-08T23:16:53.205" v="8673" actId="1076"/>
          <ac:spMkLst>
            <pc:docMk/>
            <pc:sldMk cId="3890367890" sldId="265"/>
            <ac:spMk id="3" creationId="{C3D6E308-05D2-0C7D-6764-DBA67DBAD28B}"/>
          </ac:spMkLst>
        </pc:spChg>
        <pc:spChg chg="add mod">
          <ac:chgData name="昇汰 三輪" userId="ce91b2adc13b8b7b" providerId="LiveId" clId="{B84432D4-6A6A-444E-AA0B-9A8192848C53}" dt="2025-06-08T23:19:30.668" v="8685" actId="14100"/>
          <ac:spMkLst>
            <pc:docMk/>
            <pc:sldMk cId="3890367890" sldId="265"/>
            <ac:spMk id="5" creationId="{ED9172B2-2235-596E-CD30-A4EB31399A0C}"/>
          </ac:spMkLst>
        </pc:spChg>
        <pc:spChg chg="add mod">
          <ac:chgData name="昇汰 三輪" userId="ce91b2adc13b8b7b" providerId="LiveId" clId="{B84432D4-6A6A-444E-AA0B-9A8192848C53}" dt="2025-06-08T23:18:54.603" v="8684" actId="208"/>
          <ac:spMkLst>
            <pc:docMk/>
            <pc:sldMk cId="3890367890" sldId="265"/>
            <ac:spMk id="6" creationId="{C7EA29CF-097A-64BB-BB1A-A2D448AC6861}"/>
          </ac:spMkLst>
        </pc:spChg>
        <pc:spChg chg="add">
          <ac:chgData name="昇汰 三輪" userId="ce91b2adc13b8b7b" providerId="LiveId" clId="{B84432D4-6A6A-444E-AA0B-9A8192848C53}" dt="2025-06-08T23:19:50.649" v="8688" actId="11529"/>
          <ac:spMkLst>
            <pc:docMk/>
            <pc:sldMk cId="3890367890" sldId="265"/>
            <ac:spMk id="9" creationId="{00E0300A-7900-8182-C6ED-6A9BFD1F41FD}"/>
          </ac:spMkLst>
        </pc:spChg>
        <pc:spChg chg="add mod">
          <ac:chgData name="昇汰 三輪" userId="ce91b2adc13b8b7b" providerId="LiveId" clId="{B84432D4-6A6A-444E-AA0B-9A8192848C53}" dt="2025-06-08T23:19:55.487" v="8690" actId="1076"/>
          <ac:spMkLst>
            <pc:docMk/>
            <pc:sldMk cId="3890367890" sldId="265"/>
            <ac:spMk id="10" creationId="{7E047A06-6CB6-16C0-EAD7-6E10D3599018}"/>
          </ac:spMkLst>
        </pc:spChg>
        <pc:spChg chg="add mod">
          <ac:chgData name="昇汰 三輪" userId="ce91b2adc13b8b7b" providerId="LiveId" clId="{B84432D4-6A6A-444E-AA0B-9A8192848C53}" dt="2025-06-08T23:22:18.293" v="8809" actId="20577"/>
          <ac:spMkLst>
            <pc:docMk/>
            <pc:sldMk cId="3890367890" sldId="265"/>
            <ac:spMk id="11" creationId="{80DAF94E-72D9-E26E-97A8-AC0630D6B64E}"/>
          </ac:spMkLst>
        </pc:spChg>
        <pc:spChg chg="add mod">
          <ac:chgData name="昇汰 三輪" userId="ce91b2adc13b8b7b" providerId="LiveId" clId="{B84432D4-6A6A-444E-AA0B-9A8192848C53}" dt="2025-06-08T23:21:53.597" v="8804" actId="1076"/>
          <ac:spMkLst>
            <pc:docMk/>
            <pc:sldMk cId="3890367890" sldId="265"/>
            <ac:spMk id="12" creationId="{EF88874A-C034-5A77-A150-1F3950583993}"/>
          </ac:spMkLst>
        </pc:spChg>
        <pc:cxnChg chg="add del">
          <ac:chgData name="昇汰 三輪" userId="ce91b2adc13b8b7b" providerId="LiveId" clId="{B84432D4-6A6A-444E-AA0B-9A8192848C53}" dt="2025-06-08T23:19:41.916" v="8687" actId="478"/>
          <ac:cxnSpMkLst>
            <pc:docMk/>
            <pc:sldMk cId="3890367890" sldId="265"/>
            <ac:cxnSpMk id="8" creationId="{46ABCB2D-82B3-C7CB-5129-FCEB7ED97596}"/>
          </ac:cxnSpMkLst>
        </pc:cxnChg>
      </pc:sldChg>
      <pc:sldChg chg="addSp modSp new del mod ord">
        <pc:chgData name="昇汰 三輪" userId="ce91b2adc13b8b7b" providerId="LiveId" clId="{B84432D4-6A6A-444E-AA0B-9A8192848C53}" dt="2025-06-07T13:37:38.200" v="4305" actId="47"/>
        <pc:sldMkLst>
          <pc:docMk/>
          <pc:sldMk cId="3702522903" sldId="266"/>
        </pc:sldMkLst>
      </pc:sldChg>
      <pc:sldChg chg="addSp modSp new mod">
        <pc:chgData name="昇汰 三輪" userId="ce91b2adc13b8b7b" providerId="LiveId" clId="{B84432D4-6A6A-444E-AA0B-9A8192848C53}" dt="2025-06-09T00:17:39.322" v="10079" actId="20577"/>
        <pc:sldMkLst>
          <pc:docMk/>
          <pc:sldMk cId="3412479310" sldId="267"/>
        </pc:sldMkLst>
        <pc:spChg chg="mod">
          <ac:chgData name="昇汰 三輪" userId="ce91b2adc13b8b7b" providerId="LiveId" clId="{B84432D4-6A6A-444E-AA0B-9A8192848C53}" dt="2025-06-07T13:46:52.172" v="4640" actId="20577"/>
          <ac:spMkLst>
            <pc:docMk/>
            <pc:sldMk cId="3412479310" sldId="267"/>
            <ac:spMk id="2" creationId="{541B81AA-A047-EFBC-D070-35A1D3629554}"/>
          </ac:spMkLst>
        </pc:spChg>
        <pc:spChg chg="mod">
          <ac:chgData name="昇汰 三輪" userId="ce91b2adc13b8b7b" providerId="LiveId" clId="{B84432D4-6A6A-444E-AA0B-9A8192848C53}" dt="2025-06-09T00:17:39.322" v="10079" actId="20577"/>
          <ac:spMkLst>
            <pc:docMk/>
            <pc:sldMk cId="3412479310" sldId="267"/>
            <ac:spMk id="3" creationId="{AC4CC654-9909-D598-823F-BEFAB55B19C2}"/>
          </ac:spMkLst>
        </pc:spChg>
        <pc:spChg chg="add mod">
          <ac:chgData name="昇汰 三輪" userId="ce91b2adc13b8b7b" providerId="LiveId" clId="{B84432D4-6A6A-444E-AA0B-9A8192848C53}" dt="2025-06-08T23:47:18.787" v="9350" actId="1076"/>
          <ac:spMkLst>
            <pc:docMk/>
            <pc:sldMk cId="3412479310" sldId="267"/>
            <ac:spMk id="27" creationId="{DCFFDF2A-5C4F-4F25-4680-3DBCBECAAB4B}"/>
          </ac:spMkLst>
        </pc:spChg>
        <pc:spChg chg="add mod">
          <ac:chgData name="昇汰 三輪" userId="ce91b2adc13b8b7b" providerId="LiveId" clId="{B84432D4-6A6A-444E-AA0B-9A8192848C53}" dt="2025-06-08T23:46:48.982" v="9342" actId="1076"/>
          <ac:spMkLst>
            <pc:docMk/>
            <pc:sldMk cId="3412479310" sldId="267"/>
            <ac:spMk id="28" creationId="{523A07A7-821A-585D-83D1-F52902BFC619}"/>
          </ac:spMkLst>
        </pc:spChg>
        <pc:spChg chg="add mod">
          <ac:chgData name="昇汰 三輪" userId="ce91b2adc13b8b7b" providerId="LiveId" clId="{B84432D4-6A6A-444E-AA0B-9A8192848C53}" dt="2025-06-08T23:46:54.238" v="9343"/>
          <ac:spMkLst>
            <pc:docMk/>
            <pc:sldMk cId="3412479310" sldId="267"/>
            <ac:spMk id="29" creationId="{7D7D2FA2-0657-82DA-E633-82F09574BF60}"/>
          </ac:spMkLst>
        </pc:spChg>
        <pc:spChg chg="add mod">
          <ac:chgData name="昇汰 三輪" userId="ce91b2adc13b8b7b" providerId="LiveId" clId="{B84432D4-6A6A-444E-AA0B-9A8192848C53}" dt="2025-06-08T23:47:23.055" v="9352" actId="1076"/>
          <ac:spMkLst>
            <pc:docMk/>
            <pc:sldMk cId="3412479310" sldId="267"/>
            <ac:spMk id="30" creationId="{0AC12A2B-4530-7DB4-0212-38BE02B48B50}"/>
          </ac:spMkLst>
        </pc:spChg>
        <pc:cxnChg chg="add mod">
          <ac:chgData name="昇汰 三輪" userId="ce91b2adc13b8b7b" providerId="LiveId" clId="{B84432D4-6A6A-444E-AA0B-9A8192848C53}" dt="2025-06-06T17:49:41.445" v="3650" actId="14100"/>
          <ac:cxnSpMkLst>
            <pc:docMk/>
            <pc:sldMk cId="3412479310" sldId="267"/>
            <ac:cxnSpMk id="6" creationId="{FD49F60C-BD58-EA38-C604-1444CF055466}"/>
          </ac:cxnSpMkLst>
        </pc:cxnChg>
        <pc:cxnChg chg="add mod">
          <ac:chgData name="昇汰 三輪" userId="ce91b2adc13b8b7b" providerId="LiveId" clId="{B84432D4-6A6A-444E-AA0B-9A8192848C53}" dt="2025-06-06T17:51:06.033" v="3712" actId="14100"/>
          <ac:cxnSpMkLst>
            <pc:docMk/>
            <pc:sldMk cId="3412479310" sldId="267"/>
            <ac:cxnSpMk id="7" creationId="{F16367E1-93DB-F3B1-2A12-2EE01F83C8D6}"/>
          </ac:cxnSpMkLst>
        </pc:cxnChg>
        <pc:cxnChg chg="add mod">
          <ac:chgData name="昇汰 三輪" userId="ce91b2adc13b8b7b" providerId="LiveId" clId="{B84432D4-6A6A-444E-AA0B-9A8192848C53}" dt="2025-06-06T17:10:47.201" v="2369" actId="1076"/>
          <ac:cxnSpMkLst>
            <pc:docMk/>
            <pc:sldMk cId="3412479310" sldId="267"/>
            <ac:cxnSpMk id="11" creationId="{523B5D63-6E58-BF1D-BBE8-81FB48EF0F25}"/>
          </ac:cxnSpMkLst>
        </pc:cxnChg>
        <pc:cxnChg chg="add mod">
          <ac:chgData name="昇汰 三輪" userId="ce91b2adc13b8b7b" providerId="LiveId" clId="{B84432D4-6A6A-444E-AA0B-9A8192848C53}" dt="2025-06-06T17:13:39.080" v="2542" actId="1076"/>
          <ac:cxnSpMkLst>
            <pc:docMk/>
            <pc:sldMk cId="3412479310" sldId="267"/>
            <ac:cxnSpMk id="13" creationId="{3B278A7E-1071-3DC1-0343-21A752CA91F6}"/>
          </ac:cxnSpMkLst>
        </pc:cxnChg>
        <pc:cxnChg chg="add mod">
          <ac:chgData name="昇汰 三輪" userId="ce91b2adc13b8b7b" providerId="LiveId" clId="{B84432D4-6A6A-444E-AA0B-9A8192848C53}" dt="2025-06-07T12:44:13.955" v="4109" actId="1076"/>
          <ac:cxnSpMkLst>
            <pc:docMk/>
            <pc:sldMk cId="3412479310" sldId="267"/>
            <ac:cxnSpMk id="19" creationId="{832C1CE2-2D0A-B41D-EBE1-41F3CC8BF22A}"/>
          </ac:cxnSpMkLst>
        </pc:cxnChg>
        <pc:cxnChg chg="add mod">
          <ac:chgData name="昇汰 三輪" userId="ce91b2adc13b8b7b" providerId="LiveId" clId="{B84432D4-6A6A-444E-AA0B-9A8192848C53}" dt="2025-06-07T12:44:22.845" v="4111" actId="1076"/>
          <ac:cxnSpMkLst>
            <pc:docMk/>
            <pc:sldMk cId="3412479310" sldId="267"/>
            <ac:cxnSpMk id="20" creationId="{4CCDF44E-1B20-E7FB-7A4F-268D82895FC3}"/>
          </ac:cxnSpMkLst>
        </pc:cxnChg>
        <pc:cxnChg chg="add mod">
          <ac:chgData name="昇汰 三輪" userId="ce91b2adc13b8b7b" providerId="LiveId" clId="{B84432D4-6A6A-444E-AA0B-9A8192848C53}" dt="2025-06-07T12:50:28.532" v="4268" actId="1076"/>
          <ac:cxnSpMkLst>
            <pc:docMk/>
            <pc:sldMk cId="3412479310" sldId="267"/>
            <ac:cxnSpMk id="21" creationId="{7D6E1A55-4A09-A704-7656-239EC60FA8D4}"/>
          </ac:cxnSpMkLst>
        </pc:cxnChg>
        <pc:cxnChg chg="add mod">
          <ac:chgData name="昇汰 三輪" userId="ce91b2adc13b8b7b" providerId="LiveId" clId="{B84432D4-6A6A-444E-AA0B-9A8192848C53}" dt="2025-06-07T12:50:35.425" v="4270" actId="1076"/>
          <ac:cxnSpMkLst>
            <pc:docMk/>
            <pc:sldMk cId="3412479310" sldId="267"/>
            <ac:cxnSpMk id="22" creationId="{E0113A0C-FCA2-0530-DA12-26CEB53863BF}"/>
          </ac:cxnSpMkLst>
        </pc:cxnChg>
        <pc:cxnChg chg="add mod">
          <ac:chgData name="昇汰 三輪" userId="ce91b2adc13b8b7b" providerId="LiveId" clId="{B84432D4-6A6A-444E-AA0B-9A8192848C53}" dt="2025-06-07T12:50:43.161" v="4273" actId="14100"/>
          <ac:cxnSpMkLst>
            <pc:docMk/>
            <pc:sldMk cId="3412479310" sldId="267"/>
            <ac:cxnSpMk id="23" creationId="{C7D48911-0AF9-9627-B04F-38299439E1E7}"/>
          </ac:cxnSpMkLst>
        </pc:cxnChg>
        <pc:cxnChg chg="add mod">
          <ac:chgData name="昇汰 三輪" userId="ce91b2adc13b8b7b" providerId="LiveId" clId="{B84432D4-6A6A-444E-AA0B-9A8192848C53}" dt="2025-06-07T12:50:54.305" v="4276" actId="14100"/>
          <ac:cxnSpMkLst>
            <pc:docMk/>
            <pc:sldMk cId="3412479310" sldId="267"/>
            <ac:cxnSpMk id="25" creationId="{1744B6DE-4E89-B8F8-824D-4D2A07FDAA08}"/>
          </ac:cxnSpMkLst>
        </pc:cxnChg>
      </pc:sldChg>
      <pc:sldChg chg="addSp modSp new mod ord">
        <pc:chgData name="昇汰 三輪" userId="ce91b2adc13b8b7b" providerId="LiveId" clId="{B84432D4-6A6A-444E-AA0B-9A8192848C53}" dt="2025-06-08T23:22:46.569" v="8811" actId="113"/>
        <pc:sldMkLst>
          <pc:docMk/>
          <pc:sldMk cId="406617643" sldId="268"/>
        </pc:sldMkLst>
        <pc:spChg chg="mod">
          <ac:chgData name="昇汰 三輪" userId="ce91b2adc13b8b7b" providerId="LiveId" clId="{B84432D4-6A6A-444E-AA0B-9A8192848C53}" dt="2025-06-07T13:43:27.843" v="4398" actId="20577"/>
          <ac:spMkLst>
            <pc:docMk/>
            <pc:sldMk cId="406617643" sldId="268"/>
            <ac:spMk id="2" creationId="{2118774A-B12D-ADA6-954C-1CA2C8C78A61}"/>
          </ac:spMkLst>
        </pc:spChg>
        <pc:spChg chg="mod">
          <ac:chgData name="昇汰 三輪" userId="ce91b2adc13b8b7b" providerId="LiveId" clId="{B84432D4-6A6A-444E-AA0B-9A8192848C53}" dt="2025-06-08T23:22:46.569" v="8811" actId="113"/>
          <ac:spMkLst>
            <pc:docMk/>
            <pc:sldMk cId="406617643" sldId="268"/>
            <ac:spMk id="3" creationId="{3C2B5F47-ECA0-9D8A-4AFC-8456F576A0C4}"/>
          </ac:spMkLst>
        </pc:spChg>
        <pc:cxnChg chg="add mod">
          <ac:chgData name="昇汰 三輪" userId="ce91b2adc13b8b7b" providerId="LiveId" clId="{B84432D4-6A6A-444E-AA0B-9A8192848C53}" dt="2025-06-07T13:37:55.702" v="4307" actId="208"/>
          <ac:cxnSpMkLst>
            <pc:docMk/>
            <pc:sldMk cId="406617643" sldId="268"/>
            <ac:cxnSpMk id="6" creationId="{546B6B54-1178-5514-A72E-BC905595ACD1}"/>
          </ac:cxnSpMkLst>
        </pc:cxnChg>
        <pc:cxnChg chg="add mod">
          <ac:chgData name="昇汰 三輪" userId="ce91b2adc13b8b7b" providerId="LiveId" clId="{B84432D4-6A6A-444E-AA0B-9A8192848C53}" dt="2025-06-07T13:38:02.941" v="4310" actId="14100"/>
          <ac:cxnSpMkLst>
            <pc:docMk/>
            <pc:sldMk cId="406617643" sldId="268"/>
            <ac:cxnSpMk id="7" creationId="{30268ED1-CA60-013A-BDB3-5D15B30B1955}"/>
          </ac:cxnSpMkLst>
        </pc:cxnChg>
      </pc:sldChg>
      <pc:sldChg chg="delSp modSp new mod ord modShow">
        <pc:chgData name="昇汰 三輪" userId="ce91b2adc13b8b7b" providerId="LiveId" clId="{B84432D4-6A6A-444E-AA0B-9A8192848C53}" dt="2025-06-08T23:58:10.021" v="9766"/>
        <pc:sldMkLst>
          <pc:docMk/>
          <pc:sldMk cId="3792913055" sldId="269"/>
        </pc:sldMkLst>
        <pc:spChg chg="del">
          <ac:chgData name="昇汰 三輪" userId="ce91b2adc13b8b7b" providerId="LiveId" clId="{B84432D4-6A6A-444E-AA0B-9A8192848C53}" dt="2025-06-08T23:26:43.215" v="8941" actId="478"/>
          <ac:spMkLst>
            <pc:docMk/>
            <pc:sldMk cId="3792913055" sldId="269"/>
            <ac:spMk id="2" creationId="{0528E01D-CC66-BDF6-68ED-389E47245E0A}"/>
          </ac:spMkLst>
        </pc:spChg>
        <pc:spChg chg="mod">
          <ac:chgData name="昇汰 三輪" userId="ce91b2adc13b8b7b" providerId="LiveId" clId="{B84432D4-6A6A-444E-AA0B-9A8192848C53}" dt="2025-06-08T23:52:54.620" v="9617" actId="20577"/>
          <ac:spMkLst>
            <pc:docMk/>
            <pc:sldMk cId="3792913055" sldId="269"/>
            <ac:spMk id="3" creationId="{DB73BE41-84A0-8B42-AD16-6B0B68720E97}"/>
          </ac:spMkLst>
        </pc:spChg>
      </pc:sldChg>
      <pc:sldChg chg="addSp delSp modSp new mod">
        <pc:chgData name="昇汰 三輪" userId="ce91b2adc13b8b7b" providerId="LiveId" clId="{B84432D4-6A6A-444E-AA0B-9A8192848C53}" dt="2025-06-08T23:55:04.460" v="9745" actId="20577"/>
        <pc:sldMkLst>
          <pc:docMk/>
          <pc:sldMk cId="1621400181" sldId="270"/>
        </pc:sldMkLst>
        <pc:spChg chg="del mod">
          <ac:chgData name="昇汰 三輪" userId="ce91b2adc13b8b7b" providerId="LiveId" clId="{B84432D4-6A6A-444E-AA0B-9A8192848C53}" dt="2025-06-08T23:38:44.428" v="9123" actId="478"/>
          <ac:spMkLst>
            <pc:docMk/>
            <pc:sldMk cId="1621400181" sldId="270"/>
            <ac:spMk id="2" creationId="{856B0187-7E8C-570A-FDC4-68ECCDC5D53D}"/>
          </ac:spMkLst>
        </pc:spChg>
        <pc:spChg chg="mod">
          <ac:chgData name="昇汰 三輪" userId="ce91b2adc13b8b7b" providerId="LiveId" clId="{B84432D4-6A6A-444E-AA0B-9A8192848C53}" dt="2025-06-08T23:55:04.460" v="9745" actId="20577"/>
          <ac:spMkLst>
            <pc:docMk/>
            <pc:sldMk cId="1621400181" sldId="270"/>
            <ac:spMk id="3" creationId="{BEE04217-ABD2-AC0C-141A-57847225C86C}"/>
          </ac:spMkLst>
        </pc:spChg>
        <pc:picChg chg="add mod">
          <ac:chgData name="昇汰 三輪" userId="ce91b2adc13b8b7b" providerId="LiveId" clId="{B84432D4-6A6A-444E-AA0B-9A8192848C53}" dt="2025-06-08T23:42:39.268" v="9203" actId="1076"/>
          <ac:picMkLst>
            <pc:docMk/>
            <pc:sldMk cId="1621400181" sldId="270"/>
            <ac:picMk id="6" creationId="{23DE3316-FF27-824D-69A3-6F725F26C9E9}"/>
          </ac:picMkLst>
        </pc:picChg>
      </pc:sldChg>
      <pc:sldChg chg="modSp new mod ord">
        <pc:chgData name="昇汰 三輪" userId="ce91b2adc13b8b7b" providerId="LiveId" clId="{B84432D4-6A6A-444E-AA0B-9A8192848C53}" dt="2025-06-09T00:22:06.768" v="10329" actId="20577"/>
        <pc:sldMkLst>
          <pc:docMk/>
          <pc:sldMk cId="155853910" sldId="271"/>
        </pc:sldMkLst>
        <pc:spChg chg="mod">
          <ac:chgData name="昇汰 三輪" userId="ce91b2adc13b8b7b" providerId="LiveId" clId="{B84432D4-6A6A-444E-AA0B-9A8192848C53}" dt="2025-06-08T21:41:27.743" v="7242" actId="20577"/>
          <ac:spMkLst>
            <pc:docMk/>
            <pc:sldMk cId="155853910" sldId="271"/>
            <ac:spMk id="2" creationId="{2B1D517C-F8E4-E923-5074-9319614C3A32}"/>
          </ac:spMkLst>
        </pc:spChg>
        <pc:spChg chg="mod">
          <ac:chgData name="昇汰 三輪" userId="ce91b2adc13b8b7b" providerId="LiveId" clId="{B84432D4-6A6A-444E-AA0B-9A8192848C53}" dt="2025-06-09T00:22:06.768" v="10329" actId="20577"/>
          <ac:spMkLst>
            <pc:docMk/>
            <pc:sldMk cId="155853910" sldId="271"/>
            <ac:spMk id="3" creationId="{C2A8A880-9C5C-8981-6AC2-E2ADEA2992F6}"/>
          </ac:spMkLst>
        </pc:spChg>
      </pc:sldChg>
      <pc:sldChg chg="addSp delSp modSp new mod ord">
        <pc:chgData name="昇汰 三輪" userId="ce91b2adc13b8b7b" providerId="LiveId" clId="{B84432D4-6A6A-444E-AA0B-9A8192848C53}" dt="2025-06-09T00:20:08.090" v="10230" actId="20577"/>
        <pc:sldMkLst>
          <pc:docMk/>
          <pc:sldMk cId="1880109827" sldId="272"/>
        </pc:sldMkLst>
        <pc:spChg chg="del">
          <ac:chgData name="昇汰 三輪" userId="ce91b2adc13b8b7b" providerId="LiveId" clId="{B84432D4-6A6A-444E-AA0B-9A8192848C53}" dt="2025-06-08T21:50:43.887" v="7512" actId="478"/>
          <ac:spMkLst>
            <pc:docMk/>
            <pc:sldMk cId="1880109827" sldId="272"/>
            <ac:spMk id="2" creationId="{0A9D40E1-C7B6-F00C-EA1C-C6F6CCCB9DD2}"/>
          </ac:spMkLst>
        </pc:spChg>
        <pc:spChg chg="del mod">
          <ac:chgData name="昇汰 三輪" userId="ce91b2adc13b8b7b" providerId="LiveId" clId="{B84432D4-6A6A-444E-AA0B-9A8192848C53}" dt="2025-06-08T23:51:10.210" v="9542" actId="478"/>
          <ac:spMkLst>
            <pc:docMk/>
            <pc:sldMk cId="1880109827" sldId="272"/>
            <ac:spMk id="3" creationId="{CF0F0CD4-E8D9-29D3-6F79-4F2432BD1B87}"/>
          </ac:spMkLst>
        </pc:spChg>
        <pc:spChg chg="mod">
          <ac:chgData name="昇汰 三輪" userId="ce91b2adc13b8b7b" providerId="LiveId" clId="{B84432D4-6A6A-444E-AA0B-9A8192848C53}" dt="2025-06-09T00:06:07.029" v="9879" actId="1076"/>
          <ac:spMkLst>
            <pc:docMk/>
            <pc:sldMk cId="1880109827" sldId="272"/>
            <ac:spMk id="4" creationId="{FDF34028-F11A-72C8-8269-5BE4B1FC506A}"/>
          </ac:spMkLst>
        </pc:spChg>
        <pc:spChg chg="add mod">
          <ac:chgData name="昇汰 三輪" userId="ce91b2adc13b8b7b" providerId="LiveId" clId="{B84432D4-6A6A-444E-AA0B-9A8192848C53}" dt="2025-06-09T00:09:21.482" v="9986" actId="1076"/>
          <ac:spMkLst>
            <pc:docMk/>
            <pc:sldMk cId="1880109827" sldId="272"/>
            <ac:spMk id="5" creationId="{901B5BF4-68D9-A991-00DB-8E5C0D0F0187}"/>
          </ac:spMkLst>
        </pc:spChg>
        <pc:spChg chg="add mod">
          <ac:chgData name="昇汰 三輪" userId="ce91b2adc13b8b7b" providerId="LiveId" clId="{B84432D4-6A6A-444E-AA0B-9A8192848C53}" dt="2025-06-09T00:08:52.562" v="9979" actId="1076"/>
          <ac:spMkLst>
            <pc:docMk/>
            <pc:sldMk cId="1880109827" sldId="272"/>
            <ac:spMk id="6" creationId="{72F8118D-ABF8-F836-4BC1-41F1B3EB678E}"/>
          </ac:spMkLst>
        </pc:spChg>
        <pc:spChg chg="add mod">
          <ac:chgData name="昇汰 三輪" userId="ce91b2adc13b8b7b" providerId="LiveId" clId="{B84432D4-6A6A-444E-AA0B-9A8192848C53}" dt="2025-06-09T00:06:01.885" v="9878" actId="14100"/>
          <ac:spMkLst>
            <pc:docMk/>
            <pc:sldMk cId="1880109827" sldId="272"/>
            <ac:spMk id="7" creationId="{DC22F5BA-7BE1-8B26-EE08-7BE831E9FA54}"/>
          </ac:spMkLst>
        </pc:spChg>
        <pc:spChg chg="add mod">
          <ac:chgData name="昇汰 三輪" userId="ce91b2adc13b8b7b" providerId="LiveId" clId="{B84432D4-6A6A-444E-AA0B-9A8192848C53}" dt="2025-06-09T00:08:52.562" v="9979" actId="1076"/>
          <ac:spMkLst>
            <pc:docMk/>
            <pc:sldMk cId="1880109827" sldId="272"/>
            <ac:spMk id="8" creationId="{8C9B8F07-C7A1-A940-65A4-D7280261711D}"/>
          </ac:spMkLst>
        </pc:spChg>
        <pc:spChg chg="add mod">
          <ac:chgData name="昇汰 三輪" userId="ce91b2adc13b8b7b" providerId="LiveId" clId="{B84432D4-6A6A-444E-AA0B-9A8192848C53}" dt="2025-06-09T00:08:52.562" v="9979" actId="1076"/>
          <ac:spMkLst>
            <pc:docMk/>
            <pc:sldMk cId="1880109827" sldId="272"/>
            <ac:spMk id="9" creationId="{DF6278D9-A18F-E0B8-11E2-ED5CE17832D2}"/>
          </ac:spMkLst>
        </pc:spChg>
        <pc:spChg chg="add del mod">
          <ac:chgData name="昇汰 三輪" userId="ce91b2adc13b8b7b" providerId="LiveId" clId="{B84432D4-6A6A-444E-AA0B-9A8192848C53}" dt="2025-06-08T23:50:49.256" v="9533" actId="478"/>
          <ac:spMkLst>
            <pc:docMk/>
            <pc:sldMk cId="1880109827" sldId="272"/>
            <ac:spMk id="10" creationId="{87279E3C-5009-E0E2-9CDA-EC8234791C3D}"/>
          </ac:spMkLst>
        </pc:spChg>
        <pc:spChg chg="add mod">
          <ac:chgData name="昇汰 三輪" userId="ce91b2adc13b8b7b" providerId="LiveId" clId="{B84432D4-6A6A-444E-AA0B-9A8192848C53}" dt="2025-06-09T00:20:08.090" v="10230" actId="20577"/>
          <ac:spMkLst>
            <pc:docMk/>
            <pc:sldMk cId="1880109827" sldId="272"/>
            <ac:spMk id="23" creationId="{51EE45A6-62D6-10AE-233B-A67937DA26D0}"/>
          </ac:spMkLst>
        </pc:spChg>
        <pc:cxnChg chg="add mod">
          <ac:chgData name="昇汰 三輪" userId="ce91b2adc13b8b7b" providerId="LiveId" clId="{B84432D4-6A6A-444E-AA0B-9A8192848C53}" dt="2025-06-09T00:09:01.711" v="9980" actId="1076"/>
          <ac:cxnSpMkLst>
            <pc:docMk/>
            <pc:sldMk cId="1880109827" sldId="272"/>
            <ac:cxnSpMk id="12" creationId="{E0F3174C-054F-73DC-5F42-E72234C79F3C}"/>
          </ac:cxnSpMkLst>
        </pc:cxnChg>
        <pc:cxnChg chg="add mod">
          <ac:chgData name="昇汰 三輪" userId="ce91b2adc13b8b7b" providerId="LiveId" clId="{B84432D4-6A6A-444E-AA0B-9A8192848C53}" dt="2025-06-09T00:09:01.711" v="9980" actId="1076"/>
          <ac:cxnSpMkLst>
            <pc:docMk/>
            <pc:sldMk cId="1880109827" sldId="272"/>
            <ac:cxnSpMk id="13" creationId="{FF8994C8-B275-D93C-96EA-1C0CB18DB0F7}"/>
          </ac:cxnSpMkLst>
        </pc:cxnChg>
        <pc:cxnChg chg="add mod">
          <ac:chgData name="昇汰 三輪" userId="ce91b2adc13b8b7b" providerId="LiveId" clId="{B84432D4-6A6A-444E-AA0B-9A8192848C53}" dt="2025-06-09T00:09:01.711" v="9980" actId="1076"/>
          <ac:cxnSpMkLst>
            <pc:docMk/>
            <pc:sldMk cId="1880109827" sldId="272"/>
            <ac:cxnSpMk id="15" creationId="{88944648-9153-5955-1A96-D1294BF5ACD6}"/>
          </ac:cxnSpMkLst>
        </pc:cxnChg>
        <pc:cxnChg chg="add mod">
          <ac:chgData name="昇汰 三輪" userId="ce91b2adc13b8b7b" providerId="LiveId" clId="{B84432D4-6A6A-444E-AA0B-9A8192848C53}" dt="2025-06-09T00:08:47.168" v="9978" actId="1076"/>
          <ac:cxnSpMkLst>
            <pc:docMk/>
            <pc:sldMk cId="1880109827" sldId="272"/>
            <ac:cxnSpMk id="18" creationId="{435E3450-EEE4-5831-5AD9-59C6B1910860}"/>
          </ac:cxnSpMkLst>
        </pc:cxnChg>
      </pc:sldChg>
      <pc:sldChg chg="modSp new mod ord">
        <pc:chgData name="昇汰 三輪" userId="ce91b2adc13b8b7b" providerId="LiveId" clId="{B84432D4-6A6A-444E-AA0B-9A8192848C53}" dt="2025-06-09T00:21:52.135" v="10316" actId="20577"/>
        <pc:sldMkLst>
          <pc:docMk/>
          <pc:sldMk cId="1183548393" sldId="273"/>
        </pc:sldMkLst>
        <pc:spChg chg="mod">
          <ac:chgData name="昇汰 三輪" userId="ce91b2adc13b8b7b" providerId="LiveId" clId="{B84432D4-6A6A-444E-AA0B-9A8192848C53}" dt="2025-06-09T00:21:52.135" v="10316" actId="20577"/>
          <ac:spMkLst>
            <pc:docMk/>
            <pc:sldMk cId="1183548393" sldId="273"/>
            <ac:spMk id="2" creationId="{E9B93168-B06A-EBB1-8862-30879EDBF1D1}"/>
          </ac:spMkLst>
        </pc:spChg>
        <pc:spChg chg="mod">
          <ac:chgData name="昇汰 三輪" userId="ce91b2adc13b8b7b" providerId="LiveId" clId="{B84432D4-6A6A-444E-AA0B-9A8192848C53}" dt="2025-06-09T00:21:26.205" v="10299" actId="14100"/>
          <ac:spMkLst>
            <pc:docMk/>
            <pc:sldMk cId="1183548393" sldId="273"/>
            <ac:spMk id="3" creationId="{BF66085C-C9CA-97E4-4AE7-7CFD3067123C}"/>
          </ac:spMkLst>
        </pc:spChg>
      </pc:sldChg>
      <pc:sldChg chg="modSp new mod ord modShow">
        <pc:chgData name="昇汰 三輪" userId="ce91b2adc13b8b7b" providerId="LiveId" clId="{B84432D4-6A6A-444E-AA0B-9A8192848C53}" dt="2025-06-08T23:55:21.769" v="9746" actId="729"/>
        <pc:sldMkLst>
          <pc:docMk/>
          <pc:sldMk cId="3250817086" sldId="274"/>
        </pc:sldMkLst>
        <pc:spChg chg="mod">
          <ac:chgData name="昇汰 三輪" userId="ce91b2adc13b8b7b" providerId="LiveId" clId="{B84432D4-6A6A-444E-AA0B-9A8192848C53}" dt="2025-06-08T23:45:06.339" v="9334" actId="20577"/>
          <ac:spMkLst>
            <pc:docMk/>
            <pc:sldMk cId="3250817086" sldId="274"/>
            <ac:spMk id="3" creationId="{4F930F79-ED10-0AA6-6BDB-5C90BE5E6525}"/>
          </ac:spMkLst>
        </pc:spChg>
      </pc:sldChg>
      <pc:sldChg chg="addSp modSp new mod ord">
        <pc:chgData name="昇汰 三輪" userId="ce91b2adc13b8b7b" providerId="LiveId" clId="{B84432D4-6A6A-444E-AA0B-9A8192848C53}" dt="2025-06-09T00:04:51.099" v="9873" actId="20577"/>
        <pc:sldMkLst>
          <pc:docMk/>
          <pc:sldMk cId="3598483349" sldId="275"/>
        </pc:sldMkLst>
        <pc:spChg chg="mod">
          <ac:chgData name="昇汰 三輪" userId="ce91b2adc13b8b7b" providerId="LiveId" clId="{B84432D4-6A6A-444E-AA0B-9A8192848C53}" dt="2025-06-08T22:12:23.039" v="7715" actId="20577"/>
          <ac:spMkLst>
            <pc:docMk/>
            <pc:sldMk cId="3598483349" sldId="275"/>
            <ac:spMk id="2" creationId="{A1CF0E60-1C99-3C2A-7956-2FBCEE5EE476}"/>
          </ac:spMkLst>
        </pc:spChg>
        <pc:spChg chg="mod">
          <ac:chgData name="昇汰 三輪" userId="ce91b2adc13b8b7b" providerId="LiveId" clId="{B84432D4-6A6A-444E-AA0B-9A8192848C53}" dt="2025-06-08T22:57:59.493" v="8418" actId="20577"/>
          <ac:spMkLst>
            <pc:docMk/>
            <pc:sldMk cId="3598483349" sldId="275"/>
            <ac:spMk id="3" creationId="{35D959EE-0EB0-D2A4-D32A-79D4237E9588}"/>
          </ac:spMkLst>
        </pc:spChg>
        <pc:graphicFrameChg chg="add mod modGraphic">
          <ac:chgData name="昇汰 三輪" userId="ce91b2adc13b8b7b" providerId="LiveId" clId="{B84432D4-6A6A-444E-AA0B-9A8192848C53}" dt="2025-06-08T22:57:24.570" v="8353" actId="1076"/>
          <ac:graphicFrameMkLst>
            <pc:docMk/>
            <pc:sldMk cId="3598483349" sldId="275"/>
            <ac:graphicFrameMk id="5" creationId="{300F803B-CC9E-C494-CB95-AE4656187F3C}"/>
          </ac:graphicFrameMkLst>
        </pc:graphicFrameChg>
        <pc:graphicFrameChg chg="add mod modGraphic">
          <ac:chgData name="昇汰 三輪" userId="ce91b2adc13b8b7b" providerId="LiveId" clId="{B84432D4-6A6A-444E-AA0B-9A8192848C53}" dt="2025-06-09T00:04:51.099" v="9873" actId="20577"/>
          <ac:graphicFrameMkLst>
            <pc:docMk/>
            <pc:sldMk cId="3598483349" sldId="275"/>
            <ac:graphicFrameMk id="6" creationId="{82254333-1906-6BC9-197E-67C380BC6595}"/>
          </ac:graphicFrameMkLst>
        </pc:graphicFrameChg>
      </pc:sldChg>
      <pc:sldChg chg="modSp new mod modShow">
        <pc:chgData name="昇汰 三輪" userId="ce91b2adc13b8b7b" providerId="LiveId" clId="{B84432D4-6A6A-444E-AA0B-9A8192848C53}" dt="2025-06-08T23:35:53.914" v="8949" actId="729"/>
        <pc:sldMkLst>
          <pc:docMk/>
          <pc:sldMk cId="3214781991" sldId="276"/>
        </pc:sldMkLst>
        <pc:spChg chg="mod">
          <ac:chgData name="昇汰 三輪" userId="ce91b2adc13b8b7b" providerId="LiveId" clId="{B84432D4-6A6A-444E-AA0B-9A8192848C53}" dt="2025-06-08T22:29:05.407" v="7778"/>
          <ac:spMkLst>
            <pc:docMk/>
            <pc:sldMk cId="3214781991" sldId="276"/>
            <ac:spMk id="2" creationId="{C29072E3-C21B-78A8-06FD-5917B29B0716}"/>
          </ac:spMkLst>
        </pc:spChg>
        <pc:spChg chg="mod">
          <ac:chgData name="昇汰 三輪" userId="ce91b2adc13b8b7b" providerId="LiveId" clId="{B84432D4-6A6A-444E-AA0B-9A8192848C53}" dt="2025-06-08T22:31:24.890" v="8190" actId="20577"/>
          <ac:spMkLst>
            <pc:docMk/>
            <pc:sldMk cId="3214781991" sldId="276"/>
            <ac:spMk id="3" creationId="{2BEDE922-C325-1357-D7CA-1B6215B36D17}"/>
          </ac:spMkLst>
        </pc:spChg>
      </pc:sldChg>
      <pc:sldChg chg="addSp delSp modSp new mod ord">
        <pc:chgData name="昇汰 三輪" userId="ce91b2adc13b8b7b" providerId="LiveId" clId="{B84432D4-6A6A-444E-AA0B-9A8192848C53}" dt="2025-06-09T00:19:39.959" v="10194" actId="20577"/>
        <pc:sldMkLst>
          <pc:docMk/>
          <pc:sldMk cId="1356223307" sldId="277"/>
        </pc:sldMkLst>
        <pc:spChg chg="del">
          <ac:chgData name="昇汰 三輪" userId="ce91b2adc13b8b7b" providerId="LiveId" clId="{B84432D4-6A6A-444E-AA0B-9A8192848C53}" dt="2025-06-08T23:48:01.231" v="9354" actId="478"/>
          <ac:spMkLst>
            <pc:docMk/>
            <pc:sldMk cId="1356223307" sldId="277"/>
            <ac:spMk id="2" creationId="{E71CB5C0-45CB-36DB-2CDF-FECD27585E23}"/>
          </ac:spMkLst>
        </pc:spChg>
        <pc:spChg chg="del">
          <ac:chgData name="昇汰 三輪" userId="ce91b2adc13b8b7b" providerId="LiveId" clId="{B84432D4-6A6A-444E-AA0B-9A8192848C53}" dt="2025-06-08T23:48:02.253" v="9355" actId="478"/>
          <ac:spMkLst>
            <pc:docMk/>
            <pc:sldMk cId="1356223307" sldId="277"/>
            <ac:spMk id="3" creationId="{D5C12417-BB32-8E1B-EB49-142B34E84504}"/>
          </ac:spMkLst>
        </pc:spChg>
        <pc:spChg chg="add mod">
          <ac:chgData name="昇汰 三輪" userId="ce91b2adc13b8b7b" providerId="LiveId" clId="{B84432D4-6A6A-444E-AA0B-9A8192848C53}" dt="2025-06-09T00:09:31.360" v="9990" actId="1076"/>
          <ac:spMkLst>
            <pc:docMk/>
            <pc:sldMk cId="1356223307" sldId="277"/>
            <ac:spMk id="5" creationId="{47CFF5C6-5C62-E8D8-0345-E09F4367AD3D}"/>
          </ac:spMkLst>
        </pc:spChg>
        <pc:spChg chg="add mod">
          <ac:chgData name="昇汰 三輪" userId="ce91b2adc13b8b7b" providerId="LiveId" clId="{B84432D4-6A6A-444E-AA0B-9A8192848C53}" dt="2025-06-09T00:08:21.242" v="9975" actId="14100"/>
          <ac:spMkLst>
            <pc:docMk/>
            <pc:sldMk cId="1356223307" sldId="277"/>
            <ac:spMk id="6" creationId="{67604CAE-D492-40E1-1924-FB25A4C42392}"/>
          </ac:spMkLst>
        </pc:spChg>
        <pc:spChg chg="add mod">
          <ac:chgData name="昇汰 三輪" userId="ce91b2adc13b8b7b" providerId="LiveId" clId="{B84432D4-6A6A-444E-AA0B-9A8192848C53}" dt="2025-06-09T00:09:46.140" v="9992" actId="1076"/>
          <ac:spMkLst>
            <pc:docMk/>
            <pc:sldMk cId="1356223307" sldId="277"/>
            <ac:spMk id="7" creationId="{40562E55-4EAC-4A13-4951-86D375551FCE}"/>
          </ac:spMkLst>
        </pc:spChg>
        <pc:spChg chg="add mod">
          <ac:chgData name="昇汰 三輪" userId="ce91b2adc13b8b7b" providerId="LiveId" clId="{B84432D4-6A6A-444E-AA0B-9A8192848C53}" dt="2025-06-09T00:09:39.013" v="9991" actId="14100"/>
          <ac:spMkLst>
            <pc:docMk/>
            <pc:sldMk cId="1356223307" sldId="277"/>
            <ac:spMk id="8" creationId="{E9EF4280-1856-D172-DAA7-59C006B9C38F}"/>
          </ac:spMkLst>
        </pc:spChg>
        <pc:spChg chg="add mod">
          <ac:chgData name="昇汰 三輪" userId="ce91b2adc13b8b7b" providerId="LiveId" clId="{B84432D4-6A6A-444E-AA0B-9A8192848C53}" dt="2025-06-09T00:08:26.044" v="9976" actId="14100"/>
          <ac:spMkLst>
            <pc:docMk/>
            <pc:sldMk cId="1356223307" sldId="277"/>
            <ac:spMk id="9" creationId="{5EA43D05-AC92-0796-1044-0A2B7AB11EE6}"/>
          </ac:spMkLst>
        </pc:spChg>
        <pc:spChg chg="add mod">
          <ac:chgData name="昇汰 三輪" userId="ce91b2adc13b8b7b" providerId="LiveId" clId="{B84432D4-6A6A-444E-AA0B-9A8192848C53}" dt="2025-06-09T00:19:39.959" v="10194" actId="20577"/>
          <ac:spMkLst>
            <pc:docMk/>
            <pc:sldMk cId="1356223307" sldId="277"/>
            <ac:spMk id="24" creationId="{4FA41510-34EB-937F-52C6-92535A196489}"/>
          </ac:spMkLst>
        </pc:spChg>
        <pc:cxnChg chg="add mod">
          <ac:chgData name="昇汰 三輪" userId="ce91b2adc13b8b7b" providerId="LiveId" clId="{B84432D4-6A6A-444E-AA0B-9A8192848C53}" dt="2025-06-09T00:09:25.836" v="9987" actId="1076"/>
          <ac:cxnSpMkLst>
            <pc:docMk/>
            <pc:sldMk cId="1356223307" sldId="277"/>
            <ac:cxnSpMk id="10" creationId="{F3B024C5-A328-23AF-81FA-0793FB3D0533}"/>
          </ac:cxnSpMkLst>
        </pc:cxnChg>
        <pc:cxnChg chg="add mod">
          <ac:chgData name="昇汰 三輪" userId="ce91b2adc13b8b7b" providerId="LiveId" clId="{B84432D4-6A6A-444E-AA0B-9A8192848C53}" dt="2025-06-09T00:09:29.401" v="9989" actId="14100"/>
          <ac:cxnSpMkLst>
            <pc:docMk/>
            <pc:sldMk cId="1356223307" sldId="277"/>
            <ac:cxnSpMk id="12" creationId="{3D17D3FE-0AA5-7B28-611A-ADDDE8D541B7}"/>
          </ac:cxnSpMkLst>
        </pc:cxnChg>
        <pc:cxnChg chg="add mod">
          <ac:chgData name="昇汰 三輪" userId="ce91b2adc13b8b7b" providerId="LiveId" clId="{B84432D4-6A6A-444E-AA0B-9A8192848C53}" dt="2025-06-09T00:08:21.242" v="9975" actId="14100"/>
          <ac:cxnSpMkLst>
            <pc:docMk/>
            <pc:sldMk cId="1356223307" sldId="277"/>
            <ac:cxnSpMk id="15" creationId="{F6E9693A-1535-6345-F799-5EF9FDE13B1D}"/>
          </ac:cxnSpMkLst>
        </pc:cxnChg>
        <pc:cxnChg chg="add mod">
          <ac:chgData name="昇汰 三輪" userId="ce91b2adc13b8b7b" providerId="LiveId" clId="{B84432D4-6A6A-444E-AA0B-9A8192848C53}" dt="2025-06-09T00:08:21.242" v="9975" actId="14100"/>
          <ac:cxnSpMkLst>
            <pc:docMk/>
            <pc:sldMk cId="1356223307" sldId="277"/>
            <ac:cxnSpMk id="17" creationId="{2970A28E-2C49-F080-DC2C-970A03AA3811}"/>
          </ac:cxnSpMkLst>
        </pc:cxnChg>
      </pc:sldChg>
      <pc:sldChg chg="addSp delSp modSp new mod ord">
        <pc:chgData name="昇汰 三輪" userId="ce91b2adc13b8b7b" providerId="LiveId" clId="{B84432D4-6A6A-444E-AA0B-9A8192848C53}" dt="2025-06-09T00:19:02.735" v="10159" actId="20577"/>
        <pc:sldMkLst>
          <pc:docMk/>
          <pc:sldMk cId="524433921" sldId="278"/>
        </pc:sldMkLst>
        <pc:spChg chg="del">
          <ac:chgData name="昇汰 三輪" userId="ce91b2adc13b8b7b" providerId="LiveId" clId="{B84432D4-6A6A-444E-AA0B-9A8192848C53}" dt="2025-06-09T00:12:36.064" v="10019" actId="478"/>
          <ac:spMkLst>
            <pc:docMk/>
            <pc:sldMk cId="524433921" sldId="278"/>
            <ac:spMk id="2" creationId="{1CE69345-819C-A3B8-3F83-B52FE177F1C5}"/>
          </ac:spMkLst>
        </pc:spChg>
        <pc:spChg chg="del mod">
          <ac:chgData name="昇汰 三輪" userId="ce91b2adc13b8b7b" providerId="LiveId" clId="{B84432D4-6A6A-444E-AA0B-9A8192848C53}" dt="2025-06-09T00:12:33.555" v="10018" actId="478"/>
          <ac:spMkLst>
            <pc:docMk/>
            <pc:sldMk cId="524433921" sldId="278"/>
            <ac:spMk id="3" creationId="{81D724E3-DAD3-A388-FDC7-FC20D53A2596}"/>
          </ac:spMkLst>
        </pc:spChg>
        <pc:spChg chg="add mod">
          <ac:chgData name="昇汰 三輪" userId="ce91b2adc13b8b7b" providerId="LiveId" clId="{B84432D4-6A6A-444E-AA0B-9A8192848C53}" dt="2025-06-09T00:14:26.263" v="10038" actId="1076"/>
          <ac:spMkLst>
            <pc:docMk/>
            <pc:sldMk cId="524433921" sldId="278"/>
            <ac:spMk id="7" creationId="{7BA7C996-5036-E4B0-D8AD-D61F5EC67289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8" creationId="{95B21174-7062-F554-6A50-C086ED0428C0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9" creationId="{37646030-D059-46BE-78B6-1F42874762B1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0" creationId="{1079D161-2064-B721-FEDA-A8A1324EDB90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1" creationId="{608F4A72-78BD-9A37-EA12-6B3A7DDCCFE3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2" creationId="{6ED27545-2A38-6202-9A44-E20FA8FD59DB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3" creationId="{2BB5D12B-7B84-81B1-F100-9330B21147ED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4" creationId="{BB0075AA-B739-47D4-F12A-4CB695BA90CA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5" creationId="{5611A149-20CD-D7C2-7301-0DCB1C659474}"/>
          </ac:spMkLst>
        </pc:spChg>
        <pc:spChg chg="add mod">
          <ac:chgData name="昇汰 三輪" userId="ce91b2adc13b8b7b" providerId="LiveId" clId="{B84432D4-6A6A-444E-AA0B-9A8192848C53}" dt="2025-06-09T00:13:45.094" v="10027"/>
          <ac:spMkLst>
            <pc:docMk/>
            <pc:sldMk cId="524433921" sldId="278"/>
            <ac:spMk id="16" creationId="{A8DAE341-570C-987B-9D40-22715305B448}"/>
          </ac:spMkLst>
        </pc:spChg>
        <pc:spChg chg="add del mod">
          <ac:chgData name="昇汰 三輪" userId="ce91b2adc13b8b7b" providerId="LiveId" clId="{B84432D4-6A6A-444E-AA0B-9A8192848C53}" dt="2025-06-09T00:14:04.364" v="10034" actId="478"/>
          <ac:spMkLst>
            <pc:docMk/>
            <pc:sldMk cId="524433921" sldId="278"/>
            <ac:spMk id="25" creationId="{A998CB67-3F68-B2E3-DB44-E86895C8ED52}"/>
          </ac:spMkLst>
        </pc:spChg>
        <pc:spChg chg="add mod">
          <ac:chgData name="昇汰 三輪" userId="ce91b2adc13b8b7b" providerId="LiveId" clId="{B84432D4-6A6A-444E-AA0B-9A8192848C53}" dt="2025-06-09T00:14:26.263" v="10038" actId="1076"/>
          <ac:spMkLst>
            <pc:docMk/>
            <pc:sldMk cId="524433921" sldId="278"/>
            <ac:spMk id="26" creationId="{9678CD17-16CD-094F-65CF-5828759EED61}"/>
          </ac:spMkLst>
        </pc:spChg>
        <pc:spChg chg="add mod">
          <ac:chgData name="昇汰 三輪" userId="ce91b2adc13b8b7b" providerId="LiveId" clId="{B84432D4-6A6A-444E-AA0B-9A8192848C53}" dt="2025-06-09T00:16:12.519" v="10068" actId="1076"/>
          <ac:spMkLst>
            <pc:docMk/>
            <pc:sldMk cId="524433921" sldId="278"/>
            <ac:spMk id="40" creationId="{26006C41-EF49-CF8C-AF62-9CE3294BBA15}"/>
          </ac:spMkLst>
        </pc:spChg>
        <pc:spChg chg="add del mod">
          <ac:chgData name="昇汰 三輪" userId="ce91b2adc13b8b7b" providerId="LiveId" clId="{B84432D4-6A6A-444E-AA0B-9A8192848C53}" dt="2025-06-09T00:17:16.116" v="10076" actId="478"/>
          <ac:spMkLst>
            <pc:docMk/>
            <pc:sldMk cId="524433921" sldId="278"/>
            <ac:spMk id="41" creationId="{11EB8196-688C-CFA5-C694-2A8D1211B194}"/>
          </ac:spMkLst>
        </pc:spChg>
        <pc:spChg chg="add mod">
          <ac:chgData name="昇汰 三輪" userId="ce91b2adc13b8b7b" providerId="LiveId" clId="{B84432D4-6A6A-444E-AA0B-9A8192848C53}" dt="2025-06-09T00:19:02.735" v="10159" actId="20577"/>
          <ac:spMkLst>
            <pc:docMk/>
            <pc:sldMk cId="524433921" sldId="278"/>
            <ac:spMk id="42" creationId="{FC09213F-3DB4-8537-888A-A896C1A2E3C4}"/>
          </ac:spMkLst>
        </pc:spChg>
        <pc:picChg chg="add del mod">
          <ac:chgData name="昇汰 三輪" userId="ce91b2adc13b8b7b" providerId="LiveId" clId="{B84432D4-6A6A-444E-AA0B-9A8192848C53}" dt="2025-06-09T00:11:50.445" v="10016" actId="478"/>
          <ac:picMkLst>
            <pc:docMk/>
            <pc:sldMk cId="524433921" sldId="278"/>
            <ac:picMk id="5" creationId="{9AE03D0F-D802-398A-6C9A-2F3C0D43761D}"/>
          </ac:picMkLst>
        </pc:picChg>
        <pc:picChg chg="add mod">
          <ac:chgData name="昇汰 三輪" userId="ce91b2adc13b8b7b" providerId="LiveId" clId="{B84432D4-6A6A-444E-AA0B-9A8192848C53}" dt="2025-06-09T00:17:10.306" v="10074" actId="1076"/>
          <ac:picMkLst>
            <pc:docMk/>
            <pc:sldMk cId="524433921" sldId="278"/>
            <ac:picMk id="6" creationId="{B5DEE515-97BF-DC9C-9ED7-95F924137228}"/>
          </ac:picMkLst>
        </pc:picChg>
        <pc:cxnChg chg="add mod">
          <ac:chgData name="昇汰 三輪" userId="ce91b2adc13b8b7b" providerId="LiveId" clId="{B84432D4-6A6A-444E-AA0B-9A8192848C53}" dt="2025-06-09T00:13:45.094" v="10027"/>
          <ac:cxnSpMkLst>
            <pc:docMk/>
            <pc:sldMk cId="524433921" sldId="278"/>
            <ac:cxnSpMk id="18" creationId="{265C841F-C00B-5E9E-A80A-326719B9225A}"/>
          </ac:cxnSpMkLst>
        </pc:cxnChg>
        <pc:cxnChg chg="add mod">
          <ac:chgData name="昇汰 三輪" userId="ce91b2adc13b8b7b" providerId="LiveId" clId="{B84432D4-6A6A-444E-AA0B-9A8192848C53}" dt="2025-06-09T00:15:26.456" v="10053" actId="14100"/>
          <ac:cxnSpMkLst>
            <pc:docMk/>
            <pc:sldMk cId="524433921" sldId="278"/>
            <ac:cxnSpMk id="28" creationId="{493460D7-D449-AD6D-5F64-FFB193DDADA4}"/>
          </ac:cxnSpMkLst>
        </pc:cxnChg>
        <pc:cxnChg chg="add del mod">
          <ac:chgData name="昇汰 三輪" userId="ce91b2adc13b8b7b" providerId="LiveId" clId="{B84432D4-6A6A-444E-AA0B-9A8192848C53}" dt="2025-06-09T00:15:10.433" v="10048" actId="478"/>
          <ac:cxnSpMkLst>
            <pc:docMk/>
            <pc:sldMk cId="524433921" sldId="278"/>
            <ac:cxnSpMk id="29" creationId="{53740294-3D35-4321-7505-68A5E74DBF05}"/>
          </ac:cxnSpMkLst>
        </pc:cxnChg>
        <pc:cxnChg chg="add mod">
          <ac:chgData name="昇汰 三輪" userId="ce91b2adc13b8b7b" providerId="LiveId" clId="{B84432D4-6A6A-444E-AA0B-9A8192848C53}" dt="2025-06-09T00:15:32.309" v="10055" actId="14100"/>
          <ac:cxnSpMkLst>
            <pc:docMk/>
            <pc:sldMk cId="524433921" sldId="278"/>
            <ac:cxnSpMk id="36" creationId="{45AED5B6-28B2-CA9E-1E95-ADF59FDAB1C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89518-7BDC-4EF2-BA07-E597FC3F5EA0}" type="datetimeFigureOut">
              <a:rPr kumimoji="1" lang="ja-JP" altLang="en-US" smtClean="0"/>
              <a:t>2025/6/9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DC819-7384-4D0C-892B-5B4234F1F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52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0" i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7EED-94F8-48BD-AD46-42CC091DFCD5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27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9055-7364-4701-BD19-5946FD70A601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6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758-20B1-499B-8141-454EB5136267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43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8DC0-3FF3-456F-B845-1F95A740D5BA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0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6BD3-0DB2-4F5D-B55E-23D09E3B9D2C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94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43B8-C56B-4A4D-B246-717FE45E2163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6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B5C4-827B-4A60-8899-EBC8D1207273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3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8CA27-71E2-4445-B2A7-5B3A6F88CF78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22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84A6-53AF-442C-AA27-75F8B8EA139D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9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A50A-875F-4B78-B835-9A325647FF3E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5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14-06F2-4E43-9C71-B89E30245769}" type="datetime1">
              <a:rPr lang="en-US" altLang="ja-JP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50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0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198D0-9CF8-4813-A053-00B2EAF8E379}" type="datetime1">
              <a:rPr lang="en-US" altLang="ja-JP" smtClean="0"/>
              <a:t>6/9/2025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b="0" i="0" cap="none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9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spc="16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 spc="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 spc="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91C1B-AA14-C6A8-77BE-AF69940D890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15730"/>
          <a:stretch>
            <a:fillRect/>
          </a:stretch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B561EC4-925D-3098-4683-C702208DD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</p:spPr>
        <p:txBody>
          <a:bodyPr anchor="b">
            <a:normAutofit/>
          </a:bodyPr>
          <a:lstStyle/>
          <a:p>
            <a:r>
              <a:rPr kumimoji="1" lang="ja-JP" altLang="en-US" sz="7200" dirty="0">
                <a:solidFill>
                  <a:srgbClr val="FFFFFF"/>
                </a:solidFill>
              </a:rPr>
              <a:t>進捗報告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2DF71A-4D5A-C01D-C3AD-C999293F8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</p:spPr>
        <p:txBody>
          <a:bodyPr anchor="ctr">
            <a:normAutofit/>
          </a:bodyPr>
          <a:lstStyle/>
          <a:p>
            <a:r>
              <a:rPr kumimoji="1" lang="en-US" altLang="ja-JP" dirty="0">
                <a:solidFill>
                  <a:srgbClr val="FFFFFF"/>
                </a:solidFill>
              </a:rPr>
              <a:t>Al21120</a:t>
            </a:r>
            <a:r>
              <a:rPr kumimoji="1" lang="ja-JP" altLang="en-US" dirty="0">
                <a:solidFill>
                  <a:srgbClr val="FFFFFF"/>
                </a:solidFill>
              </a:rPr>
              <a:t>　三輪昇汰　</a:t>
            </a:r>
            <a:r>
              <a:rPr kumimoji="1" lang="en-US" altLang="ja-JP" dirty="0">
                <a:solidFill>
                  <a:srgbClr val="FFFFFF"/>
                </a:solidFill>
              </a:rPr>
              <a:t>2025/06/09</a:t>
            </a:r>
            <a:endParaRPr kumimoji="1" lang="ja-JP" alt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4DA8EA-82B2-3730-9AA6-6984A4F2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9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70570-2B56-A665-6800-0C2112CF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68878B-D220-AB33-6C95-700020BA6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ハイライト動画を生成する際の話題の階層性などについて，これまでの論文からまとめる</a:t>
            </a:r>
            <a:endParaRPr kumimoji="1" lang="en-US" altLang="ja-JP" dirty="0"/>
          </a:p>
          <a:p>
            <a:r>
              <a:rPr kumimoji="1" lang="ja-JP" altLang="en-US" dirty="0"/>
              <a:t>ハイライト動画の出力の仕様について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EF8CE9-1915-7591-1725-76B1628B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8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53877-80B3-B5F5-BD34-4B72B315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ハイライトの階層性の考慮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FADDCAA5-2A20-B5EE-311B-1CA112336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447080"/>
              </p:ext>
            </p:extLst>
          </p:nvPr>
        </p:nvGraphicFramePr>
        <p:xfrm>
          <a:off x="1367046" y="3607752"/>
          <a:ext cx="9122092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743">
                  <a:extLst>
                    <a:ext uri="{9D8B030D-6E8A-4147-A177-3AD203B41FA5}">
                      <a16:colId xmlns:a16="http://schemas.microsoft.com/office/drawing/2014/main" val="4234451116"/>
                    </a:ext>
                  </a:extLst>
                </a:gridCol>
                <a:gridCol w="1714743">
                  <a:extLst>
                    <a:ext uri="{9D8B030D-6E8A-4147-A177-3AD203B41FA5}">
                      <a16:colId xmlns:a16="http://schemas.microsoft.com/office/drawing/2014/main" val="1610225957"/>
                    </a:ext>
                  </a:extLst>
                </a:gridCol>
                <a:gridCol w="2229046">
                  <a:extLst>
                    <a:ext uri="{9D8B030D-6E8A-4147-A177-3AD203B41FA5}">
                      <a16:colId xmlns:a16="http://schemas.microsoft.com/office/drawing/2014/main" val="2395364335"/>
                    </a:ext>
                  </a:extLst>
                </a:gridCol>
                <a:gridCol w="3463560">
                  <a:extLst>
                    <a:ext uri="{9D8B030D-6E8A-4147-A177-3AD203B41FA5}">
                      <a16:colId xmlns:a16="http://schemas.microsoft.com/office/drawing/2014/main" val="297102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論文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階層性の考慮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具体的手法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52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LDA</a:t>
                      </a:r>
                      <a:r>
                        <a:rPr lang="zh-TW" altLang="en-US" dirty="0"/>
                        <a:t>話題遷移検出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文学作品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△（間接的）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LDA</a:t>
                      </a:r>
                      <a:r>
                        <a:rPr lang="ja-JP" altLang="en-US" dirty="0"/>
                        <a:t>によるトピック境界検出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963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V2Xum-LLM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動画全般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△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時間軸</a:t>
                      </a:r>
                      <a:r>
                        <a:rPr lang="en-US" altLang="ja-JP" dirty="0"/>
                        <a:t>+</a:t>
                      </a:r>
                      <a:r>
                        <a:rPr lang="ja-JP" altLang="en-US" dirty="0"/>
                        <a:t>意味的なマクロ</a:t>
                      </a:r>
                      <a:r>
                        <a:rPr lang="en-US" altLang="ja-JP" dirty="0"/>
                        <a:t>/</a:t>
                      </a:r>
                      <a:r>
                        <a:rPr lang="ja-JP" altLang="en-US" dirty="0"/>
                        <a:t>ミクロ要約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切り抜き動画作成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dirty="0"/>
                        <a:t>ゲーム実況配信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視聴者コメントによるクリップ作成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76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対話トピック遷移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対話音声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△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トピック連続性の分析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18648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EF74DF-CBA9-C413-CB6C-DC0BA756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3</a:t>
            </a:fld>
            <a:endParaRPr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1BB5AB-985C-6936-8561-C54219B92A55}"/>
              </a:ext>
            </a:extLst>
          </p:cNvPr>
          <p:cNvSpPr txBox="1"/>
          <p:nvPr/>
        </p:nvSpPr>
        <p:spPr>
          <a:xfrm>
            <a:off x="1125563" y="1895981"/>
            <a:ext cx="100022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階層性：大きなテーマから細かなサブトピックへ分かれていく構造</a:t>
            </a:r>
            <a:endParaRPr lang="en-US" altLang="ja-JP" dirty="0"/>
          </a:p>
          <a:p>
            <a:endParaRPr lang="en-US" altLang="ja-JP" b="1" dirty="0"/>
          </a:p>
          <a:p>
            <a:r>
              <a:rPr lang="ja-JP" altLang="en-US" b="1" dirty="0"/>
              <a:t>上位テーマ</a:t>
            </a:r>
            <a:r>
              <a:rPr lang="ja-JP" altLang="en-US" dirty="0"/>
              <a:t>：ゲームの話</a:t>
            </a:r>
            <a:br>
              <a:rPr lang="ja-JP" altLang="en-US" dirty="0"/>
            </a:br>
            <a:r>
              <a:rPr lang="ja-JP" altLang="en-US" dirty="0"/>
              <a:t>└ </a:t>
            </a:r>
            <a:r>
              <a:rPr lang="ja-JP" altLang="en-US" b="1" dirty="0"/>
              <a:t>中位トピック</a:t>
            </a:r>
            <a:r>
              <a:rPr lang="ja-JP" altLang="en-US" dirty="0"/>
              <a:t>：最近プレイした作品</a:t>
            </a:r>
            <a:br>
              <a:rPr lang="ja-JP" altLang="en-US" dirty="0"/>
            </a:br>
            <a:r>
              <a:rPr lang="ja-JP" altLang="en-US" dirty="0"/>
              <a:t>　 └ </a:t>
            </a:r>
            <a:r>
              <a:rPr lang="ja-JP" altLang="en-US" b="1" dirty="0"/>
              <a:t>下位トピック</a:t>
            </a:r>
            <a:r>
              <a:rPr lang="ja-JP" altLang="en-US" dirty="0"/>
              <a:t>：その中の印象的なシーンやセリフ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255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F6DC3-CA0B-8E4A-773D-5E44115E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動画要約では何が重要かは</a:t>
            </a:r>
            <a:br>
              <a:rPr kumimoji="1" lang="en-US" altLang="ja-JP" dirty="0"/>
            </a:br>
            <a:r>
              <a:rPr kumimoji="1" lang="ja-JP" altLang="en-US" dirty="0"/>
              <a:t>コンテンツや人に依存する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007B0-D632-1A3C-C228-8DBDC45C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kumimoji="1" lang="ja-JP" altLang="en-US" dirty="0"/>
              <a:t>動画要約で大切なことは何か？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→人や対象コンテンツによってさまざまである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1BB780-42C3-4167-7BEC-AE7F529D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9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B8E2C-2ED0-B151-78C8-391F2C54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600" dirty="0"/>
              <a:t>コンテンツによっておさえるべき重要点が違う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D6E308-05D2-0C7D-6764-DBA67DBAD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b="1" dirty="0"/>
              <a:t>・教育コンテンツ（例：講義動画）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階層構造：微分の公式説明→例題解説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 dirty="0"/>
              <a:t>・ビジネス用途（例：会議録画）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意思決定ポイント：決定事項や担当者の発言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 dirty="0"/>
              <a:t>・ニュース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時系列順序：事件の因果関係を崩さない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 dirty="0"/>
              <a:t>・エンタメコンテンツ（例：ゲーム実況）</a:t>
            </a:r>
            <a:endParaRPr kumimoji="1" lang="en-US" altLang="ja-JP" b="1" dirty="0"/>
          </a:p>
          <a:p>
            <a:pPr marL="0" indent="0">
              <a:buNone/>
            </a:pPr>
            <a:r>
              <a:rPr lang="ja-JP" altLang="en-US" dirty="0"/>
              <a:t>驚き・笑い・熱狂など感情的瞬間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30C05D-6F80-C1E0-FE92-6C116A26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D9172B2-2235-596E-CD30-A4EB31399A0C}"/>
              </a:ext>
            </a:extLst>
          </p:cNvPr>
          <p:cNvSpPr/>
          <p:nvPr/>
        </p:nvSpPr>
        <p:spPr>
          <a:xfrm>
            <a:off x="705852" y="1645653"/>
            <a:ext cx="7780421" cy="36208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7EA29CF-097A-64BB-BB1A-A2D448AC6861}"/>
              </a:ext>
            </a:extLst>
          </p:cNvPr>
          <p:cNvSpPr/>
          <p:nvPr/>
        </p:nvSpPr>
        <p:spPr>
          <a:xfrm>
            <a:off x="705853" y="5369426"/>
            <a:ext cx="7615989" cy="11234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0E0300A-7900-8182-C6ED-6A9BFD1F41FD}"/>
              </a:ext>
            </a:extLst>
          </p:cNvPr>
          <p:cNvSpPr/>
          <p:nvPr/>
        </p:nvSpPr>
        <p:spPr>
          <a:xfrm>
            <a:off x="8855242" y="3304674"/>
            <a:ext cx="401053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7E047A06-6CB6-16C0-EAD7-6E10D3599018}"/>
              </a:ext>
            </a:extLst>
          </p:cNvPr>
          <p:cNvSpPr/>
          <p:nvPr/>
        </p:nvSpPr>
        <p:spPr>
          <a:xfrm>
            <a:off x="8887326" y="5838825"/>
            <a:ext cx="401053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DAF94E-72D9-E26E-97A8-AC0630D6B64E}"/>
              </a:ext>
            </a:extLst>
          </p:cNvPr>
          <p:cNvSpPr txBox="1"/>
          <p:nvPr/>
        </p:nvSpPr>
        <p:spPr>
          <a:xfrm>
            <a:off x="9256295" y="312886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意味的なつながり</a:t>
            </a:r>
            <a:endParaRPr kumimoji="1" lang="en-US" altLang="ja-JP" sz="2400" dirty="0"/>
          </a:p>
          <a:p>
            <a:r>
              <a:rPr kumimoji="1" lang="ja-JP" altLang="en-US" sz="2400" dirty="0"/>
              <a:t>が</a:t>
            </a:r>
            <a:r>
              <a:rPr lang="ja-JP" altLang="en-US" sz="2400" dirty="0"/>
              <a:t>重要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88874A-C034-5A77-A150-1F3950583993}"/>
              </a:ext>
            </a:extLst>
          </p:cNvPr>
          <p:cNvSpPr txBox="1"/>
          <p:nvPr/>
        </p:nvSpPr>
        <p:spPr>
          <a:xfrm>
            <a:off x="9545122" y="5375993"/>
            <a:ext cx="26468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意味的なつながり</a:t>
            </a:r>
            <a:endParaRPr kumimoji="1" lang="en-US" altLang="ja-JP" sz="2400" dirty="0"/>
          </a:p>
          <a:p>
            <a:r>
              <a:rPr lang="ja-JP" altLang="en-US" sz="2400" dirty="0"/>
              <a:t>　　　＋</a:t>
            </a:r>
            <a:endParaRPr lang="en-US" altLang="ja-JP" sz="2400" dirty="0"/>
          </a:p>
          <a:p>
            <a:r>
              <a:rPr lang="ja-JP" altLang="en-US" sz="2400" dirty="0"/>
              <a:t>感情性の抽出</a:t>
            </a:r>
            <a:endParaRPr lang="en-US" altLang="ja-JP" sz="2400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9036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8774A-B12D-ADA6-954C-1CA2C8C7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人によって視聴スタイルは異なる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2B5F47-ECA0-9D8A-4AFC-8456F576A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b="1" dirty="0"/>
              <a:t>・スポーツ試合動画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ファン：得点シーンや選手の表情（感情優先）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コーチ：フォーメーションの変化（分析優先）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 dirty="0"/>
              <a:t>・雑談配信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　　　　　テーマ内容重視　→　興味のあるテーマのシーン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視聴者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感情重視　　→　笑えるシーンや感動する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　　　　　　　シーン，熱狂するシーン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8BB111-333E-7D06-969B-5EAF8ECA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6</a:t>
            </a:fld>
            <a:endParaRPr 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46B6B54-1178-5514-A72E-BC905595ACD1}"/>
              </a:ext>
            </a:extLst>
          </p:cNvPr>
          <p:cNvCxnSpPr/>
          <p:nvPr/>
        </p:nvCxnSpPr>
        <p:spPr>
          <a:xfrm flipV="1">
            <a:off x="2213811" y="4684295"/>
            <a:ext cx="433136" cy="41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30268ED1-CA60-013A-BDB3-5D15B30B1955}"/>
              </a:ext>
            </a:extLst>
          </p:cNvPr>
          <p:cNvCxnSpPr>
            <a:cxnSpLocks/>
          </p:cNvCxnSpPr>
          <p:nvPr/>
        </p:nvCxnSpPr>
        <p:spPr>
          <a:xfrm>
            <a:off x="2213811" y="5332578"/>
            <a:ext cx="545431" cy="370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E04217-ABD2-AC0C-141A-57847225C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83" y="526213"/>
            <a:ext cx="10680033" cy="6195262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・要約対象：</a:t>
            </a:r>
            <a:r>
              <a:rPr kumimoji="1" lang="en-US" altLang="ja-JP" dirty="0" err="1"/>
              <a:t>Youtube</a:t>
            </a:r>
            <a:r>
              <a:rPr kumimoji="1" lang="ja-JP" altLang="en-US" dirty="0"/>
              <a:t>上の生配信のアーカイブ動画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sz="2400" dirty="0"/>
              <a:t>（現状の対象としたいコンテンツ：雑談配信（発話者１人））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→対象とする雑談配信は　　　　　　　　　　のどちらに該当するか</a:t>
            </a:r>
            <a:endParaRPr kumimoji="1" lang="en-US" altLang="ja-JP" sz="2400" dirty="0"/>
          </a:p>
          <a:p>
            <a:pPr marL="0" indent="0">
              <a:buNone/>
            </a:pPr>
            <a:endParaRPr kumimoji="1" lang="en-US" altLang="ja-JP" sz="2400" dirty="0"/>
          </a:p>
          <a:p>
            <a:pPr marL="0" indent="0">
              <a:buNone/>
            </a:pP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dirty="0"/>
              <a:t>によって要約手法を変える必要がある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b="1" dirty="0"/>
              <a:t>→意味的なつながりが</a:t>
            </a:r>
            <a:r>
              <a:rPr lang="ja-JP" altLang="en-US" b="1" dirty="0"/>
              <a:t>重要なのか感情性の抽出も必要なのか</a:t>
            </a:r>
            <a:endParaRPr kumimoji="1" lang="en-US" altLang="ja-JP" b="1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また，要約動画を視聴する人物によって好みは違うためユーザに適応したものを生成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6BDB1B-AC8F-365E-5B63-A83E881A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7</a:t>
            </a:fld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3DE3316-FF27-824D-69A3-6F725F26C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537" y="1540222"/>
            <a:ext cx="3037646" cy="186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0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73BE41-84A0-8B42-AD16-6B0B68720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4769"/>
            <a:ext cx="10515600" cy="6126706"/>
          </a:xfrm>
        </p:spPr>
        <p:txBody>
          <a:bodyPr/>
          <a:lstStyle/>
          <a:p>
            <a:r>
              <a:rPr kumimoji="1" lang="ja-JP" altLang="en-US" dirty="0"/>
              <a:t>入力：対象動画の</a:t>
            </a:r>
            <a:r>
              <a:rPr kumimoji="1" lang="en-US" altLang="ja-JP" dirty="0" err="1"/>
              <a:t>YoutubeURL</a:t>
            </a:r>
            <a:r>
              <a:rPr kumimoji="1" lang="ja-JP" altLang="en-US" dirty="0"/>
              <a:t>，ユーザの視聴傾向データ</a:t>
            </a:r>
            <a:endParaRPr kumimoji="1" lang="en-US" altLang="ja-JP" dirty="0"/>
          </a:p>
          <a:p>
            <a:r>
              <a:rPr kumimoji="1" lang="ja-JP" altLang="en-US" dirty="0"/>
              <a:t>出力：ハイライト化された動画ファイル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A</a:t>
            </a:r>
            <a:r>
              <a:rPr kumimoji="1" lang="ja-JP" altLang="en-US" dirty="0"/>
              <a:t>：主旨部分を短い時間で視聴したい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B</a:t>
            </a:r>
            <a:r>
              <a:rPr kumimoji="1" lang="ja-JP" altLang="en-US" dirty="0"/>
              <a:t>：テーマを展開に沿って視聴したい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・テーマ重視出力→興味があるテーマの圧縮率の高い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　ハイライト（</a:t>
            </a:r>
            <a:r>
              <a:rPr kumimoji="1" lang="en-US" altLang="ja-JP" dirty="0"/>
              <a:t>A</a:t>
            </a:r>
            <a:r>
              <a:rPr kumimoji="1" lang="ja-JP" altLang="en-US" dirty="0"/>
              <a:t>向け）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  　　興味があるテーマの圧縮率の低い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  ハイライト（</a:t>
            </a:r>
            <a:r>
              <a:rPr kumimoji="1" lang="en-US" altLang="ja-JP" dirty="0"/>
              <a:t>B</a:t>
            </a:r>
            <a:r>
              <a:rPr kumimoji="1" lang="ja-JP" altLang="en-US" dirty="0"/>
              <a:t>向け）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・感情重視の出力→ライブコメントの感情分析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　配信者の表情，音声の分析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767490-18B8-E6AE-B79E-D9E13D62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1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70EE3-A56B-579C-659E-FCE7EDC2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930F79-ED10-0AA6-6BDB-5C90BE5E6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 err="1"/>
              <a:t>Youtube</a:t>
            </a:r>
            <a:r>
              <a:rPr kumimoji="1" lang="ja-JP" altLang="en-US" dirty="0"/>
              <a:t>生配信動画を対象とする場合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   </a:t>
            </a:r>
            <a:r>
              <a:rPr kumimoji="1" lang="ja-JP" altLang="en-US" dirty="0"/>
              <a:t>配信者のスタイル（情報提供系かエンタメ系か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など）によってハイライト動画に加えるべきシーンは変わ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る．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また，ユーザの視聴スタイルに沿ってハイライト動画を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生成すべき．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0DCB79-95CE-66F9-ED49-1462524E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1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739161-7FFE-D65F-5CE4-8EA12BF4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10</a:t>
            </a:fld>
            <a:endParaRPr 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7CFF5C6-5C62-E8D8-0345-E09F4367AD3D}"/>
              </a:ext>
            </a:extLst>
          </p:cNvPr>
          <p:cNvSpPr/>
          <p:nvPr/>
        </p:nvSpPr>
        <p:spPr>
          <a:xfrm>
            <a:off x="5170320" y="1734856"/>
            <a:ext cx="1851360" cy="675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コンテンツ分類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604CAE-D492-40E1-1924-FB25A4C42392}"/>
              </a:ext>
            </a:extLst>
          </p:cNvPr>
          <p:cNvSpPr/>
          <p:nvPr/>
        </p:nvSpPr>
        <p:spPr>
          <a:xfrm>
            <a:off x="2955255" y="3553391"/>
            <a:ext cx="1723650" cy="675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情報提供系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562E55-4EAC-4A13-4951-86D375551FCE}"/>
              </a:ext>
            </a:extLst>
          </p:cNvPr>
          <p:cNvSpPr/>
          <p:nvPr/>
        </p:nvSpPr>
        <p:spPr>
          <a:xfrm>
            <a:off x="7650519" y="3535190"/>
            <a:ext cx="1723650" cy="675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エンタメ系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EF4280-1856-D172-DAA7-59C006B9C38F}"/>
              </a:ext>
            </a:extLst>
          </p:cNvPr>
          <p:cNvSpPr/>
          <p:nvPr/>
        </p:nvSpPr>
        <p:spPr>
          <a:xfrm>
            <a:off x="1933573" y="5637346"/>
            <a:ext cx="1794712" cy="1084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意味的要約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EA43D05-AC92-0796-1044-0A2B7AB11EE6}"/>
              </a:ext>
            </a:extLst>
          </p:cNvPr>
          <p:cNvSpPr/>
          <p:nvPr/>
        </p:nvSpPr>
        <p:spPr>
          <a:xfrm>
            <a:off x="8356437" y="5769052"/>
            <a:ext cx="2151142" cy="95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意味的要約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＋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感情的シーン抽出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3B024C5-A328-23AF-81FA-0793FB3D0533}"/>
              </a:ext>
            </a:extLst>
          </p:cNvPr>
          <p:cNvCxnSpPr>
            <a:cxnSpLocks/>
          </p:cNvCxnSpPr>
          <p:nvPr/>
        </p:nvCxnSpPr>
        <p:spPr>
          <a:xfrm flipH="1">
            <a:off x="4273718" y="2634422"/>
            <a:ext cx="1171073" cy="650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D17D3FE-0AA5-7B28-611A-ADDDE8D541B7}"/>
              </a:ext>
            </a:extLst>
          </p:cNvPr>
          <p:cNvCxnSpPr>
            <a:cxnSpLocks/>
          </p:cNvCxnSpPr>
          <p:nvPr/>
        </p:nvCxnSpPr>
        <p:spPr>
          <a:xfrm>
            <a:off x="6747211" y="2677876"/>
            <a:ext cx="1177589" cy="607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6E9693A-1535-6345-F799-5EF9FDE13B1D}"/>
              </a:ext>
            </a:extLst>
          </p:cNvPr>
          <p:cNvCxnSpPr>
            <a:cxnSpLocks/>
          </p:cNvCxnSpPr>
          <p:nvPr/>
        </p:nvCxnSpPr>
        <p:spPr>
          <a:xfrm flipH="1">
            <a:off x="3134728" y="4349593"/>
            <a:ext cx="593557" cy="108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970A28E-2C49-F080-DC2C-970A03AA3811}"/>
              </a:ext>
            </a:extLst>
          </p:cNvPr>
          <p:cNvCxnSpPr>
            <a:cxnSpLocks/>
          </p:cNvCxnSpPr>
          <p:nvPr/>
        </p:nvCxnSpPr>
        <p:spPr>
          <a:xfrm>
            <a:off x="8685296" y="4481298"/>
            <a:ext cx="692823" cy="95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タイトル 1">
            <a:extLst>
              <a:ext uri="{FF2B5EF4-FFF2-40B4-BE49-F238E27FC236}">
                <a16:creationId xmlns:a16="http://schemas.microsoft.com/office/drawing/2014/main" id="{4FA41510-34EB-937F-52C6-92535A196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53" y="16065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コンテンツ分類</a:t>
            </a:r>
          </a:p>
        </p:txBody>
      </p:sp>
    </p:spTree>
    <p:extLst>
      <p:ext uri="{BB962C8B-B14F-4D97-AF65-F5344CB8AC3E}">
        <p14:creationId xmlns:p14="http://schemas.microsoft.com/office/powerpoint/2010/main" val="135622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B81AA-A047-EFBC-D070-35A1D362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雑談配信における視聴者タイプ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4CC654-9909-D598-823F-BEFAB55B1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578389" cy="489585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　　　　　　　　　　　　　　　</a:t>
            </a:r>
            <a:r>
              <a:rPr kumimoji="1" lang="ja-JP" altLang="en-US" sz="2000" dirty="0"/>
              <a:t>主旨部分を短い時間で視聴したい</a:t>
            </a:r>
            <a:endParaRPr kumimoji="1" lang="en-US" altLang="ja-JP" sz="2000" dirty="0"/>
          </a:p>
          <a:p>
            <a:pPr marL="0" indent="0">
              <a:buNone/>
            </a:pPr>
            <a:r>
              <a:rPr kumimoji="1" lang="ja-JP" altLang="en-US" dirty="0"/>
              <a:t>　　　　　　情報提供系　　　　　　　　　　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   　コンテンツ　　　　</a:t>
            </a:r>
            <a:r>
              <a:rPr kumimoji="1" lang="ja-JP" altLang="en-US" sz="2000" dirty="0"/>
              <a:t>テーマを展開に沿って</a:t>
            </a:r>
            <a:endParaRPr kumimoji="1" lang="en-US" altLang="ja-JP" sz="2000" dirty="0"/>
          </a:p>
          <a:p>
            <a:pPr marL="0" indent="0">
              <a:buNone/>
            </a:pPr>
            <a:r>
              <a:rPr kumimoji="1" lang="ja-JP" altLang="en-US" sz="2000" dirty="0"/>
              <a:t>　　　　　　　　　　　　　　　　　　　　　視聴したい</a:t>
            </a:r>
            <a:endParaRPr kumimoji="1" lang="en-US" altLang="ja-JP" sz="2000" dirty="0"/>
          </a:p>
          <a:p>
            <a:pPr marL="0" indent="0">
              <a:buNone/>
            </a:pPr>
            <a:r>
              <a:rPr kumimoji="1" lang="ja-JP" altLang="en-US" dirty="0"/>
              <a:t>視聴者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　　　　　笑いたい　　　</a:t>
            </a:r>
            <a:r>
              <a:rPr kumimoji="1" lang="ja-JP" altLang="en-US" sz="1800" dirty="0"/>
              <a:t>主旨部分を短い時間で視聴したい</a:t>
            </a:r>
            <a:r>
              <a:rPr kumimoji="1" lang="ja-JP" altLang="en-US" dirty="0"/>
              <a:t>　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エンタメ　　　感動したい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　　　　　　　　　　　</a:t>
            </a:r>
            <a:r>
              <a:rPr kumimoji="1" lang="en-US" altLang="ja-JP" dirty="0"/>
              <a:t>…</a:t>
            </a:r>
            <a:r>
              <a:rPr kumimoji="1" lang="ja-JP" altLang="en-US" dirty="0"/>
              <a:t>　　　　　　</a:t>
            </a:r>
            <a:r>
              <a:rPr kumimoji="1" lang="ja-JP" altLang="en-US" sz="1600" dirty="0"/>
              <a:t>展開に沿って視聴したい</a:t>
            </a:r>
            <a:endParaRPr kumimoji="1" lang="en-US" altLang="ja-JP" sz="1600" dirty="0"/>
          </a:p>
          <a:p>
            <a:pPr marL="0" indent="0">
              <a:buNone/>
            </a:pPr>
            <a:r>
              <a:rPr kumimoji="1" lang="ja-JP" altLang="en-US" sz="1600" dirty="0"/>
              <a:t>　　　　　　　　　　　　　　　　　　　　　　　　　　　　　　　　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C62CD6-C7E4-78DE-107B-FADACFF6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11</a:t>
            </a:fld>
            <a:endParaRPr 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D49F60C-BD58-EA38-C604-1444CF055466}"/>
              </a:ext>
            </a:extLst>
          </p:cNvPr>
          <p:cNvCxnSpPr>
            <a:cxnSpLocks/>
          </p:cNvCxnSpPr>
          <p:nvPr/>
        </p:nvCxnSpPr>
        <p:spPr>
          <a:xfrm flipV="1">
            <a:off x="2197767" y="2889271"/>
            <a:ext cx="417095" cy="864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16367E1-93DB-F3B1-2A12-2EE01F83C8D6}"/>
              </a:ext>
            </a:extLst>
          </p:cNvPr>
          <p:cNvCxnSpPr>
            <a:cxnSpLocks/>
          </p:cNvCxnSpPr>
          <p:nvPr/>
        </p:nvCxnSpPr>
        <p:spPr>
          <a:xfrm>
            <a:off x="2197767" y="4744370"/>
            <a:ext cx="818149" cy="854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23B5D63-6E58-BF1D-BBE8-81FB48EF0F25}"/>
              </a:ext>
            </a:extLst>
          </p:cNvPr>
          <p:cNvCxnSpPr/>
          <p:nvPr/>
        </p:nvCxnSpPr>
        <p:spPr>
          <a:xfrm flipV="1">
            <a:off x="5887452" y="2245895"/>
            <a:ext cx="417095" cy="240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B278A7E-1071-3DC1-0343-21A752CA91F6}"/>
              </a:ext>
            </a:extLst>
          </p:cNvPr>
          <p:cNvCxnSpPr>
            <a:cxnSpLocks/>
          </p:cNvCxnSpPr>
          <p:nvPr/>
        </p:nvCxnSpPr>
        <p:spPr>
          <a:xfrm>
            <a:off x="5871411" y="3073755"/>
            <a:ext cx="433136" cy="30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32C1CE2-2D0A-B41D-EBE1-41F3CC8BF22A}"/>
              </a:ext>
            </a:extLst>
          </p:cNvPr>
          <p:cNvCxnSpPr/>
          <p:nvPr/>
        </p:nvCxnSpPr>
        <p:spPr>
          <a:xfrm flipV="1">
            <a:off x="7836568" y="5171532"/>
            <a:ext cx="417095" cy="240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4CCDF44E-1B20-E7FB-7A4F-268D82895FC3}"/>
              </a:ext>
            </a:extLst>
          </p:cNvPr>
          <p:cNvCxnSpPr>
            <a:cxnSpLocks/>
          </p:cNvCxnSpPr>
          <p:nvPr/>
        </p:nvCxnSpPr>
        <p:spPr>
          <a:xfrm>
            <a:off x="7820527" y="5765403"/>
            <a:ext cx="433136" cy="30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7D6E1A55-4A09-A704-7656-239EC60FA8D4}"/>
              </a:ext>
            </a:extLst>
          </p:cNvPr>
          <p:cNvCxnSpPr/>
          <p:nvPr/>
        </p:nvCxnSpPr>
        <p:spPr>
          <a:xfrm flipV="1">
            <a:off x="5009146" y="5057191"/>
            <a:ext cx="417095" cy="240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0113A0C-FCA2-0530-DA12-26CEB53863BF}"/>
              </a:ext>
            </a:extLst>
          </p:cNvPr>
          <p:cNvCxnSpPr>
            <a:cxnSpLocks/>
          </p:cNvCxnSpPr>
          <p:nvPr/>
        </p:nvCxnSpPr>
        <p:spPr>
          <a:xfrm>
            <a:off x="5033209" y="5813718"/>
            <a:ext cx="433136" cy="30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7D48911-0AF9-9627-B04F-38299439E1E7}"/>
              </a:ext>
            </a:extLst>
          </p:cNvPr>
          <p:cNvCxnSpPr>
            <a:cxnSpLocks/>
          </p:cNvCxnSpPr>
          <p:nvPr/>
        </p:nvCxnSpPr>
        <p:spPr>
          <a:xfrm>
            <a:off x="5009146" y="5512302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744B6DE-4E89-B8F8-824D-4D2A07FDAA08}"/>
              </a:ext>
            </a:extLst>
          </p:cNvPr>
          <p:cNvCxnSpPr>
            <a:cxnSpLocks/>
          </p:cNvCxnSpPr>
          <p:nvPr/>
        </p:nvCxnSpPr>
        <p:spPr>
          <a:xfrm>
            <a:off x="5033209" y="6054934"/>
            <a:ext cx="433136" cy="62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CFFDF2A-5C4F-4F25-4680-3DBCBECAAB4B}"/>
              </a:ext>
            </a:extLst>
          </p:cNvPr>
          <p:cNvSpPr txBox="1"/>
          <p:nvPr/>
        </p:nvSpPr>
        <p:spPr>
          <a:xfrm>
            <a:off x="9452812" y="3167390"/>
            <a:ext cx="70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00B0F0"/>
                </a:solidFill>
              </a:rPr>
              <a:t>B</a:t>
            </a:r>
            <a:endParaRPr kumimoji="1" lang="ja-JP" altLang="en-US" sz="2800" dirty="0">
              <a:solidFill>
                <a:srgbClr val="00B0F0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23A07A7-821A-585D-83D1-F52902BFC619}"/>
              </a:ext>
            </a:extLst>
          </p:cNvPr>
          <p:cNvSpPr txBox="1"/>
          <p:nvPr/>
        </p:nvSpPr>
        <p:spPr>
          <a:xfrm>
            <a:off x="11526252" y="4459706"/>
            <a:ext cx="70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A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D7D2FA2-0657-82DA-E633-82F09574BF60}"/>
              </a:ext>
            </a:extLst>
          </p:cNvPr>
          <p:cNvSpPr txBox="1"/>
          <p:nvPr/>
        </p:nvSpPr>
        <p:spPr>
          <a:xfrm>
            <a:off x="11008895" y="2027475"/>
            <a:ext cx="70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A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AC12A2B-4530-7DB4-0212-38BE02B48B50}"/>
              </a:ext>
            </a:extLst>
          </p:cNvPr>
          <p:cNvSpPr txBox="1"/>
          <p:nvPr/>
        </p:nvSpPr>
        <p:spPr>
          <a:xfrm>
            <a:off x="11000874" y="5860138"/>
            <a:ext cx="705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solidFill>
                  <a:srgbClr val="00B0F0"/>
                </a:solidFill>
              </a:rPr>
              <a:t>B</a:t>
            </a:r>
            <a:endParaRPr kumimoji="1" lang="ja-JP" alt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47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0C24E1-1037-D6AB-F8C6-070A41AB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12</a:t>
            </a:fld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5DEE515-97BF-DC9C-9ED7-95F92413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53" y="1486213"/>
            <a:ext cx="11351736" cy="4346825"/>
          </a:xfrm>
          <a:prstGeom prst="rect">
            <a:avLst/>
          </a:prstGeom>
        </p:spPr>
      </p:pic>
      <p:sp>
        <p:nvSpPr>
          <p:cNvPr id="7" name="楕円 6">
            <a:extLst>
              <a:ext uri="{FF2B5EF4-FFF2-40B4-BE49-F238E27FC236}">
                <a16:creationId xmlns:a16="http://schemas.microsoft.com/office/drawing/2014/main" id="{7BA7C996-5036-E4B0-D8AD-D61F5EC67289}"/>
              </a:ext>
            </a:extLst>
          </p:cNvPr>
          <p:cNvSpPr/>
          <p:nvPr/>
        </p:nvSpPr>
        <p:spPr>
          <a:xfrm>
            <a:off x="753979" y="3231857"/>
            <a:ext cx="3911237" cy="2915987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9678CD17-16CD-094F-65CF-5828759EED61}"/>
              </a:ext>
            </a:extLst>
          </p:cNvPr>
          <p:cNvSpPr/>
          <p:nvPr/>
        </p:nvSpPr>
        <p:spPr>
          <a:xfrm>
            <a:off x="8053137" y="3231856"/>
            <a:ext cx="3911237" cy="2915987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493460D7-D449-AD6D-5F64-FFB193DDADA4}"/>
              </a:ext>
            </a:extLst>
          </p:cNvPr>
          <p:cNvCxnSpPr>
            <a:cxnSpLocks/>
          </p:cNvCxnSpPr>
          <p:nvPr/>
        </p:nvCxnSpPr>
        <p:spPr>
          <a:xfrm>
            <a:off x="3096127" y="6165891"/>
            <a:ext cx="2342147" cy="5555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45AED5B6-28B2-CA9E-1E95-ADF59FDAB1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60633" y="6203947"/>
            <a:ext cx="2253915" cy="5175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6006C41-EF49-CF8C-AF62-9CE3294BBA15}"/>
              </a:ext>
            </a:extLst>
          </p:cNvPr>
          <p:cNvSpPr txBox="1"/>
          <p:nvPr/>
        </p:nvSpPr>
        <p:spPr>
          <a:xfrm>
            <a:off x="6096000" y="6306493"/>
            <a:ext cx="123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結合</a:t>
            </a:r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FC09213F-3DB4-8537-888A-A896C1A2E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53" y="16065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情報提供系コンテンツにおける</a:t>
            </a:r>
            <a:br>
              <a:rPr kumimoji="1" lang="en-US" altLang="ja-JP" dirty="0"/>
            </a:br>
            <a:r>
              <a:rPr kumimoji="1" lang="en-US" altLang="ja-JP" dirty="0"/>
              <a:t>B</a:t>
            </a:r>
            <a:r>
              <a:rPr kumimoji="1" lang="ja-JP" altLang="en-US" dirty="0"/>
              <a:t>タイプの要約例</a:t>
            </a:r>
          </a:p>
        </p:txBody>
      </p:sp>
    </p:spTree>
    <p:extLst>
      <p:ext uri="{BB962C8B-B14F-4D97-AF65-F5344CB8AC3E}">
        <p14:creationId xmlns:p14="http://schemas.microsoft.com/office/powerpoint/2010/main" val="524433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F0E60-1C99-3C2A-7956-2FBCEE5E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ユーザの視聴履歴傾向を知るには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D959EE-0EB0-D2A4-D32A-79D4237E9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7038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A</a:t>
            </a:r>
            <a:r>
              <a:rPr kumimoji="1" lang="ja-JP" altLang="en-US" dirty="0"/>
              <a:t>：主旨部分を短い時間で視聴したい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B</a:t>
            </a:r>
            <a:r>
              <a:rPr kumimoji="1" lang="ja-JP" altLang="en-US" dirty="0"/>
              <a:t>：テーマを展開に沿って視聴したい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</a:t>
            </a:r>
            <a:r>
              <a:rPr lang="ja-JP" altLang="en-US" dirty="0"/>
              <a:t>各動画の再生開始</a:t>
            </a:r>
            <a:r>
              <a:rPr lang="en-US" altLang="ja-JP" dirty="0"/>
              <a:t>〜</a:t>
            </a:r>
            <a:r>
              <a:rPr lang="ja-JP" altLang="en-US" dirty="0"/>
              <a:t>終了までの滞在時間（完視率）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動画の長さ，再生速度・スキップ傾向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r>
              <a:rPr lang="ja-JP" altLang="en-US" dirty="0"/>
              <a:t>シリーズものやストーリー系（実況・解説）を好む傾向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テーマ重要視度（好きなテーマに偏りがあるか）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・高評価した動画，視聴履歴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7ECA0A-B5BC-B3A3-26F8-9E9EF9D2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83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F34028-F11A-72C8-8269-5BE4B1FC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2230" y="6423394"/>
            <a:ext cx="2476589" cy="270780"/>
          </a:xfrm>
        </p:spPr>
        <p:txBody>
          <a:bodyPr/>
          <a:lstStyle/>
          <a:p>
            <a:fld id="{27CE633F-9882-4A5C-83A2-1109D0C73261}" type="slidenum">
              <a:rPr lang="en-US" smtClean="0"/>
              <a:t>14</a:t>
            </a:fld>
            <a:endParaRPr 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1B5BF4-68D9-A991-00DB-8E5C0D0F0187}"/>
              </a:ext>
            </a:extLst>
          </p:cNvPr>
          <p:cNvSpPr/>
          <p:nvPr/>
        </p:nvSpPr>
        <p:spPr>
          <a:xfrm>
            <a:off x="5155530" y="1811420"/>
            <a:ext cx="2073443" cy="1018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ユーザの視聴傾向データ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F8118D-ABF8-F836-4BC1-41F1B3EB678E}"/>
              </a:ext>
            </a:extLst>
          </p:cNvPr>
          <p:cNvSpPr/>
          <p:nvPr/>
        </p:nvSpPr>
        <p:spPr>
          <a:xfrm>
            <a:off x="1875920" y="4181242"/>
            <a:ext cx="1546058" cy="7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Short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22F5BA-7BE1-8B26-EE08-7BE831E9FA54}"/>
              </a:ext>
            </a:extLst>
          </p:cNvPr>
          <p:cNvSpPr/>
          <p:nvPr/>
        </p:nvSpPr>
        <p:spPr>
          <a:xfrm>
            <a:off x="5322971" y="6067554"/>
            <a:ext cx="1546058" cy="7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要約タイプ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決定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9B8F07-C7A1-A940-65A4-D7280261711D}"/>
              </a:ext>
            </a:extLst>
          </p:cNvPr>
          <p:cNvSpPr/>
          <p:nvPr/>
        </p:nvSpPr>
        <p:spPr>
          <a:xfrm>
            <a:off x="5322971" y="4181241"/>
            <a:ext cx="1546058" cy="7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Long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6278D9-A18F-E0B8-11E2-ED5CE17832D2}"/>
              </a:ext>
            </a:extLst>
          </p:cNvPr>
          <p:cNvSpPr/>
          <p:nvPr/>
        </p:nvSpPr>
        <p:spPr>
          <a:xfrm>
            <a:off x="9219196" y="4181241"/>
            <a:ext cx="1546058" cy="71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テーマ趣向</a:t>
            </a:r>
            <a:endParaRPr kumimoji="1" lang="en-US" altLang="ja-JP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0F3174C-054F-73DC-5F42-E72234C79F3C}"/>
              </a:ext>
            </a:extLst>
          </p:cNvPr>
          <p:cNvCxnSpPr>
            <a:cxnSpLocks/>
          </p:cNvCxnSpPr>
          <p:nvPr/>
        </p:nvCxnSpPr>
        <p:spPr>
          <a:xfrm flipH="1">
            <a:off x="3210422" y="3021114"/>
            <a:ext cx="2125583" cy="77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F8994C8-B275-D93C-96EA-1C0CB18DB0F7}"/>
              </a:ext>
            </a:extLst>
          </p:cNvPr>
          <p:cNvCxnSpPr>
            <a:cxnSpLocks/>
          </p:cNvCxnSpPr>
          <p:nvPr/>
        </p:nvCxnSpPr>
        <p:spPr>
          <a:xfrm>
            <a:off x="6192252" y="3220080"/>
            <a:ext cx="0" cy="57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8944648-9153-5955-1A96-D1294BF5ACD6}"/>
              </a:ext>
            </a:extLst>
          </p:cNvPr>
          <p:cNvCxnSpPr>
            <a:cxnSpLocks/>
          </p:cNvCxnSpPr>
          <p:nvPr/>
        </p:nvCxnSpPr>
        <p:spPr>
          <a:xfrm>
            <a:off x="7048500" y="3021114"/>
            <a:ext cx="2183730" cy="77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35E3450-EEE4-5831-5AD9-59C6B1910860}"/>
              </a:ext>
            </a:extLst>
          </p:cNvPr>
          <p:cNvCxnSpPr>
            <a:cxnSpLocks/>
          </p:cNvCxnSpPr>
          <p:nvPr/>
        </p:nvCxnSpPr>
        <p:spPr>
          <a:xfrm>
            <a:off x="6096000" y="5283027"/>
            <a:ext cx="0" cy="57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タイトル 1">
            <a:extLst>
              <a:ext uri="{FF2B5EF4-FFF2-40B4-BE49-F238E27FC236}">
                <a16:creationId xmlns:a16="http://schemas.microsoft.com/office/drawing/2014/main" id="{51EE45A6-62D6-10AE-233B-A67937DA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53" y="16065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ユーザの視聴傾向分類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A93235D5-E5C8-C636-FD95-6B83B3091EFA}"/>
              </a:ext>
            </a:extLst>
          </p:cNvPr>
          <p:cNvCxnSpPr>
            <a:cxnSpLocks/>
          </p:cNvCxnSpPr>
          <p:nvPr/>
        </p:nvCxnSpPr>
        <p:spPr>
          <a:xfrm>
            <a:off x="2707037" y="5022827"/>
            <a:ext cx="2615934" cy="83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82AFEA1-F429-357F-7761-F1F843A4C04D}"/>
              </a:ext>
            </a:extLst>
          </p:cNvPr>
          <p:cNvCxnSpPr>
            <a:cxnSpLocks/>
          </p:cNvCxnSpPr>
          <p:nvPr/>
        </p:nvCxnSpPr>
        <p:spPr>
          <a:xfrm flipH="1">
            <a:off x="6882064" y="5281411"/>
            <a:ext cx="3246079" cy="572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F04F19-A2E2-8123-591C-B81B9796F1EB}"/>
              </a:ext>
            </a:extLst>
          </p:cNvPr>
          <p:cNvSpPr txBox="1"/>
          <p:nvPr/>
        </p:nvSpPr>
        <p:spPr>
          <a:xfrm>
            <a:off x="6869029" y="6024498"/>
            <a:ext cx="6674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要約タイプ：どのくらいの長さ</a:t>
            </a:r>
            <a:endParaRPr kumimoji="1" lang="en-US" altLang="ja-JP" dirty="0"/>
          </a:p>
          <a:p>
            <a:r>
              <a:rPr lang="ja-JP" altLang="en-US" dirty="0"/>
              <a:t>　　　　　</a:t>
            </a:r>
            <a:r>
              <a:rPr kumimoji="1" lang="ja-JP" altLang="en-US" dirty="0"/>
              <a:t>（話題階層によって調整）</a:t>
            </a:r>
            <a:endParaRPr kumimoji="1" lang="en-US" altLang="ja-JP" dirty="0"/>
          </a:p>
          <a:p>
            <a:r>
              <a:rPr kumimoji="1" lang="ja-JP" altLang="en-US" dirty="0"/>
              <a:t>　　　　　　どんなテーマを要約動画に含めるのか</a:t>
            </a:r>
          </a:p>
        </p:txBody>
      </p:sp>
    </p:spTree>
    <p:extLst>
      <p:ext uri="{BB962C8B-B14F-4D97-AF65-F5344CB8AC3E}">
        <p14:creationId xmlns:p14="http://schemas.microsoft.com/office/powerpoint/2010/main" val="188010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93168-B06A-EBB1-8862-30879EDB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動画要約に利用するデータとその目的まとめ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66085C-C9CA-97E4-4AE7-7CFD30671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r>
              <a:rPr kumimoji="1" lang="ja-JP" altLang="en-US" dirty="0"/>
              <a:t>動画要約に用いる入力：</a:t>
            </a:r>
            <a:r>
              <a:rPr kumimoji="1" lang="ja-JP" altLang="en-US" b="1" dirty="0"/>
              <a:t>ユーザの視聴傾向データ</a:t>
            </a:r>
            <a:r>
              <a:rPr kumimoji="1" lang="ja-JP" altLang="en-US" dirty="0"/>
              <a:t>，</a:t>
            </a:r>
            <a:r>
              <a:rPr kumimoji="1" lang="ja-JP" altLang="en-US" b="1" dirty="0"/>
              <a:t>対象動画の音声字幕データ</a:t>
            </a:r>
            <a:r>
              <a:rPr kumimoji="1" lang="ja-JP" altLang="en-US" dirty="0"/>
              <a:t>，</a:t>
            </a:r>
            <a:r>
              <a:rPr kumimoji="1" lang="ja-JP" altLang="en-US" b="1" dirty="0"/>
              <a:t>映像データ</a:t>
            </a:r>
            <a:r>
              <a:rPr kumimoji="1" lang="ja-JP" altLang="en-US" dirty="0"/>
              <a:t>，</a:t>
            </a:r>
            <a:r>
              <a:rPr kumimoji="1" lang="ja-JP" altLang="en-US" b="1" dirty="0"/>
              <a:t>音声データ</a:t>
            </a:r>
            <a:r>
              <a:rPr kumimoji="1" lang="ja-JP" altLang="en-US" dirty="0"/>
              <a:t>，</a:t>
            </a:r>
            <a:r>
              <a:rPr kumimoji="1" lang="ja-JP" altLang="en-US" b="1" dirty="0"/>
              <a:t>ライブチャットデータ</a:t>
            </a:r>
            <a:endParaRPr kumimoji="1" lang="en-US" altLang="ja-JP" b="1" dirty="0"/>
          </a:p>
          <a:p>
            <a:r>
              <a:rPr kumimoji="1" lang="ja-JP" altLang="en-US" dirty="0"/>
              <a:t>音声字幕データ（タイムスタンプ付き）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→意味ごとのチャンクの作成</a:t>
            </a:r>
            <a:endParaRPr kumimoji="1" lang="en-US" altLang="ja-JP" dirty="0"/>
          </a:p>
          <a:p>
            <a:r>
              <a:rPr kumimoji="1" lang="ja-JP" altLang="en-US" dirty="0"/>
              <a:t>映像データ→配信者の感情推定</a:t>
            </a:r>
            <a:endParaRPr kumimoji="1" lang="en-US" altLang="ja-JP" dirty="0"/>
          </a:p>
          <a:p>
            <a:r>
              <a:rPr kumimoji="1" lang="ja-JP" altLang="en-US" dirty="0"/>
              <a:t>音声データ→配信者の感情推定</a:t>
            </a:r>
            <a:endParaRPr kumimoji="1" lang="en-US" altLang="ja-JP" dirty="0"/>
          </a:p>
          <a:p>
            <a:r>
              <a:rPr kumimoji="1" lang="ja-JP" altLang="en-US" dirty="0"/>
              <a:t>ライブチャットデータ→盛り上がり分析，視聴者感情推定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8213A2-1DA5-D694-8545-7CE68EAA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48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D517C-F8E4-E923-5074-9319614C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今後の予定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A8A880-9C5C-8981-6AC2-E2ADEA29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r>
              <a:rPr kumimoji="1" lang="ja-JP" altLang="en-US" dirty="0"/>
              <a:t>雑談配信における視聴者のタイプ分けが適切であるか，視聴者タイプに関する論文があれば調査する（今週）</a:t>
            </a:r>
            <a:endParaRPr kumimoji="1" lang="en-US" altLang="ja-JP" dirty="0"/>
          </a:p>
          <a:p>
            <a:r>
              <a:rPr kumimoji="1" lang="ja-JP" altLang="en-US" dirty="0"/>
              <a:t>ベースとなる動画要約の手法の選定（今週）</a:t>
            </a:r>
            <a:endParaRPr kumimoji="1" lang="en-US" altLang="ja-JP" dirty="0"/>
          </a:p>
          <a:p>
            <a:r>
              <a:rPr kumimoji="1" lang="ja-JP" altLang="en-US" dirty="0"/>
              <a:t>処理フローの作成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D6D3ED-8098-5E1B-9EDA-3D3E4677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391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Yu Mincho Demibold"/>
        <a:ea typeface=""/>
        <a:cs typeface=""/>
      </a:majorFont>
      <a:minorFont>
        <a:latin typeface="Yu Minch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15806</TotalTime>
  <Words>902</Words>
  <Application>Microsoft Office PowerPoint</Application>
  <PresentationFormat>ワイド画面</PresentationFormat>
  <Paragraphs>151</Paragraphs>
  <Slides>16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游ゴシック</vt:lpstr>
      <vt:lpstr>Yu Mincho</vt:lpstr>
      <vt:lpstr>Yu Mincho Demibold</vt:lpstr>
      <vt:lpstr>Arial</vt:lpstr>
      <vt:lpstr>Univers</vt:lpstr>
      <vt:lpstr>GradientVTI</vt:lpstr>
      <vt:lpstr>進捗報告</vt:lpstr>
      <vt:lpstr>進捗</vt:lpstr>
      <vt:lpstr>ハイライトの階層性の考慮</vt:lpstr>
      <vt:lpstr>動画要約では何が重要かは コンテンツや人に依存する</vt:lpstr>
      <vt:lpstr>コンテンツによっておさえるべき重要点が違う</vt:lpstr>
      <vt:lpstr>人によって視聴スタイルは異なる</vt:lpstr>
      <vt:lpstr>PowerPoint プレゼンテーション</vt:lpstr>
      <vt:lpstr>PowerPoint プレゼンテーション</vt:lpstr>
      <vt:lpstr>PowerPoint プレゼンテーション</vt:lpstr>
      <vt:lpstr>コンテンツ分類</vt:lpstr>
      <vt:lpstr>雑談配信における視聴者タイプ</vt:lpstr>
      <vt:lpstr>情報提供系コンテンツにおける Bタイプの要約例</vt:lpstr>
      <vt:lpstr>ユーザの視聴履歴傾向を知るには</vt:lpstr>
      <vt:lpstr>ユーザの視聴傾向分類</vt:lpstr>
      <vt:lpstr>動画要約に利用するデータとその目的まとめ</vt:lpstr>
      <vt:lpstr>今後の予定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昇汰 三輪</dc:creator>
  <cp:lastModifiedBy>三輪　昇汰</cp:lastModifiedBy>
  <cp:revision>6</cp:revision>
  <dcterms:created xsi:type="dcterms:W3CDTF">2025-05-18T22:20:18Z</dcterms:created>
  <dcterms:modified xsi:type="dcterms:W3CDTF">2025-06-09T04:27:48Z</dcterms:modified>
</cp:coreProperties>
</file>