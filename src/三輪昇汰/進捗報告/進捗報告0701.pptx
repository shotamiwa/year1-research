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15"/>
  </p:notesMasterIdLst>
  <p:sldIdLst>
    <p:sldId id="256" r:id="rId2"/>
    <p:sldId id="272" r:id="rId3"/>
    <p:sldId id="257" r:id="rId4"/>
    <p:sldId id="265" r:id="rId5"/>
    <p:sldId id="271" r:id="rId6"/>
    <p:sldId id="263" r:id="rId7"/>
    <p:sldId id="266" r:id="rId8"/>
    <p:sldId id="267" r:id="rId9"/>
    <p:sldId id="264" r:id="rId10"/>
    <p:sldId id="268" r:id="rId11"/>
    <p:sldId id="270" r:id="rId12"/>
    <p:sldId id="262" r:id="rId13"/>
    <p:sldId id="269"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C1FB71-A051-4E0E-AB97-712272489FA9}" v="149" dt="2025-06-30T23:38:10.90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56" d="100"/>
          <a:sy n="56" d="100"/>
        </p:scale>
        <p:origin x="60"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昇汰 三輪" userId="ce91b2adc13b8b7b" providerId="LiveId" clId="{D3888F12-5FBA-4CD0-B4B3-B398391AAB94}"/>
    <pc:docChg chg="custSel delSld modSld">
      <pc:chgData name="昇汰 三輪" userId="ce91b2adc13b8b7b" providerId="LiveId" clId="{D3888F12-5FBA-4CD0-B4B3-B398391AAB94}" dt="2025-05-29T03:49:00.544" v="34" actId="47"/>
      <pc:docMkLst>
        <pc:docMk/>
      </pc:docMkLst>
      <pc:sldChg chg="modSp mod">
        <pc:chgData name="昇汰 三輪" userId="ce91b2adc13b8b7b" providerId="LiveId" clId="{D3888F12-5FBA-4CD0-B4B3-B398391AAB94}" dt="2025-05-29T03:45:53.937" v="4" actId="20577"/>
        <pc:sldMkLst>
          <pc:docMk/>
          <pc:sldMk cId="3730098426" sldId="256"/>
        </pc:sldMkLst>
        <pc:spChg chg="mod">
          <ac:chgData name="昇汰 三輪" userId="ce91b2adc13b8b7b" providerId="LiveId" clId="{D3888F12-5FBA-4CD0-B4B3-B398391AAB94}" dt="2025-05-29T03:45:53.937" v="4" actId="20577"/>
          <ac:spMkLst>
            <pc:docMk/>
            <pc:sldMk cId="3730098426" sldId="256"/>
            <ac:spMk id="3" creationId="{192DF71A-4D5A-C01D-C3AD-C999293F80D5}"/>
          </ac:spMkLst>
        </pc:spChg>
      </pc:sldChg>
      <pc:sldChg chg="modSp del mod">
        <pc:chgData name="昇汰 三輪" userId="ce91b2adc13b8b7b" providerId="LiveId" clId="{D3888F12-5FBA-4CD0-B4B3-B398391AAB94}" dt="2025-05-29T03:49:00.544" v="34" actId="47"/>
        <pc:sldMkLst>
          <pc:docMk/>
          <pc:sldMk cId="4193036451" sldId="257"/>
        </pc:sldMkLst>
      </pc:sldChg>
      <pc:sldChg chg="delSp modSp del mod">
        <pc:chgData name="昇汰 三輪" userId="ce91b2adc13b8b7b" providerId="LiveId" clId="{D3888F12-5FBA-4CD0-B4B3-B398391AAB94}" dt="2025-05-29T03:48:59.675" v="33" actId="47"/>
        <pc:sldMkLst>
          <pc:docMk/>
          <pc:sldMk cId="2169742340" sldId="258"/>
        </pc:sldMkLst>
      </pc:sldChg>
      <pc:sldChg chg="modSp del mod">
        <pc:chgData name="昇汰 三輪" userId="ce91b2adc13b8b7b" providerId="LiveId" clId="{D3888F12-5FBA-4CD0-B4B3-B398391AAB94}" dt="2025-05-29T03:48:59.318" v="32" actId="47"/>
        <pc:sldMkLst>
          <pc:docMk/>
          <pc:sldMk cId="3369383633" sldId="259"/>
        </pc:sldMkLst>
      </pc:sldChg>
      <pc:sldChg chg="delSp del mod">
        <pc:chgData name="昇汰 三輪" userId="ce91b2adc13b8b7b" providerId="LiveId" clId="{D3888F12-5FBA-4CD0-B4B3-B398391AAB94}" dt="2025-05-29T03:48:58.098" v="30" actId="47"/>
        <pc:sldMkLst>
          <pc:docMk/>
          <pc:sldMk cId="1423168952" sldId="260"/>
        </pc:sldMkLst>
      </pc:sldChg>
      <pc:sldChg chg="modSp del mod">
        <pc:chgData name="昇汰 三輪" userId="ce91b2adc13b8b7b" providerId="LiveId" clId="{D3888F12-5FBA-4CD0-B4B3-B398391AAB94}" dt="2025-05-29T03:48:58.900" v="31" actId="47"/>
        <pc:sldMkLst>
          <pc:docMk/>
          <pc:sldMk cId="3954940504" sldId="261"/>
        </pc:sldMkLst>
      </pc:sldChg>
      <pc:sldChg chg="del">
        <pc:chgData name="昇汰 三輪" userId="ce91b2adc13b8b7b" providerId="LiveId" clId="{D3888F12-5FBA-4CD0-B4B3-B398391AAB94}" dt="2025-05-29T03:48:04.292" v="23" actId="47"/>
        <pc:sldMkLst>
          <pc:docMk/>
          <pc:sldMk cId="467222269" sldId="262"/>
        </pc:sldMkLst>
      </pc:sldChg>
      <pc:sldChg chg="del">
        <pc:chgData name="昇汰 三輪" userId="ce91b2adc13b8b7b" providerId="LiveId" clId="{D3888F12-5FBA-4CD0-B4B3-B398391AAB94}" dt="2025-05-29T03:47:52.237" v="16" actId="47"/>
        <pc:sldMkLst>
          <pc:docMk/>
          <pc:sldMk cId="1923764176" sldId="263"/>
        </pc:sldMkLst>
      </pc:sldChg>
      <pc:sldChg chg="del">
        <pc:chgData name="昇汰 三輪" userId="ce91b2adc13b8b7b" providerId="LiveId" clId="{D3888F12-5FBA-4CD0-B4B3-B398391AAB94}" dt="2025-05-29T03:47:53.233" v="17" actId="47"/>
        <pc:sldMkLst>
          <pc:docMk/>
          <pc:sldMk cId="4019613844" sldId="264"/>
        </pc:sldMkLst>
      </pc:sldChg>
      <pc:sldChg chg="del">
        <pc:chgData name="昇汰 三輪" userId="ce91b2adc13b8b7b" providerId="LiveId" clId="{D3888F12-5FBA-4CD0-B4B3-B398391AAB94}" dt="2025-05-29T03:47:55.899" v="19" actId="47"/>
        <pc:sldMkLst>
          <pc:docMk/>
          <pc:sldMk cId="2892573014" sldId="265"/>
        </pc:sldMkLst>
      </pc:sldChg>
      <pc:sldChg chg="del">
        <pc:chgData name="昇汰 三輪" userId="ce91b2adc13b8b7b" providerId="LiveId" clId="{D3888F12-5FBA-4CD0-B4B3-B398391AAB94}" dt="2025-05-29T03:47:56.936" v="20" actId="47"/>
        <pc:sldMkLst>
          <pc:docMk/>
          <pc:sldMk cId="1051875026" sldId="266"/>
        </pc:sldMkLst>
      </pc:sldChg>
      <pc:sldChg chg="del">
        <pc:chgData name="昇汰 三輪" userId="ce91b2adc13b8b7b" providerId="LiveId" clId="{D3888F12-5FBA-4CD0-B4B3-B398391AAB94}" dt="2025-05-29T03:47:58.027" v="21" actId="47"/>
        <pc:sldMkLst>
          <pc:docMk/>
          <pc:sldMk cId="2873352913" sldId="267"/>
        </pc:sldMkLst>
      </pc:sldChg>
      <pc:sldChg chg="del">
        <pc:chgData name="昇汰 三輪" userId="ce91b2adc13b8b7b" providerId="LiveId" clId="{D3888F12-5FBA-4CD0-B4B3-B398391AAB94}" dt="2025-05-29T03:47:54.436" v="18" actId="47"/>
        <pc:sldMkLst>
          <pc:docMk/>
          <pc:sldMk cId="4289650315" sldId="270"/>
        </pc:sldMkLst>
      </pc:sldChg>
      <pc:sldChg chg="delSp modSp del mod">
        <pc:chgData name="昇汰 三輪" userId="ce91b2adc13b8b7b" providerId="LiveId" clId="{D3888F12-5FBA-4CD0-B4B3-B398391AAB94}" dt="2025-05-29T03:47:29.205" v="11" actId="47"/>
        <pc:sldMkLst>
          <pc:docMk/>
          <pc:sldMk cId="1034081959" sldId="271"/>
        </pc:sldMkLst>
      </pc:sldChg>
      <pc:sldChg chg="del">
        <pc:chgData name="昇汰 三輪" userId="ce91b2adc13b8b7b" providerId="LiveId" clId="{D3888F12-5FBA-4CD0-B4B3-B398391AAB94}" dt="2025-05-29T03:48:05.900" v="24" actId="47"/>
        <pc:sldMkLst>
          <pc:docMk/>
          <pc:sldMk cId="2308860950" sldId="272"/>
        </pc:sldMkLst>
      </pc:sldChg>
      <pc:sldChg chg="del">
        <pc:chgData name="昇汰 三輪" userId="ce91b2adc13b8b7b" providerId="LiveId" clId="{D3888F12-5FBA-4CD0-B4B3-B398391AAB94}" dt="2025-05-29T03:48:07.324" v="25" actId="47"/>
        <pc:sldMkLst>
          <pc:docMk/>
          <pc:sldMk cId="3943331822" sldId="273"/>
        </pc:sldMkLst>
      </pc:sldChg>
    </pc:docChg>
  </pc:docChgLst>
  <pc:docChgLst>
    <pc:chgData name="昇汰 三輪" userId="ce91b2adc13b8b7b" providerId="LiveId" clId="{B84432D4-6A6A-444E-AA0B-9A8192848C53}"/>
    <pc:docChg chg="undo custSel addSld delSld modSld sldOrd">
      <pc:chgData name="昇汰 三輪" userId="ce91b2adc13b8b7b" providerId="LiveId" clId="{B84432D4-6A6A-444E-AA0B-9A8192848C53}" dt="2025-06-08T22:59:20.691" v="8529" actId="20577"/>
      <pc:docMkLst>
        <pc:docMk/>
      </pc:docMkLst>
      <pc:sldChg chg="modSp new mod">
        <pc:chgData name="昇汰 三輪" userId="ce91b2adc13b8b7b" providerId="LiveId" clId="{B84432D4-6A6A-444E-AA0B-9A8192848C53}" dt="2025-06-08T20:27:17.260" v="5862" actId="20577"/>
        <pc:sldMkLst>
          <pc:docMk/>
          <pc:sldMk cId="2308684198" sldId="257"/>
        </pc:sldMkLst>
        <pc:spChg chg="mod">
          <ac:chgData name="昇汰 三輪" userId="ce91b2adc13b8b7b" providerId="LiveId" clId="{B84432D4-6A6A-444E-AA0B-9A8192848C53}" dt="2025-05-31T19:29:58.335" v="11" actId="20577"/>
          <ac:spMkLst>
            <pc:docMk/>
            <pc:sldMk cId="2308684198" sldId="257"/>
            <ac:spMk id="2" creationId="{68470570-2B56-A665-6800-0C2112CFDC82}"/>
          </ac:spMkLst>
        </pc:spChg>
        <pc:spChg chg="mod">
          <ac:chgData name="昇汰 三輪" userId="ce91b2adc13b8b7b" providerId="LiveId" clId="{B84432D4-6A6A-444E-AA0B-9A8192848C53}" dt="2025-06-08T20:27:17.260" v="5862" actId="20577"/>
          <ac:spMkLst>
            <pc:docMk/>
            <pc:sldMk cId="2308684198" sldId="257"/>
            <ac:spMk id="3" creationId="{3268878B-D220-AB33-6C95-700020BA684B}"/>
          </ac:spMkLst>
        </pc:spChg>
      </pc:sldChg>
      <pc:sldChg chg="modSp new del mod modShow">
        <pc:chgData name="昇汰 三輪" userId="ce91b2adc13b8b7b" providerId="LiveId" clId="{B84432D4-6A6A-444E-AA0B-9A8192848C53}" dt="2025-06-08T21:44:41.225" v="7423" actId="2696"/>
        <pc:sldMkLst>
          <pc:docMk/>
          <pc:sldMk cId="306565416" sldId="258"/>
        </pc:sldMkLst>
      </pc:sldChg>
      <pc:sldChg chg="addSp delSp modSp new del mod">
        <pc:chgData name="昇汰 三輪" userId="ce91b2adc13b8b7b" providerId="LiveId" clId="{B84432D4-6A6A-444E-AA0B-9A8192848C53}" dt="2025-06-03T00:42:22.942" v="539" actId="2696"/>
        <pc:sldMkLst>
          <pc:docMk/>
          <pc:sldMk cId="358953091" sldId="259"/>
        </pc:sldMkLst>
      </pc:sldChg>
      <pc:sldChg chg="addSp delSp modSp new del mod modShow">
        <pc:chgData name="昇汰 三輪" userId="ce91b2adc13b8b7b" providerId="LiveId" clId="{B84432D4-6A6A-444E-AA0B-9A8192848C53}" dt="2025-06-08T20:33:23.663" v="5929" actId="2696"/>
        <pc:sldMkLst>
          <pc:docMk/>
          <pc:sldMk cId="2383730718" sldId="260"/>
        </pc:sldMkLst>
      </pc:sldChg>
      <pc:sldChg chg="modSp new del mod modShow">
        <pc:chgData name="昇汰 三輪" userId="ce91b2adc13b8b7b" providerId="LiveId" clId="{B84432D4-6A6A-444E-AA0B-9A8192848C53}" dt="2025-06-08T20:33:26.143" v="5930" actId="2696"/>
        <pc:sldMkLst>
          <pc:docMk/>
          <pc:sldMk cId="1737806161" sldId="261"/>
        </pc:sldMkLst>
      </pc:sldChg>
      <pc:sldChg chg="modSp new del mod ord modShow">
        <pc:chgData name="昇汰 三輪" userId="ce91b2adc13b8b7b" providerId="LiveId" clId="{B84432D4-6A6A-444E-AA0B-9A8192848C53}" dt="2025-06-08T21:44:44.457" v="7424" actId="2696"/>
        <pc:sldMkLst>
          <pc:docMk/>
          <pc:sldMk cId="679994611" sldId="262"/>
        </pc:sldMkLst>
      </pc:sldChg>
      <pc:sldChg chg="addSp delSp modSp new mod">
        <pc:chgData name="昇汰 三輪" userId="ce91b2adc13b8b7b" providerId="LiveId" clId="{B84432D4-6A6A-444E-AA0B-9A8192848C53}" dt="2025-06-08T21:44:58.453" v="7425" actId="1076"/>
        <pc:sldMkLst>
          <pc:docMk/>
          <pc:sldMk cId="2722557001" sldId="263"/>
        </pc:sldMkLst>
      </pc:sldChg>
      <pc:sldChg chg="modSp new mod ord">
        <pc:chgData name="昇汰 三輪" userId="ce91b2adc13b8b7b" providerId="LiveId" clId="{B84432D4-6A6A-444E-AA0B-9A8192848C53}" dt="2025-06-08T21:48:26.535" v="7467" actId="20577"/>
        <pc:sldMkLst>
          <pc:docMk/>
          <pc:sldMk cId="3872091645" sldId="264"/>
        </pc:sldMkLst>
      </pc:sldChg>
      <pc:sldChg chg="modSp new mod ord">
        <pc:chgData name="昇汰 三輪" userId="ce91b2adc13b8b7b" providerId="LiveId" clId="{B84432D4-6A6A-444E-AA0B-9A8192848C53}" dt="2025-06-08T20:01:20.811" v="5371"/>
        <pc:sldMkLst>
          <pc:docMk/>
          <pc:sldMk cId="3890367890" sldId="265"/>
        </pc:sldMkLst>
      </pc:sldChg>
      <pc:sldChg chg="addSp modSp new del mod ord">
        <pc:chgData name="昇汰 三輪" userId="ce91b2adc13b8b7b" providerId="LiveId" clId="{B84432D4-6A6A-444E-AA0B-9A8192848C53}" dt="2025-06-07T13:37:38.200" v="4305" actId="47"/>
        <pc:sldMkLst>
          <pc:docMk/>
          <pc:sldMk cId="3702522903" sldId="266"/>
        </pc:sldMkLst>
      </pc:sldChg>
      <pc:sldChg chg="addSp modSp new mod">
        <pc:chgData name="昇汰 三輪" userId="ce91b2adc13b8b7b" providerId="LiveId" clId="{B84432D4-6A6A-444E-AA0B-9A8192848C53}" dt="2025-06-08T20:33:15.697" v="5928" actId="20578"/>
        <pc:sldMkLst>
          <pc:docMk/>
          <pc:sldMk cId="3412479310" sldId="267"/>
        </pc:sldMkLst>
      </pc:sldChg>
      <pc:sldChg chg="addSp modSp new mod ord">
        <pc:chgData name="昇汰 三輪" userId="ce91b2adc13b8b7b" providerId="LiveId" clId="{B84432D4-6A6A-444E-AA0B-9A8192848C53}" dt="2025-06-08T20:01:23.504" v="5373"/>
        <pc:sldMkLst>
          <pc:docMk/>
          <pc:sldMk cId="406617643" sldId="268"/>
        </pc:sldMkLst>
      </pc:sldChg>
      <pc:sldChg chg="modSp new mod">
        <pc:chgData name="昇汰 三輪" userId="ce91b2adc13b8b7b" providerId="LiveId" clId="{B84432D4-6A6A-444E-AA0B-9A8192848C53}" dt="2025-06-08T22:51:58.157" v="8292" actId="20577"/>
        <pc:sldMkLst>
          <pc:docMk/>
          <pc:sldMk cId="3792913055" sldId="269"/>
        </pc:sldMkLst>
      </pc:sldChg>
      <pc:sldChg chg="modSp new mod">
        <pc:chgData name="昇汰 三輪" userId="ce91b2adc13b8b7b" providerId="LiveId" clId="{B84432D4-6A6A-444E-AA0B-9A8192848C53}" dt="2025-06-08T21:40:58.227" v="7232" actId="20577"/>
        <pc:sldMkLst>
          <pc:docMk/>
          <pc:sldMk cId="1621400181" sldId="270"/>
        </pc:sldMkLst>
      </pc:sldChg>
      <pc:sldChg chg="modSp new mod ord">
        <pc:chgData name="昇汰 三輪" userId="ce91b2adc13b8b7b" providerId="LiveId" clId="{B84432D4-6A6A-444E-AA0B-9A8192848C53}" dt="2025-06-08T22:28:56.380" v="7776" actId="20577"/>
        <pc:sldMkLst>
          <pc:docMk/>
          <pc:sldMk cId="155853910" sldId="271"/>
        </pc:sldMkLst>
      </pc:sldChg>
      <pc:sldChg chg="addSp delSp modSp new mod">
        <pc:chgData name="昇汰 三輪" userId="ce91b2adc13b8b7b" providerId="LiveId" clId="{B84432D4-6A6A-444E-AA0B-9A8192848C53}" dt="2025-06-08T22:42:54.391" v="8195" actId="1076"/>
        <pc:sldMkLst>
          <pc:docMk/>
          <pc:sldMk cId="1880109827" sldId="272"/>
        </pc:sldMkLst>
      </pc:sldChg>
      <pc:sldChg chg="modSp new ord">
        <pc:chgData name="昇汰 三輪" userId="ce91b2adc13b8b7b" providerId="LiveId" clId="{B84432D4-6A6A-444E-AA0B-9A8192848C53}" dt="2025-06-08T21:50:24.945" v="7510"/>
        <pc:sldMkLst>
          <pc:docMk/>
          <pc:sldMk cId="1183548393" sldId="273"/>
        </pc:sldMkLst>
      </pc:sldChg>
      <pc:sldChg chg="modSp new mod modShow">
        <pc:chgData name="昇汰 三輪" userId="ce91b2adc13b8b7b" providerId="LiveId" clId="{B84432D4-6A6A-444E-AA0B-9A8192848C53}" dt="2025-06-08T21:48:56.729" v="7470" actId="729"/>
        <pc:sldMkLst>
          <pc:docMk/>
          <pc:sldMk cId="3250817086" sldId="274"/>
        </pc:sldMkLst>
      </pc:sldChg>
      <pc:sldChg chg="addSp modSp new mod">
        <pc:chgData name="昇汰 三輪" userId="ce91b2adc13b8b7b" providerId="LiveId" clId="{B84432D4-6A6A-444E-AA0B-9A8192848C53}" dt="2025-06-08T22:59:20.691" v="8529" actId="20577"/>
        <pc:sldMkLst>
          <pc:docMk/>
          <pc:sldMk cId="3598483349" sldId="275"/>
        </pc:sldMkLst>
      </pc:sldChg>
      <pc:sldChg chg="modSp new mod">
        <pc:chgData name="昇汰 三輪" userId="ce91b2adc13b8b7b" providerId="LiveId" clId="{B84432D4-6A6A-444E-AA0B-9A8192848C53}" dt="2025-06-08T22:31:24.890" v="8190" actId="20577"/>
        <pc:sldMkLst>
          <pc:docMk/>
          <pc:sldMk cId="3214781991" sldId="276"/>
        </pc:sldMkLst>
      </pc:sldChg>
    </pc:docChg>
  </pc:docChgLst>
  <pc:docChgLst>
    <pc:chgData name="昇汰 三輪" userId="ce91b2adc13b8b7b" providerId="LiveId" clId="{5FC1FB71-A051-4E0E-AB97-712272489FA9}"/>
    <pc:docChg chg="undo custSel addSld delSld modSld sldOrd">
      <pc:chgData name="昇汰 三輪" userId="ce91b2adc13b8b7b" providerId="LiveId" clId="{5FC1FB71-A051-4E0E-AB97-712272489FA9}" dt="2025-06-30T23:40:24.433" v="15063" actId="20577"/>
      <pc:docMkLst>
        <pc:docMk/>
      </pc:docMkLst>
      <pc:sldChg chg="modSp mod">
        <pc:chgData name="昇汰 三輪" userId="ce91b2adc13b8b7b" providerId="LiveId" clId="{5FC1FB71-A051-4E0E-AB97-712272489FA9}" dt="2025-06-30T23:40:24.433" v="15063" actId="20577"/>
        <pc:sldMkLst>
          <pc:docMk/>
          <pc:sldMk cId="3730098426" sldId="256"/>
        </pc:sldMkLst>
        <pc:spChg chg="mod">
          <ac:chgData name="昇汰 三輪" userId="ce91b2adc13b8b7b" providerId="LiveId" clId="{5FC1FB71-A051-4E0E-AB97-712272489FA9}" dt="2025-06-30T23:40:24.433" v="15063" actId="20577"/>
          <ac:spMkLst>
            <pc:docMk/>
            <pc:sldMk cId="3730098426" sldId="256"/>
            <ac:spMk id="3" creationId="{192DF71A-4D5A-C01D-C3AD-C999293F80D5}"/>
          </ac:spMkLst>
        </pc:spChg>
      </pc:sldChg>
      <pc:sldChg chg="addSp delSp modSp mod">
        <pc:chgData name="昇汰 三輪" userId="ce91b2adc13b8b7b" providerId="LiveId" clId="{5FC1FB71-A051-4E0E-AB97-712272489FA9}" dt="2025-06-30T23:12:29.444" v="14796" actId="20577"/>
        <pc:sldMkLst>
          <pc:docMk/>
          <pc:sldMk cId="2308684198" sldId="257"/>
        </pc:sldMkLst>
        <pc:spChg chg="mod">
          <ac:chgData name="昇汰 三輪" userId="ce91b2adc13b8b7b" providerId="LiveId" clId="{5FC1FB71-A051-4E0E-AB97-712272489FA9}" dt="2025-06-30T23:12:29.444" v="14796" actId="20577"/>
          <ac:spMkLst>
            <pc:docMk/>
            <pc:sldMk cId="2308684198" sldId="257"/>
            <ac:spMk id="3" creationId="{3268878B-D220-AB33-6C95-700020BA684B}"/>
          </ac:spMkLst>
        </pc:spChg>
      </pc:sldChg>
      <pc:sldChg chg="modSp new del mod ord">
        <pc:chgData name="昇汰 三輪" userId="ce91b2adc13b8b7b" providerId="LiveId" clId="{5FC1FB71-A051-4E0E-AB97-712272489FA9}" dt="2025-06-28T09:19:34.434" v="9751" actId="47"/>
        <pc:sldMkLst>
          <pc:docMk/>
          <pc:sldMk cId="663080845" sldId="258"/>
        </pc:sldMkLst>
      </pc:sldChg>
      <pc:sldChg chg="modSp new del mod">
        <pc:chgData name="昇汰 三輪" userId="ce91b2adc13b8b7b" providerId="LiveId" clId="{5FC1FB71-A051-4E0E-AB97-712272489FA9}" dt="2025-06-16T02:52:22.618" v="2804" actId="47"/>
        <pc:sldMkLst>
          <pc:docMk/>
          <pc:sldMk cId="3330806653" sldId="258"/>
        </pc:sldMkLst>
      </pc:sldChg>
      <pc:sldChg chg="addSp delSp modSp new del mod">
        <pc:chgData name="昇汰 三輪" userId="ce91b2adc13b8b7b" providerId="LiveId" clId="{5FC1FB71-A051-4E0E-AB97-712272489FA9}" dt="2025-06-28T09:19:34.892" v="9752" actId="47"/>
        <pc:sldMkLst>
          <pc:docMk/>
          <pc:sldMk cId="1182914701" sldId="259"/>
        </pc:sldMkLst>
      </pc:sldChg>
      <pc:sldChg chg="new del">
        <pc:chgData name="昇汰 三輪" userId="ce91b2adc13b8b7b" providerId="LiveId" clId="{5FC1FB71-A051-4E0E-AB97-712272489FA9}" dt="2025-06-16T03:32:30.653" v="3823" actId="47"/>
        <pc:sldMkLst>
          <pc:docMk/>
          <pc:sldMk cId="1418989033" sldId="259"/>
        </pc:sldMkLst>
      </pc:sldChg>
      <pc:sldChg chg="addSp delSp modSp new del mod">
        <pc:chgData name="昇汰 三輪" userId="ce91b2adc13b8b7b" providerId="LiveId" clId="{5FC1FB71-A051-4E0E-AB97-712272489FA9}" dt="2025-06-28T09:19:36.152" v="9755" actId="47"/>
        <pc:sldMkLst>
          <pc:docMk/>
          <pc:sldMk cId="64392165" sldId="260"/>
        </pc:sldMkLst>
      </pc:sldChg>
      <pc:sldChg chg="modSp new del mod">
        <pc:chgData name="昇汰 三輪" userId="ce91b2adc13b8b7b" providerId="LiveId" clId="{5FC1FB71-A051-4E0E-AB97-712272489FA9}" dt="2025-06-16T06:10:05.221" v="3841" actId="47"/>
        <pc:sldMkLst>
          <pc:docMk/>
          <pc:sldMk cId="3862239671" sldId="260"/>
        </pc:sldMkLst>
      </pc:sldChg>
      <pc:sldChg chg="modSp new del mod ord">
        <pc:chgData name="昇汰 三輪" userId="ce91b2adc13b8b7b" providerId="LiveId" clId="{5FC1FB71-A051-4E0E-AB97-712272489FA9}" dt="2025-06-30T23:06:52.221" v="14473" actId="47"/>
        <pc:sldMkLst>
          <pc:docMk/>
          <pc:sldMk cId="1788577664" sldId="261"/>
        </pc:sldMkLst>
      </pc:sldChg>
      <pc:sldChg chg="modSp new del mod">
        <pc:chgData name="昇汰 三輪" userId="ce91b2adc13b8b7b" providerId="LiveId" clId="{5FC1FB71-A051-4E0E-AB97-712272489FA9}" dt="2025-06-15T23:46:42.949" v="1714" actId="47"/>
        <pc:sldMkLst>
          <pc:docMk/>
          <pc:sldMk cId="4045883602" sldId="261"/>
        </pc:sldMkLst>
      </pc:sldChg>
      <pc:sldChg chg="addSp delSp modSp new del mod">
        <pc:chgData name="昇汰 三輪" userId="ce91b2adc13b8b7b" providerId="LiveId" clId="{5FC1FB71-A051-4E0E-AB97-712272489FA9}" dt="2025-06-16T06:10:03.189" v="3834" actId="47"/>
        <pc:sldMkLst>
          <pc:docMk/>
          <pc:sldMk cId="598545129" sldId="262"/>
        </pc:sldMkLst>
      </pc:sldChg>
      <pc:sldChg chg="modSp new del mod ord">
        <pc:chgData name="昇汰 三輪" userId="ce91b2adc13b8b7b" providerId="LiveId" clId="{5FC1FB71-A051-4E0E-AB97-712272489FA9}" dt="2025-06-28T09:19:33.938" v="9750" actId="47"/>
        <pc:sldMkLst>
          <pc:docMk/>
          <pc:sldMk cId="3015017923" sldId="262"/>
        </pc:sldMkLst>
      </pc:sldChg>
      <pc:sldChg chg="addSp delSp modSp new mod">
        <pc:chgData name="昇汰 三輪" userId="ce91b2adc13b8b7b" providerId="LiveId" clId="{5FC1FB71-A051-4E0E-AB97-712272489FA9}" dt="2025-06-30T23:38:40.235" v="15044" actId="1076"/>
        <pc:sldMkLst>
          <pc:docMk/>
          <pc:sldMk cId="3942121337" sldId="262"/>
        </pc:sldMkLst>
        <pc:spChg chg="mod">
          <ac:chgData name="昇汰 三輪" userId="ce91b2adc13b8b7b" providerId="LiveId" clId="{5FC1FB71-A051-4E0E-AB97-712272489FA9}" dt="2025-06-30T22:57:46.070" v="14415" actId="20577"/>
          <ac:spMkLst>
            <pc:docMk/>
            <pc:sldMk cId="3942121337" sldId="262"/>
            <ac:spMk id="2" creationId="{D3E95BC8-35CE-4123-5925-D546C8D8AE44}"/>
          </ac:spMkLst>
        </pc:spChg>
        <pc:spChg chg="del">
          <ac:chgData name="昇汰 三輪" userId="ce91b2adc13b8b7b" providerId="LiveId" clId="{5FC1FB71-A051-4E0E-AB97-712272489FA9}" dt="2025-06-30T00:29:48.786" v="9913" actId="22"/>
          <ac:spMkLst>
            <pc:docMk/>
            <pc:sldMk cId="3942121337" sldId="262"/>
            <ac:spMk id="3" creationId="{8FC89B00-D059-300B-6C4F-4B650118574F}"/>
          </ac:spMkLst>
        </pc:spChg>
        <pc:spChg chg="add mod">
          <ac:chgData name="昇汰 三輪" userId="ce91b2adc13b8b7b" providerId="LiveId" clId="{5FC1FB71-A051-4E0E-AB97-712272489FA9}" dt="2025-06-30T22:58:56.855" v="14418" actId="1076"/>
          <ac:spMkLst>
            <pc:docMk/>
            <pc:sldMk cId="3942121337" sldId="262"/>
            <ac:spMk id="11" creationId="{3EC153A7-3393-6143-E29F-C1838D608A10}"/>
          </ac:spMkLst>
        </pc:spChg>
        <pc:spChg chg="add mod">
          <ac:chgData name="昇汰 三輪" userId="ce91b2adc13b8b7b" providerId="LiveId" clId="{5FC1FB71-A051-4E0E-AB97-712272489FA9}" dt="2025-06-30T22:59:57.666" v="14465" actId="20577"/>
          <ac:spMkLst>
            <pc:docMk/>
            <pc:sldMk cId="3942121337" sldId="262"/>
            <ac:spMk id="12" creationId="{4AEB0BF1-051E-2CDB-E747-843D618D2FA2}"/>
          </ac:spMkLst>
        </pc:spChg>
        <pc:spChg chg="add del">
          <ac:chgData name="昇汰 三輪" userId="ce91b2adc13b8b7b" providerId="LiveId" clId="{5FC1FB71-A051-4E0E-AB97-712272489FA9}" dt="2025-06-30T23:01:27.774" v="14467" actId="11529"/>
          <ac:spMkLst>
            <pc:docMk/>
            <pc:sldMk cId="3942121337" sldId="262"/>
            <ac:spMk id="13" creationId="{9C0C39C1-B980-341D-12F3-15E877291C39}"/>
          </ac:spMkLst>
        </pc:spChg>
        <pc:spChg chg="add del mod">
          <ac:chgData name="昇汰 三輪" userId="ce91b2adc13b8b7b" providerId="LiveId" clId="{5FC1FB71-A051-4E0E-AB97-712272489FA9}" dt="2025-06-30T23:37:35.462" v="15029" actId="478"/>
          <ac:spMkLst>
            <pc:docMk/>
            <pc:sldMk cId="3942121337" sldId="262"/>
            <ac:spMk id="16" creationId="{F140973B-E254-53B5-3CC2-638114423217}"/>
          </ac:spMkLst>
        </pc:spChg>
        <pc:spChg chg="add del mod">
          <ac:chgData name="昇汰 三輪" userId="ce91b2adc13b8b7b" providerId="LiveId" clId="{5FC1FB71-A051-4E0E-AB97-712272489FA9}" dt="2025-06-30T23:37:10.447" v="15026" actId="478"/>
          <ac:spMkLst>
            <pc:docMk/>
            <pc:sldMk cId="3942121337" sldId="262"/>
            <ac:spMk id="17" creationId="{9B00D550-CEF5-AEDD-689C-0F64E919E5BD}"/>
          </ac:spMkLst>
        </pc:spChg>
        <pc:picChg chg="add mod ord">
          <ac:chgData name="昇汰 三輪" userId="ce91b2adc13b8b7b" providerId="LiveId" clId="{5FC1FB71-A051-4E0E-AB97-712272489FA9}" dt="2025-06-30T00:29:56.076" v="9915" actId="14100"/>
          <ac:picMkLst>
            <pc:docMk/>
            <pc:sldMk cId="3942121337" sldId="262"/>
            <ac:picMk id="6" creationId="{D03662E7-D4BA-C3F3-5CC5-C7B488D2FE16}"/>
          </ac:picMkLst>
        </pc:picChg>
        <pc:picChg chg="add del mod">
          <ac:chgData name="昇汰 三輪" userId="ce91b2adc13b8b7b" providerId="LiveId" clId="{5FC1FB71-A051-4E0E-AB97-712272489FA9}" dt="2025-06-30T22:56:28.555" v="14392" actId="478"/>
          <ac:picMkLst>
            <pc:docMk/>
            <pc:sldMk cId="3942121337" sldId="262"/>
            <ac:picMk id="8" creationId="{0AE5525E-F159-390D-916B-BF3E945A43E7}"/>
          </ac:picMkLst>
        </pc:picChg>
        <pc:picChg chg="add mod">
          <ac:chgData name="昇汰 三輪" userId="ce91b2adc13b8b7b" providerId="LiveId" clId="{5FC1FB71-A051-4E0E-AB97-712272489FA9}" dt="2025-06-30T22:57:01.321" v="14396" actId="1076"/>
          <ac:picMkLst>
            <pc:docMk/>
            <pc:sldMk cId="3942121337" sldId="262"/>
            <ac:picMk id="10" creationId="{37838D44-860B-B6B3-41D6-CF780E834483}"/>
          </ac:picMkLst>
        </pc:picChg>
        <pc:picChg chg="add mod modCrop">
          <ac:chgData name="昇汰 三輪" userId="ce91b2adc13b8b7b" providerId="LiveId" clId="{5FC1FB71-A051-4E0E-AB97-712272489FA9}" dt="2025-06-30T23:37:45.213" v="15031" actId="14100"/>
          <ac:picMkLst>
            <pc:docMk/>
            <pc:sldMk cId="3942121337" sldId="262"/>
            <ac:picMk id="18" creationId="{EFD795FE-EF67-743D-DDD8-6716578A8E27}"/>
          </ac:picMkLst>
        </pc:picChg>
        <pc:picChg chg="add mod">
          <ac:chgData name="昇汰 三輪" userId="ce91b2adc13b8b7b" providerId="LiveId" clId="{5FC1FB71-A051-4E0E-AB97-712272489FA9}" dt="2025-06-30T23:38:02.624" v="15034" actId="14100"/>
          <ac:picMkLst>
            <pc:docMk/>
            <pc:sldMk cId="3942121337" sldId="262"/>
            <ac:picMk id="19" creationId="{64A6665A-5B42-5294-C06D-99A8FF4AF638}"/>
          </ac:picMkLst>
        </pc:picChg>
        <pc:picChg chg="add mod">
          <ac:chgData name="昇汰 三輪" userId="ce91b2adc13b8b7b" providerId="LiveId" clId="{5FC1FB71-A051-4E0E-AB97-712272489FA9}" dt="2025-06-30T23:38:40.235" v="15044" actId="1076"/>
          <ac:picMkLst>
            <pc:docMk/>
            <pc:sldMk cId="3942121337" sldId="262"/>
            <ac:picMk id="20" creationId="{2DFDA496-71D7-BB16-83D4-F6471E3D1D37}"/>
          </ac:picMkLst>
        </pc:picChg>
        <pc:inkChg chg="add del">
          <ac:chgData name="昇汰 三輪" userId="ce91b2adc13b8b7b" providerId="LiveId" clId="{5FC1FB71-A051-4E0E-AB97-712272489FA9}" dt="2025-06-30T23:02:00.774" v="14471" actId="9405"/>
          <ac:inkMkLst>
            <pc:docMk/>
            <pc:sldMk cId="3942121337" sldId="262"/>
            <ac:inkMk id="14" creationId="{70B48534-A641-3E67-A739-2AFCEB1EAF03}"/>
          </ac:inkMkLst>
        </pc:inkChg>
        <pc:inkChg chg="add del">
          <ac:chgData name="昇汰 三輪" userId="ce91b2adc13b8b7b" providerId="LiveId" clId="{5FC1FB71-A051-4E0E-AB97-712272489FA9}" dt="2025-06-30T23:02:00.565" v="14470" actId="9405"/>
          <ac:inkMkLst>
            <pc:docMk/>
            <pc:sldMk cId="3942121337" sldId="262"/>
            <ac:inkMk id="15" creationId="{3292D97B-6DA8-5E0D-60C6-79D1E470CCE5}"/>
          </ac:inkMkLst>
        </pc:inkChg>
      </pc:sldChg>
      <pc:sldChg chg="modSp new del mod">
        <pc:chgData name="昇汰 三輪" userId="ce91b2adc13b8b7b" providerId="LiveId" clId="{5FC1FB71-A051-4E0E-AB97-712272489FA9}" dt="2025-06-16T06:10:04.467" v="3840" actId="47"/>
        <pc:sldMkLst>
          <pc:docMk/>
          <pc:sldMk cId="778074728" sldId="263"/>
        </pc:sldMkLst>
      </pc:sldChg>
      <pc:sldChg chg="del">
        <pc:chgData name="昇汰 三輪" userId="ce91b2adc13b8b7b" providerId="LiveId" clId="{5FC1FB71-A051-4E0E-AB97-712272489FA9}" dt="2025-06-11T23:18:26.844" v="0" actId="47"/>
        <pc:sldMkLst>
          <pc:docMk/>
          <pc:sldMk cId="2722557001" sldId="263"/>
        </pc:sldMkLst>
      </pc:sldChg>
      <pc:sldChg chg="modSp new mod">
        <pc:chgData name="昇汰 三輪" userId="ce91b2adc13b8b7b" providerId="LiveId" clId="{5FC1FB71-A051-4E0E-AB97-712272489FA9}" dt="2025-06-30T22:45:48.081" v="14183" actId="20577"/>
        <pc:sldMkLst>
          <pc:docMk/>
          <pc:sldMk cId="2970474710" sldId="263"/>
        </pc:sldMkLst>
        <pc:spChg chg="mod">
          <ac:chgData name="昇汰 三輪" userId="ce91b2adc13b8b7b" providerId="LiveId" clId="{5FC1FB71-A051-4E0E-AB97-712272489FA9}" dt="2025-06-30T01:19:36.188" v="10052" actId="20577"/>
          <ac:spMkLst>
            <pc:docMk/>
            <pc:sldMk cId="2970474710" sldId="263"/>
            <ac:spMk id="2" creationId="{B5BABAFF-B41C-50E5-4D42-972ED3235EFF}"/>
          </ac:spMkLst>
        </pc:spChg>
        <pc:spChg chg="mod">
          <ac:chgData name="昇汰 三輪" userId="ce91b2adc13b8b7b" providerId="LiveId" clId="{5FC1FB71-A051-4E0E-AB97-712272489FA9}" dt="2025-06-30T22:45:48.081" v="14183" actId="20577"/>
          <ac:spMkLst>
            <pc:docMk/>
            <pc:sldMk cId="2970474710" sldId="263"/>
            <ac:spMk id="3" creationId="{9544B60E-286E-1A79-DC36-B5EC8BB5C0BD}"/>
          </ac:spMkLst>
        </pc:spChg>
      </pc:sldChg>
      <pc:sldChg chg="modSp new del mod ord">
        <pc:chgData name="昇汰 三輪" userId="ce91b2adc13b8b7b" providerId="LiveId" clId="{5FC1FB71-A051-4E0E-AB97-712272489FA9}" dt="2025-06-28T09:19:33.282" v="9749" actId="47"/>
        <pc:sldMkLst>
          <pc:docMk/>
          <pc:sldMk cId="3344223506" sldId="263"/>
        </pc:sldMkLst>
      </pc:sldChg>
      <pc:sldChg chg="modSp new del mod">
        <pc:chgData name="昇汰 三輪" userId="ce91b2adc13b8b7b" providerId="LiveId" clId="{5FC1FB71-A051-4E0E-AB97-712272489FA9}" dt="2025-06-28T09:19:35.758" v="9754" actId="47"/>
        <pc:sldMkLst>
          <pc:docMk/>
          <pc:sldMk cId="1115555178" sldId="264"/>
        </pc:sldMkLst>
      </pc:sldChg>
      <pc:sldChg chg="addSp modSp new mod">
        <pc:chgData name="昇汰 三輪" userId="ce91b2adc13b8b7b" providerId="LiveId" clId="{5FC1FB71-A051-4E0E-AB97-712272489FA9}" dt="2025-06-30T23:05:53.223" v="14472" actId="9405"/>
        <pc:sldMkLst>
          <pc:docMk/>
          <pc:sldMk cId="1417297615" sldId="264"/>
        </pc:sldMkLst>
        <pc:spChg chg="mod">
          <ac:chgData name="昇汰 三輪" userId="ce91b2adc13b8b7b" providerId="LiveId" clId="{5FC1FB71-A051-4E0E-AB97-712272489FA9}" dt="2025-06-30T02:23:03.616" v="11428" actId="20577"/>
          <ac:spMkLst>
            <pc:docMk/>
            <pc:sldMk cId="1417297615" sldId="264"/>
            <ac:spMk id="2" creationId="{2259D637-D47D-12C6-14F8-E4BC4A030CA1}"/>
          </ac:spMkLst>
        </pc:spChg>
        <pc:spChg chg="mod">
          <ac:chgData name="昇汰 三輪" userId="ce91b2adc13b8b7b" providerId="LiveId" clId="{5FC1FB71-A051-4E0E-AB97-712272489FA9}" dt="2025-06-30T22:58:16.119" v="14416" actId="20577"/>
          <ac:spMkLst>
            <pc:docMk/>
            <pc:sldMk cId="1417297615" sldId="264"/>
            <ac:spMk id="3" creationId="{51AE48A8-B861-6C94-9923-BC31588147E9}"/>
          </ac:spMkLst>
        </pc:spChg>
        <pc:inkChg chg="add">
          <ac:chgData name="昇汰 三輪" userId="ce91b2adc13b8b7b" providerId="LiveId" clId="{5FC1FB71-A051-4E0E-AB97-712272489FA9}" dt="2025-06-30T23:05:53.223" v="14472" actId="9405"/>
          <ac:inkMkLst>
            <pc:docMk/>
            <pc:sldMk cId="1417297615" sldId="264"/>
            <ac:inkMk id="5" creationId="{1078F162-8845-72E3-D816-084C74538DB2}"/>
          </ac:inkMkLst>
        </pc:inkChg>
      </pc:sldChg>
      <pc:sldChg chg="addSp modSp new del mod">
        <pc:chgData name="昇汰 三輪" userId="ce91b2adc13b8b7b" providerId="LiveId" clId="{5FC1FB71-A051-4E0E-AB97-712272489FA9}" dt="2025-06-16T06:10:04.081" v="3839" actId="47"/>
        <pc:sldMkLst>
          <pc:docMk/>
          <pc:sldMk cId="2647106135" sldId="264"/>
        </pc:sldMkLst>
      </pc:sldChg>
      <pc:sldChg chg="del">
        <pc:chgData name="昇汰 三輪" userId="ce91b2adc13b8b7b" providerId="LiveId" clId="{5FC1FB71-A051-4E0E-AB97-712272489FA9}" dt="2025-06-11T23:18:28.850" v="1" actId="47"/>
        <pc:sldMkLst>
          <pc:docMk/>
          <pc:sldMk cId="3872091645" sldId="264"/>
        </pc:sldMkLst>
      </pc:sldChg>
      <pc:sldChg chg="addSp delSp modSp new del mod">
        <pc:chgData name="昇汰 三輪" userId="ce91b2adc13b8b7b" providerId="LiveId" clId="{5FC1FB71-A051-4E0E-AB97-712272489FA9}" dt="2025-06-16T06:10:03.439" v="3836" actId="47"/>
        <pc:sldMkLst>
          <pc:docMk/>
          <pc:sldMk cId="1930047361" sldId="265"/>
        </pc:sldMkLst>
      </pc:sldChg>
      <pc:sldChg chg="modSp new mod">
        <pc:chgData name="昇汰 三輪" userId="ce91b2adc13b8b7b" providerId="LiveId" clId="{5FC1FB71-A051-4E0E-AB97-712272489FA9}" dt="2025-06-30T23:10:40.595" v="14745" actId="20577"/>
        <pc:sldMkLst>
          <pc:docMk/>
          <pc:sldMk cId="3296967537" sldId="265"/>
        </pc:sldMkLst>
        <pc:spChg chg="mod">
          <ac:chgData name="昇汰 三輪" userId="ce91b2adc13b8b7b" providerId="LiveId" clId="{5FC1FB71-A051-4E0E-AB97-712272489FA9}" dt="2025-06-30T23:10:40.595" v="14745" actId="20577"/>
          <ac:spMkLst>
            <pc:docMk/>
            <pc:sldMk cId="3296967537" sldId="265"/>
            <ac:spMk id="2" creationId="{6CE5D965-37A4-1EC1-03C4-13319529C8E8}"/>
          </ac:spMkLst>
        </pc:spChg>
        <pc:spChg chg="mod">
          <ac:chgData name="昇汰 三輪" userId="ce91b2adc13b8b7b" providerId="LiveId" clId="{5FC1FB71-A051-4E0E-AB97-712272489FA9}" dt="2025-06-30T22:32:46.189" v="13506" actId="255"/>
          <ac:spMkLst>
            <pc:docMk/>
            <pc:sldMk cId="3296967537" sldId="265"/>
            <ac:spMk id="3" creationId="{12208343-38B3-0BFD-22F0-98431D6A44D7}"/>
          </ac:spMkLst>
        </pc:spChg>
      </pc:sldChg>
      <pc:sldChg chg="modSp new del mod">
        <pc:chgData name="昇汰 三輪" userId="ce91b2adc13b8b7b" providerId="LiveId" clId="{5FC1FB71-A051-4E0E-AB97-712272489FA9}" dt="2025-06-28T09:19:35.326" v="9753" actId="47"/>
        <pc:sldMkLst>
          <pc:docMk/>
          <pc:sldMk cId="3528182602" sldId="265"/>
        </pc:sldMkLst>
      </pc:sldChg>
      <pc:sldChg chg="del">
        <pc:chgData name="昇汰 三輪" userId="ce91b2adc13b8b7b" providerId="LiveId" clId="{5FC1FB71-A051-4E0E-AB97-712272489FA9}" dt="2025-06-11T23:18:29.544" v="2" actId="47"/>
        <pc:sldMkLst>
          <pc:docMk/>
          <pc:sldMk cId="3890367890" sldId="265"/>
        </pc:sldMkLst>
      </pc:sldChg>
      <pc:sldChg chg="addSp delSp modSp new del mod">
        <pc:chgData name="昇汰 三輪" userId="ce91b2adc13b8b7b" providerId="LiveId" clId="{5FC1FB71-A051-4E0E-AB97-712272489FA9}" dt="2025-06-16T06:10:03.306" v="3835" actId="47"/>
        <pc:sldMkLst>
          <pc:docMk/>
          <pc:sldMk cId="890247293" sldId="266"/>
        </pc:sldMkLst>
      </pc:sldChg>
      <pc:sldChg chg="addSp modSp new mod">
        <pc:chgData name="昇汰 三輪" userId="ce91b2adc13b8b7b" providerId="LiveId" clId="{5FC1FB71-A051-4E0E-AB97-712272489FA9}" dt="2025-06-30T03:50:08.989" v="12072" actId="20577"/>
        <pc:sldMkLst>
          <pc:docMk/>
          <pc:sldMk cId="2930246171" sldId="266"/>
        </pc:sldMkLst>
        <pc:spChg chg="mod">
          <ac:chgData name="昇汰 三輪" userId="ce91b2adc13b8b7b" providerId="LiveId" clId="{5FC1FB71-A051-4E0E-AB97-712272489FA9}" dt="2025-06-30T01:56:48.371" v="10695" actId="20577"/>
          <ac:spMkLst>
            <pc:docMk/>
            <pc:sldMk cId="2930246171" sldId="266"/>
            <ac:spMk id="2" creationId="{E3485320-01F2-8EE0-4C2D-13259F8F2F82}"/>
          </ac:spMkLst>
        </pc:spChg>
        <pc:spChg chg="mod">
          <ac:chgData name="昇汰 三輪" userId="ce91b2adc13b8b7b" providerId="LiveId" clId="{5FC1FB71-A051-4E0E-AB97-712272489FA9}" dt="2025-06-30T03:50:08.989" v="12072" actId="20577"/>
          <ac:spMkLst>
            <pc:docMk/>
            <pc:sldMk cId="2930246171" sldId="266"/>
            <ac:spMk id="3" creationId="{A12CAFFF-1508-4706-BD86-F924D9E36D70}"/>
          </ac:spMkLst>
        </pc:spChg>
        <pc:spChg chg="add mod">
          <ac:chgData name="昇汰 三輪" userId="ce91b2adc13b8b7b" providerId="LiveId" clId="{5FC1FB71-A051-4E0E-AB97-712272489FA9}" dt="2025-06-30T01:57:19.838" v="10698" actId="14100"/>
          <ac:spMkLst>
            <pc:docMk/>
            <pc:sldMk cId="2930246171" sldId="266"/>
            <ac:spMk id="6" creationId="{435DB4EA-7A9F-BF49-AC5F-895343F882DD}"/>
          </ac:spMkLst>
        </pc:spChg>
        <pc:spChg chg="add mod">
          <ac:chgData name="昇汰 三輪" userId="ce91b2adc13b8b7b" providerId="LiveId" clId="{5FC1FB71-A051-4E0E-AB97-712272489FA9}" dt="2025-06-30T01:57:59.461" v="10703" actId="14100"/>
          <ac:spMkLst>
            <pc:docMk/>
            <pc:sldMk cId="2930246171" sldId="266"/>
            <ac:spMk id="7" creationId="{8A0A76A1-F1C4-6752-68FE-7220584BAB95}"/>
          </ac:spMkLst>
        </pc:spChg>
        <pc:graphicFrameChg chg="add mod modGraphic">
          <ac:chgData name="昇汰 三輪" userId="ce91b2adc13b8b7b" providerId="LiveId" clId="{5FC1FB71-A051-4E0E-AB97-712272489FA9}" dt="2025-06-30T01:56:25.489" v="10647" actId="14100"/>
          <ac:graphicFrameMkLst>
            <pc:docMk/>
            <pc:sldMk cId="2930246171" sldId="266"/>
            <ac:graphicFrameMk id="5" creationId="{720B4944-04E3-B5EE-11A4-E05D9E42AA46}"/>
          </ac:graphicFrameMkLst>
        </pc:graphicFrameChg>
      </pc:sldChg>
      <pc:sldChg chg="addSp modSp new del mod ord">
        <pc:chgData name="昇汰 三輪" userId="ce91b2adc13b8b7b" providerId="LiveId" clId="{5FC1FB71-A051-4E0E-AB97-712272489FA9}" dt="2025-06-28T09:19:36.868" v="9757" actId="47"/>
        <pc:sldMkLst>
          <pc:docMk/>
          <pc:sldMk cId="4214967062" sldId="266"/>
        </pc:sldMkLst>
      </pc:sldChg>
      <pc:sldChg chg="addSp modSp new del mod ord">
        <pc:chgData name="昇汰 三輪" userId="ce91b2adc13b8b7b" providerId="LiveId" clId="{5FC1FB71-A051-4E0E-AB97-712272489FA9}" dt="2025-06-28T09:19:36.555" v="9756" actId="47"/>
        <pc:sldMkLst>
          <pc:docMk/>
          <pc:sldMk cId="366156671" sldId="267"/>
        </pc:sldMkLst>
      </pc:sldChg>
      <pc:sldChg chg="addSp modSp new mod">
        <pc:chgData name="昇汰 三輪" userId="ce91b2adc13b8b7b" providerId="LiveId" clId="{5FC1FB71-A051-4E0E-AB97-712272489FA9}" dt="2025-06-30T04:02:26.387" v="12148" actId="20577"/>
        <pc:sldMkLst>
          <pc:docMk/>
          <pc:sldMk cId="2923831041" sldId="267"/>
        </pc:sldMkLst>
        <pc:spChg chg="mod">
          <ac:chgData name="昇汰 三輪" userId="ce91b2adc13b8b7b" providerId="LiveId" clId="{5FC1FB71-A051-4E0E-AB97-712272489FA9}" dt="2025-06-30T02:03:49.875" v="11074" actId="20577"/>
          <ac:spMkLst>
            <pc:docMk/>
            <pc:sldMk cId="2923831041" sldId="267"/>
            <ac:spMk id="2" creationId="{55B21765-C5E4-B5CE-A6FE-6330DE6D9A82}"/>
          </ac:spMkLst>
        </pc:spChg>
        <pc:spChg chg="mod">
          <ac:chgData name="昇汰 三輪" userId="ce91b2adc13b8b7b" providerId="LiveId" clId="{5FC1FB71-A051-4E0E-AB97-712272489FA9}" dt="2025-06-30T02:06:20.636" v="11166" actId="20577"/>
          <ac:spMkLst>
            <pc:docMk/>
            <pc:sldMk cId="2923831041" sldId="267"/>
            <ac:spMk id="3" creationId="{0882BE2F-D061-DE93-9ABE-84CC87571A82}"/>
          </ac:spMkLst>
        </pc:spChg>
        <pc:spChg chg="add mod">
          <ac:chgData name="昇汰 三輪" userId="ce91b2adc13b8b7b" providerId="LiveId" clId="{5FC1FB71-A051-4E0E-AB97-712272489FA9}" dt="2025-06-30T02:05:41.259" v="11153" actId="208"/>
          <ac:spMkLst>
            <pc:docMk/>
            <pc:sldMk cId="2923831041" sldId="267"/>
            <ac:spMk id="5" creationId="{F5472299-C9DE-607B-7660-66D0C40A8D35}"/>
          </ac:spMkLst>
        </pc:spChg>
        <pc:spChg chg="add mod">
          <ac:chgData name="昇汰 三輪" userId="ce91b2adc13b8b7b" providerId="LiveId" clId="{5FC1FB71-A051-4E0E-AB97-712272489FA9}" dt="2025-06-30T02:05:48.133" v="11156" actId="1076"/>
          <ac:spMkLst>
            <pc:docMk/>
            <pc:sldMk cId="2923831041" sldId="267"/>
            <ac:spMk id="6" creationId="{9896CB61-589E-BC93-4781-0F3ED6F76F80}"/>
          </ac:spMkLst>
        </pc:spChg>
        <pc:spChg chg="add mod">
          <ac:chgData name="昇汰 三輪" userId="ce91b2adc13b8b7b" providerId="LiveId" clId="{5FC1FB71-A051-4E0E-AB97-712272489FA9}" dt="2025-06-30T02:05:55.575" v="11159" actId="14100"/>
          <ac:spMkLst>
            <pc:docMk/>
            <pc:sldMk cId="2923831041" sldId="267"/>
            <ac:spMk id="7" creationId="{05F50EA1-B146-E36B-13B5-EBAD8738E141}"/>
          </ac:spMkLst>
        </pc:spChg>
        <pc:spChg chg="add mod">
          <ac:chgData name="昇汰 三輪" userId="ce91b2adc13b8b7b" providerId="LiveId" clId="{5FC1FB71-A051-4E0E-AB97-712272489FA9}" dt="2025-06-30T02:06:28.379" v="11168" actId="1076"/>
          <ac:spMkLst>
            <pc:docMk/>
            <pc:sldMk cId="2923831041" sldId="267"/>
            <ac:spMk id="8" creationId="{A1A6237D-6937-EF9C-A0A5-E67ED3AAD386}"/>
          </ac:spMkLst>
        </pc:spChg>
        <pc:spChg chg="add mod">
          <ac:chgData name="昇汰 三輪" userId="ce91b2adc13b8b7b" providerId="LiveId" clId="{5FC1FB71-A051-4E0E-AB97-712272489FA9}" dt="2025-06-30T04:02:26.387" v="12148" actId="20577"/>
          <ac:spMkLst>
            <pc:docMk/>
            <pc:sldMk cId="2923831041" sldId="267"/>
            <ac:spMk id="9" creationId="{D21BB611-6930-DD8B-5813-39519A62FD9C}"/>
          </ac:spMkLst>
        </pc:spChg>
      </pc:sldChg>
      <pc:sldChg chg="addSp modSp new del mod">
        <pc:chgData name="昇汰 三輪" userId="ce91b2adc13b8b7b" providerId="LiveId" clId="{5FC1FB71-A051-4E0E-AB97-712272489FA9}" dt="2025-06-16T06:10:03.059" v="3833" actId="47"/>
        <pc:sldMkLst>
          <pc:docMk/>
          <pc:sldMk cId="3179388456" sldId="267"/>
        </pc:sldMkLst>
      </pc:sldChg>
      <pc:sldChg chg="del">
        <pc:chgData name="昇汰 三輪" userId="ce91b2adc13b8b7b" providerId="LiveId" clId="{5FC1FB71-A051-4E0E-AB97-712272489FA9}" dt="2025-06-11T23:18:31.042" v="6" actId="47"/>
        <pc:sldMkLst>
          <pc:docMk/>
          <pc:sldMk cId="3412479310" sldId="267"/>
        </pc:sldMkLst>
      </pc:sldChg>
      <pc:sldChg chg="del">
        <pc:chgData name="昇汰 三輪" userId="ce91b2adc13b8b7b" providerId="LiveId" clId="{5FC1FB71-A051-4E0E-AB97-712272489FA9}" dt="2025-06-11T23:18:30.041" v="3" actId="47"/>
        <pc:sldMkLst>
          <pc:docMk/>
          <pc:sldMk cId="406617643" sldId="268"/>
        </pc:sldMkLst>
      </pc:sldChg>
      <pc:sldChg chg="modSp new del mod">
        <pc:chgData name="昇汰 三輪" userId="ce91b2adc13b8b7b" providerId="LiveId" clId="{5FC1FB71-A051-4E0E-AB97-712272489FA9}" dt="2025-06-28T09:19:37.191" v="9758" actId="47"/>
        <pc:sldMkLst>
          <pc:docMk/>
          <pc:sldMk cId="957967134" sldId="268"/>
        </pc:sldMkLst>
      </pc:sldChg>
      <pc:sldChg chg="addSp delSp modSp new mod">
        <pc:chgData name="昇汰 三輪" userId="ce91b2adc13b8b7b" providerId="LiveId" clId="{5FC1FB71-A051-4E0E-AB97-712272489FA9}" dt="2025-06-30T22:41:48.100" v="13929" actId="20577"/>
        <pc:sldMkLst>
          <pc:docMk/>
          <pc:sldMk cId="1747884226" sldId="268"/>
        </pc:sldMkLst>
        <pc:spChg chg="mod">
          <ac:chgData name="昇汰 三輪" userId="ce91b2adc13b8b7b" providerId="LiveId" clId="{5FC1FB71-A051-4E0E-AB97-712272489FA9}" dt="2025-06-30T21:42:00.650" v="13059" actId="20577"/>
          <ac:spMkLst>
            <pc:docMk/>
            <pc:sldMk cId="1747884226" sldId="268"/>
            <ac:spMk id="2" creationId="{5DEEF4BE-3F32-DEB2-734B-216C98969EE8}"/>
          </ac:spMkLst>
        </pc:spChg>
        <pc:spChg chg="mod">
          <ac:chgData name="昇汰 三輪" userId="ce91b2adc13b8b7b" providerId="LiveId" clId="{5FC1FB71-A051-4E0E-AB97-712272489FA9}" dt="2025-06-30T22:41:27.351" v="13922" actId="20577"/>
          <ac:spMkLst>
            <pc:docMk/>
            <pc:sldMk cId="1747884226" sldId="268"/>
            <ac:spMk id="3" creationId="{8A7B8DE9-9C24-D953-EC70-F86F0DF40B60}"/>
          </ac:spMkLst>
        </pc:spChg>
        <pc:spChg chg="add del mod">
          <ac:chgData name="昇汰 三輪" userId="ce91b2adc13b8b7b" providerId="LiveId" clId="{5FC1FB71-A051-4E0E-AB97-712272489FA9}" dt="2025-06-30T21:12:32.581" v="12151" actId="478"/>
          <ac:spMkLst>
            <pc:docMk/>
            <pc:sldMk cId="1747884226" sldId="268"/>
            <ac:spMk id="5" creationId="{D6FB01D2-C057-FFAA-6F92-7823005D8C45}"/>
          </ac:spMkLst>
        </pc:spChg>
        <pc:spChg chg="add del mod">
          <ac:chgData name="昇汰 三輪" userId="ce91b2adc13b8b7b" providerId="LiveId" clId="{5FC1FB71-A051-4E0E-AB97-712272489FA9}" dt="2025-06-30T21:12:31.290" v="12150" actId="478"/>
          <ac:spMkLst>
            <pc:docMk/>
            <pc:sldMk cId="1747884226" sldId="268"/>
            <ac:spMk id="6" creationId="{447BFEC0-E6C8-57BC-3FE5-71705AE9BE9F}"/>
          </ac:spMkLst>
        </pc:spChg>
        <pc:spChg chg="add mod">
          <ac:chgData name="昇汰 三輪" userId="ce91b2adc13b8b7b" providerId="LiveId" clId="{5FC1FB71-A051-4E0E-AB97-712272489FA9}" dt="2025-06-30T22:41:48.100" v="13929" actId="20577"/>
          <ac:spMkLst>
            <pc:docMk/>
            <pc:sldMk cId="1747884226" sldId="268"/>
            <ac:spMk id="7" creationId="{B91F0CA3-BB33-25D5-DD1A-95FD3E70203E}"/>
          </ac:spMkLst>
        </pc:spChg>
        <pc:spChg chg="add mod">
          <ac:chgData name="昇汰 三輪" userId="ce91b2adc13b8b7b" providerId="LiveId" clId="{5FC1FB71-A051-4E0E-AB97-712272489FA9}" dt="2025-06-30T22:40:30.103" v="13832" actId="208"/>
          <ac:spMkLst>
            <pc:docMk/>
            <pc:sldMk cId="1747884226" sldId="268"/>
            <ac:spMk id="21" creationId="{E6E6C08B-FBCA-18BA-098D-4D2B7825E314}"/>
          </ac:spMkLst>
        </pc:spChg>
        <pc:graphicFrameChg chg="add mod">
          <ac:chgData name="昇汰 三輪" userId="ce91b2adc13b8b7b" providerId="LiveId" clId="{5FC1FB71-A051-4E0E-AB97-712272489FA9}" dt="2025-06-30T21:23:38.105" v="12360"/>
          <ac:graphicFrameMkLst>
            <pc:docMk/>
            <pc:sldMk cId="1747884226" sldId="268"/>
            <ac:graphicFrameMk id="8" creationId="{9BC9D5C5-128F-15DF-6EE6-B9D2CE554985}"/>
          </ac:graphicFrameMkLst>
        </pc:graphicFrameChg>
        <pc:graphicFrameChg chg="add mod">
          <ac:chgData name="昇汰 三輪" userId="ce91b2adc13b8b7b" providerId="LiveId" clId="{5FC1FB71-A051-4E0E-AB97-712272489FA9}" dt="2025-06-30T21:23:38.105" v="12360"/>
          <ac:graphicFrameMkLst>
            <pc:docMk/>
            <pc:sldMk cId="1747884226" sldId="268"/>
            <ac:graphicFrameMk id="9" creationId="{9D7B9759-47A4-B551-831D-69E3F658EF1D}"/>
          </ac:graphicFrameMkLst>
        </pc:graphicFrameChg>
        <pc:graphicFrameChg chg="add mod">
          <ac:chgData name="昇汰 三輪" userId="ce91b2adc13b8b7b" providerId="LiveId" clId="{5FC1FB71-A051-4E0E-AB97-712272489FA9}" dt="2025-06-30T21:23:38.105" v="12360"/>
          <ac:graphicFrameMkLst>
            <pc:docMk/>
            <pc:sldMk cId="1747884226" sldId="268"/>
            <ac:graphicFrameMk id="12" creationId="{FDCFC0E8-9128-F07A-E10C-323288197D76}"/>
          </ac:graphicFrameMkLst>
        </pc:graphicFrameChg>
        <pc:graphicFrameChg chg="add mod">
          <ac:chgData name="昇汰 三輪" userId="ce91b2adc13b8b7b" providerId="LiveId" clId="{5FC1FB71-A051-4E0E-AB97-712272489FA9}" dt="2025-06-30T21:23:38.105" v="12360"/>
          <ac:graphicFrameMkLst>
            <pc:docMk/>
            <pc:sldMk cId="1747884226" sldId="268"/>
            <ac:graphicFrameMk id="13" creationId="{CA6E74CD-DEF1-716B-C398-1E03268E7232}"/>
          </ac:graphicFrameMkLst>
        </pc:graphicFrameChg>
        <pc:graphicFrameChg chg="add mod">
          <ac:chgData name="昇汰 三輪" userId="ce91b2adc13b8b7b" providerId="LiveId" clId="{5FC1FB71-A051-4E0E-AB97-712272489FA9}" dt="2025-06-30T21:23:38.105" v="12360"/>
          <ac:graphicFrameMkLst>
            <pc:docMk/>
            <pc:sldMk cId="1747884226" sldId="268"/>
            <ac:graphicFrameMk id="14" creationId="{CAEC51DD-5BA2-B908-9128-AFC2654F8DFD}"/>
          </ac:graphicFrameMkLst>
        </pc:graphicFrameChg>
        <pc:graphicFrameChg chg="add mod">
          <ac:chgData name="昇汰 三輪" userId="ce91b2adc13b8b7b" providerId="LiveId" clId="{5FC1FB71-A051-4E0E-AB97-712272489FA9}" dt="2025-06-30T21:23:38.105" v="12360"/>
          <ac:graphicFrameMkLst>
            <pc:docMk/>
            <pc:sldMk cId="1747884226" sldId="268"/>
            <ac:graphicFrameMk id="15" creationId="{AE93D45F-62B9-C0A4-962F-22FACDECB7A5}"/>
          </ac:graphicFrameMkLst>
        </pc:graphicFrameChg>
        <pc:graphicFrameChg chg="add mod">
          <ac:chgData name="昇汰 三輪" userId="ce91b2adc13b8b7b" providerId="LiveId" clId="{5FC1FB71-A051-4E0E-AB97-712272489FA9}" dt="2025-06-30T21:23:38.105" v="12360"/>
          <ac:graphicFrameMkLst>
            <pc:docMk/>
            <pc:sldMk cId="1747884226" sldId="268"/>
            <ac:graphicFrameMk id="17" creationId="{403999B8-2DC8-975F-5776-1B3789F2B020}"/>
          </ac:graphicFrameMkLst>
        </pc:graphicFrameChg>
        <pc:graphicFrameChg chg="add mod">
          <ac:chgData name="昇汰 三輪" userId="ce91b2adc13b8b7b" providerId="LiveId" clId="{5FC1FB71-A051-4E0E-AB97-712272489FA9}" dt="2025-06-30T21:23:38.105" v="12360"/>
          <ac:graphicFrameMkLst>
            <pc:docMk/>
            <pc:sldMk cId="1747884226" sldId="268"/>
            <ac:graphicFrameMk id="18" creationId="{05C031CB-C7E0-4D7F-E432-B0B794178216}"/>
          </ac:graphicFrameMkLst>
        </pc:graphicFrameChg>
        <pc:graphicFrameChg chg="add mod">
          <ac:chgData name="昇汰 三輪" userId="ce91b2adc13b8b7b" providerId="LiveId" clId="{5FC1FB71-A051-4E0E-AB97-712272489FA9}" dt="2025-06-30T21:23:38.105" v="12360"/>
          <ac:graphicFrameMkLst>
            <pc:docMk/>
            <pc:sldMk cId="1747884226" sldId="268"/>
            <ac:graphicFrameMk id="19" creationId="{007B343E-EEBA-BD90-CFA9-884848DCA6D0}"/>
          </ac:graphicFrameMkLst>
        </pc:graphicFrameChg>
        <pc:graphicFrameChg chg="add mod">
          <ac:chgData name="昇汰 三輪" userId="ce91b2adc13b8b7b" providerId="LiveId" clId="{5FC1FB71-A051-4E0E-AB97-712272489FA9}" dt="2025-06-30T21:23:38.105" v="12360"/>
          <ac:graphicFrameMkLst>
            <pc:docMk/>
            <pc:sldMk cId="1747884226" sldId="268"/>
            <ac:graphicFrameMk id="20" creationId="{EFD92739-8D00-46AB-B367-7429DDEF37D3}"/>
          </ac:graphicFrameMkLst>
        </pc:graphicFrameChg>
      </pc:sldChg>
      <pc:sldChg chg="addSp modSp new del mod">
        <pc:chgData name="昇汰 三輪" userId="ce91b2adc13b8b7b" providerId="LiveId" clId="{5FC1FB71-A051-4E0E-AB97-712272489FA9}" dt="2025-06-16T06:10:02.922" v="3832" actId="47"/>
        <pc:sldMkLst>
          <pc:docMk/>
          <pc:sldMk cId="4168969118" sldId="268"/>
        </pc:sldMkLst>
      </pc:sldChg>
      <pc:sldChg chg="modSp new del mod">
        <pc:chgData name="昇汰 三輪" userId="ce91b2adc13b8b7b" providerId="LiveId" clId="{5FC1FB71-A051-4E0E-AB97-712272489FA9}" dt="2025-06-16T06:10:02.100" v="3829" actId="47"/>
        <pc:sldMkLst>
          <pc:docMk/>
          <pc:sldMk cId="2207709873" sldId="269"/>
        </pc:sldMkLst>
      </pc:sldChg>
      <pc:sldChg chg="addSp delSp modSp new del mod">
        <pc:chgData name="昇汰 三輪" userId="ce91b2adc13b8b7b" providerId="LiveId" clId="{5FC1FB71-A051-4E0E-AB97-712272489FA9}" dt="2025-06-28T09:19:37.783" v="9759" actId="47"/>
        <pc:sldMkLst>
          <pc:docMk/>
          <pc:sldMk cId="2263359952" sldId="269"/>
        </pc:sldMkLst>
      </pc:sldChg>
      <pc:sldChg chg="modSp new mod">
        <pc:chgData name="昇汰 三輪" userId="ce91b2adc13b8b7b" providerId="LiveId" clId="{5FC1FB71-A051-4E0E-AB97-712272489FA9}" dt="2025-06-30T23:36:06.550" v="15019" actId="20577"/>
        <pc:sldMkLst>
          <pc:docMk/>
          <pc:sldMk cId="3676070298" sldId="269"/>
        </pc:sldMkLst>
        <pc:spChg chg="mod">
          <ac:chgData name="昇汰 三輪" userId="ce91b2adc13b8b7b" providerId="LiveId" clId="{5FC1FB71-A051-4E0E-AB97-712272489FA9}" dt="2025-06-30T22:42:27.957" v="13968" actId="20577"/>
          <ac:spMkLst>
            <pc:docMk/>
            <pc:sldMk cId="3676070298" sldId="269"/>
            <ac:spMk id="2" creationId="{D83C2488-8D23-08FF-06CE-A9616F8D0B99}"/>
          </ac:spMkLst>
        </pc:spChg>
        <pc:spChg chg="mod">
          <ac:chgData name="昇汰 三輪" userId="ce91b2adc13b8b7b" providerId="LiveId" clId="{5FC1FB71-A051-4E0E-AB97-712272489FA9}" dt="2025-06-30T23:36:06.550" v="15019" actId="20577"/>
          <ac:spMkLst>
            <pc:docMk/>
            <pc:sldMk cId="3676070298" sldId="269"/>
            <ac:spMk id="3" creationId="{5CFD5661-6661-7B90-E51E-C5D9E246D171}"/>
          </ac:spMkLst>
        </pc:spChg>
      </pc:sldChg>
      <pc:sldChg chg="del">
        <pc:chgData name="昇汰 三輪" userId="ce91b2adc13b8b7b" providerId="LiveId" clId="{5FC1FB71-A051-4E0E-AB97-712272489FA9}" dt="2025-06-11T23:18:31.213" v="7" actId="47"/>
        <pc:sldMkLst>
          <pc:docMk/>
          <pc:sldMk cId="3792913055" sldId="269"/>
        </pc:sldMkLst>
      </pc:sldChg>
      <pc:sldChg chg="modSp new del mod">
        <pc:chgData name="昇汰 三輪" userId="ce91b2adc13b8b7b" providerId="LiveId" clId="{5FC1FB71-A051-4E0E-AB97-712272489FA9}" dt="2025-06-28T09:19:38.538" v="9760" actId="47"/>
        <pc:sldMkLst>
          <pc:docMk/>
          <pc:sldMk cId="1092064075" sldId="270"/>
        </pc:sldMkLst>
      </pc:sldChg>
      <pc:sldChg chg="del">
        <pc:chgData name="昇汰 三輪" userId="ce91b2adc13b8b7b" providerId="LiveId" clId="{5FC1FB71-A051-4E0E-AB97-712272489FA9}" dt="2025-06-11T23:18:30.363" v="4" actId="47"/>
        <pc:sldMkLst>
          <pc:docMk/>
          <pc:sldMk cId="1621400181" sldId="270"/>
        </pc:sldMkLst>
      </pc:sldChg>
      <pc:sldChg chg="addSp delSp modSp new mod">
        <pc:chgData name="昇汰 三輪" userId="ce91b2adc13b8b7b" providerId="LiveId" clId="{5FC1FB71-A051-4E0E-AB97-712272489FA9}" dt="2025-06-30T21:41:39.827" v="13011" actId="20577"/>
        <pc:sldMkLst>
          <pc:docMk/>
          <pc:sldMk cId="3550147182" sldId="270"/>
        </pc:sldMkLst>
        <pc:spChg chg="mod">
          <ac:chgData name="昇汰 三輪" userId="ce91b2adc13b8b7b" providerId="LiveId" clId="{5FC1FB71-A051-4E0E-AB97-712272489FA9}" dt="2025-06-30T21:41:39.827" v="13011" actId="20577"/>
          <ac:spMkLst>
            <pc:docMk/>
            <pc:sldMk cId="3550147182" sldId="270"/>
            <ac:spMk id="2" creationId="{D4A72E35-1CE2-36DC-3A1A-79E08E5C7A40}"/>
          </ac:spMkLst>
        </pc:spChg>
        <pc:spChg chg="add del">
          <ac:chgData name="昇汰 三輪" userId="ce91b2adc13b8b7b" providerId="LiveId" clId="{5FC1FB71-A051-4E0E-AB97-712272489FA9}" dt="2025-06-30T21:28:53.240" v="12474" actId="3680"/>
          <ac:spMkLst>
            <pc:docMk/>
            <pc:sldMk cId="3550147182" sldId="270"/>
            <ac:spMk id="3" creationId="{DA5D6B5D-4119-F715-F669-2B70539ED437}"/>
          </ac:spMkLst>
        </pc:spChg>
        <pc:spChg chg="add mod">
          <ac:chgData name="昇汰 三輪" userId="ce91b2adc13b8b7b" providerId="LiveId" clId="{5FC1FB71-A051-4E0E-AB97-712272489FA9}" dt="2025-06-30T21:40:16.871" v="12997" actId="20577"/>
          <ac:spMkLst>
            <pc:docMk/>
            <pc:sldMk cId="3550147182" sldId="270"/>
            <ac:spMk id="8" creationId="{73B3B281-C23C-FCB9-F3EF-CA75D62B28DD}"/>
          </ac:spMkLst>
        </pc:spChg>
        <pc:graphicFrameChg chg="add del mod ord modGraphic">
          <ac:chgData name="昇汰 三輪" userId="ce91b2adc13b8b7b" providerId="LiveId" clId="{5FC1FB71-A051-4E0E-AB97-712272489FA9}" dt="2025-06-30T21:28:26.685" v="12471" actId="3680"/>
          <ac:graphicFrameMkLst>
            <pc:docMk/>
            <pc:sldMk cId="3550147182" sldId="270"/>
            <ac:graphicFrameMk id="5" creationId="{C59E1FCF-4428-384C-D297-DF3604B20AF3}"/>
          </ac:graphicFrameMkLst>
        </pc:graphicFrameChg>
        <pc:graphicFrameChg chg="add del mod ord modGraphic">
          <ac:chgData name="昇汰 三輪" userId="ce91b2adc13b8b7b" providerId="LiveId" clId="{5FC1FB71-A051-4E0E-AB97-712272489FA9}" dt="2025-06-30T21:28:39.917" v="12473" actId="3680"/>
          <ac:graphicFrameMkLst>
            <pc:docMk/>
            <pc:sldMk cId="3550147182" sldId="270"/>
            <ac:graphicFrameMk id="6" creationId="{8535BD52-2BAC-A77A-A462-A4C86C9BCA46}"/>
          </ac:graphicFrameMkLst>
        </pc:graphicFrameChg>
        <pc:graphicFrameChg chg="add mod ord modGraphic">
          <ac:chgData name="昇汰 三輪" userId="ce91b2adc13b8b7b" providerId="LiveId" clId="{5FC1FB71-A051-4E0E-AB97-712272489FA9}" dt="2025-06-30T21:31:26.132" v="12575" actId="1076"/>
          <ac:graphicFrameMkLst>
            <pc:docMk/>
            <pc:sldMk cId="3550147182" sldId="270"/>
            <ac:graphicFrameMk id="7" creationId="{5505BCC9-438C-635B-7AF4-FA9E2969CBA6}"/>
          </ac:graphicFrameMkLst>
        </pc:graphicFrameChg>
      </pc:sldChg>
      <pc:sldChg chg="addSp delSp modSp new del mod">
        <pc:chgData name="昇汰 三輪" userId="ce91b2adc13b8b7b" providerId="LiveId" clId="{5FC1FB71-A051-4E0E-AB97-712272489FA9}" dt="2025-06-16T06:10:02.717" v="3831" actId="47"/>
        <pc:sldMkLst>
          <pc:docMk/>
          <pc:sldMk cId="4259497626" sldId="270"/>
        </pc:sldMkLst>
      </pc:sldChg>
      <pc:sldChg chg="del">
        <pc:chgData name="昇汰 三輪" userId="ce91b2adc13b8b7b" providerId="LiveId" clId="{5FC1FB71-A051-4E0E-AB97-712272489FA9}" dt="2025-06-11T23:18:32.976" v="12" actId="47"/>
        <pc:sldMkLst>
          <pc:docMk/>
          <pc:sldMk cId="155853910" sldId="271"/>
        </pc:sldMkLst>
      </pc:sldChg>
      <pc:sldChg chg="addSp delSp modSp new del mod">
        <pc:chgData name="昇汰 三輪" userId="ce91b2adc13b8b7b" providerId="LiveId" clId="{5FC1FB71-A051-4E0E-AB97-712272489FA9}" dt="2025-06-16T06:10:02.345" v="3830" actId="47"/>
        <pc:sldMkLst>
          <pc:docMk/>
          <pc:sldMk cId="2933385930" sldId="271"/>
        </pc:sldMkLst>
      </pc:sldChg>
      <pc:sldChg chg="addSp delSp modSp new mod">
        <pc:chgData name="昇汰 三輪" userId="ce91b2adc13b8b7b" providerId="LiveId" clId="{5FC1FB71-A051-4E0E-AB97-712272489FA9}" dt="2025-06-30T22:37:30.735" v="13828" actId="20577"/>
        <pc:sldMkLst>
          <pc:docMk/>
          <pc:sldMk cId="3725177195" sldId="271"/>
        </pc:sldMkLst>
        <pc:spChg chg="mod">
          <ac:chgData name="昇汰 三輪" userId="ce91b2adc13b8b7b" providerId="LiveId" clId="{5FC1FB71-A051-4E0E-AB97-712272489FA9}" dt="2025-06-30T22:33:12.891" v="13534" actId="20577"/>
          <ac:spMkLst>
            <pc:docMk/>
            <pc:sldMk cId="3725177195" sldId="271"/>
            <ac:spMk id="2" creationId="{FB6BAEDA-231B-D6E2-2886-3BA7B25B3C5E}"/>
          </ac:spMkLst>
        </pc:spChg>
        <pc:spChg chg="del">
          <ac:chgData name="昇汰 三輪" userId="ce91b2adc13b8b7b" providerId="LiveId" clId="{5FC1FB71-A051-4E0E-AB97-712272489FA9}" dt="2025-06-30T22:23:12.178" v="13062" actId="3680"/>
          <ac:spMkLst>
            <pc:docMk/>
            <pc:sldMk cId="3725177195" sldId="271"/>
            <ac:spMk id="3" creationId="{7BCEE0AE-BB49-E85F-F886-7BBD2A1BFCF2}"/>
          </ac:spMkLst>
        </pc:spChg>
        <pc:spChg chg="add mod">
          <ac:chgData name="昇汰 三輪" userId="ce91b2adc13b8b7b" providerId="LiveId" clId="{5FC1FB71-A051-4E0E-AB97-712272489FA9}" dt="2025-06-30T22:34:07.674" v="13541" actId="208"/>
          <ac:spMkLst>
            <pc:docMk/>
            <pc:sldMk cId="3725177195" sldId="271"/>
            <ac:spMk id="6" creationId="{4BEE2C30-5E44-84DD-E247-12558EBB646C}"/>
          </ac:spMkLst>
        </pc:spChg>
        <pc:spChg chg="add mod">
          <ac:chgData name="昇汰 三輪" userId="ce91b2adc13b8b7b" providerId="LiveId" clId="{5FC1FB71-A051-4E0E-AB97-712272489FA9}" dt="2025-06-30T22:37:30.735" v="13828" actId="20577"/>
          <ac:spMkLst>
            <pc:docMk/>
            <pc:sldMk cId="3725177195" sldId="271"/>
            <ac:spMk id="7" creationId="{58A53A76-F6C9-3598-ADAA-945DC6837419}"/>
          </ac:spMkLst>
        </pc:spChg>
        <pc:graphicFrameChg chg="add mod ord modGraphic">
          <ac:chgData name="昇汰 三輪" userId="ce91b2adc13b8b7b" providerId="LiveId" clId="{5FC1FB71-A051-4E0E-AB97-712272489FA9}" dt="2025-06-30T22:31:34.484" v="13481" actId="20577"/>
          <ac:graphicFrameMkLst>
            <pc:docMk/>
            <pc:sldMk cId="3725177195" sldId="271"/>
            <ac:graphicFrameMk id="5" creationId="{0F770F81-5601-519A-3427-82D73A316871}"/>
          </ac:graphicFrameMkLst>
        </pc:graphicFrameChg>
      </pc:sldChg>
      <pc:sldChg chg="del">
        <pc:chgData name="昇汰 三輪" userId="ce91b2adc13b8b7b" providerId="LiveId" clId="{5FC1FB71-A051-4E0E-AB97-712272489FA9}" dt="2025-06-11T23:18:32.018" v="9" actId="47"/>
        <pc:sldMkLst>
          <pc:docMk/>
          <pc:sldMk cId="1880109827" sldId="272"/>
        </pc:sldMkLst>
      </pc:sldChg>
      <pc:sldChg chg="modSp new del mod">
        <pc:chgData name="昇汰 三輪" userId="ce91b2adc13b8b7b" providerId="LiveId" clId="{5FC1FB71-A051-4E0E-AB97-712272489FA9}" dt="2025-06-16T06:10:03.690" v="3838" actId="47"/>
        <pc:sldMkLst>
          <pc:docMk/>
          <pc:sldMk cId="3297834167" sldId="272"/>
        </pc:sldMkLst>
      </pc:sldChg>
      <pc:sldChg chg="modSp new mod">
        <pc:chgData name="昇汰 三輪" userId="ce91b2adc13b8b7b" providerId="LiveId" clId="{5FC1FB71-A051-4E0E-AB97-712272489FA9}" dt="2025-06-30T23:09:33.086" v="14663" actId="20577"/>
        <pc:sldMkLst>
          <pc:docMk/>
          <pc:sldMk cId="3649202254" sldId="272"/>
        </pc:sldMkLst>
        <pc:spChg chg="mod">
          <ac:chgData name="昇汰 三輪" userId="ce91b2adc13b8b7b" providerId="LiveId" clId="{5FC1FB71-A051-4E0E-AB97-712272489FA9}" dt="2025-06-30T23:07:06.546" v="14500" actId="20577"/>
          <ac:spMkLst>
            <pc:docMk/>
            <pc:sldMk cId="3649202254" sldId="272"/>
            <ac:spMk id="2" creationId="{4AF4D03E-E16E-98F0-5495-A7A4C2032D6A}"/>
          </ac:spMkLst>
        </pc:spChg>
        <pc:spChg chg="mod">
          <ac:chgData name="昇汰 三輪" userId="ce91b2adc13b8b7b" providerId="LiveId" clId="{5FC1FB71-A051-4E0E-AB97-712272489FA9}" dt="2025-06-30T23:09:33.086" v="14663" actId="20577"/>
          <ac:spMkLst>
            <pc:docMk/>
            <pc:sldMk cId="3649202254" sldId="272"/>
            <ac:spMk id="3" creationId="{AC3B7B07-82CD-7FF0-24D8-FDFEC5975F5F}"/>
          </ac:spMkLst>
        </pc:spChg>
      </pc:sldChg>
      <pc:sldChg chg="modSp new del mod">
        <pc:chgData name="昇汰 三輪" userId="ce91b2adc13b8b7b" providerId="LiveId" clId="{5FC1FB71-A051-4E0E-AB97-712272489FA9}" dt="2025-06-16T06:10:03.562" v="3837" actId="47"/>
        <pc:sldMkLst>
          <pc:docMk/>
          <pc:sldMk cId="578114408" sldId="273"/>
        </pc:sldMkLst>
      </pc:sldChg>
      <pc:sldChg chg="del">
        <pc:chgData name="昇汰 三輪" userId="ce91b2adc13b8b7b" providerId="LiveId" clId="{5FC1FB71-A051-4E0E-AB97-712272489FA9}" dt="2025-06-11T23:18:32.293" v="10" actId="47"/>
        <pc:sldMkLst>
          <pc:docMk/>
          <pc:sldMk cId="1183548393" sldId="273"/>
        </pc:sldMkLst>
      </pc:sldChg>
      <pc:sldChg chg="del">
        <pc:chgData name="昇汰 三輪" userId="ce91b2adc13b8b7b" providerId="LiveId" clId="{5FC1FB71-A051-4E0E-AB97-712272489FA9}" dt="2025-06-11T23:18:30.810" v="5" actId="47"/>
        <pc:sldMkLst>
          <pc:docMk/>
          <pc:sldMk cId="3250817086" sldId="274"/>
        </pc:sldMkLst>
      </pc:sldChg>
      <pc:sldChg chg="del">
        <pc:chgData name="昇汰 三輪" userId="ce91b2adc13b8b7b" providerId="LiveId" clId="{5FC1FB71-A051-4E0E-AB97-712272489FA9}" dt="2025-06-11T23:18:31.417" v="8" actId="47"/>
        <pc:sldMkLst>
          <pc:docMk/>
          <pc:sldMk cId="3598483349" sldId="275"/>
        </pc:sldMkLst>
      </pc:sldChg>
      <pc:sldChg chg="del">
        <pc:chgData name="昇汰 三輪" userId="ce91b2adc13b8b7b" providerId="LiveId" clId="{5FC1FB71-A051-4E0E-AB97-712272489FA9}" dt="2025-06-11T23:18:32.623" v="11" actId="47"/>
        <pc:sldMkLst>
          <pc:docMk/>
          <pc:sldMk cId="3214781991" sldId="27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30T23:05:53.222"/>
    </inkml:context>
    <inkml:brush xml:id="br0">
      <inkml:brushProperty name="width" value="0.05" units="cm"/>
      <inkml:brushProperty name="height" value="0.05" units="cm"/>
    </inkml:brush>
  </inkml:definitions>
  <inkml:trace contextRef="#ctx0" brushRef="#br0">1 1 24575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189518-7BDC-4EF2-BA07-E597FC3F5EA0}" type="datetimeFigureOut">
              <a:rPr kumimoji="1" lang="ja-JP" altLang="en-US" smtClean="0"/>
              <a:t>2025/7/1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DC819-7384-4D0C-892B-5B4234F1FB04}" type="slidenum">
              <a:rPr kumimoji="1" lang="ja-JP" altLang="en-US" smtClean="0"/>
              <a:t>‹#›</a:t>
            </a:fld>
            <a:endParaRPr kumimoji="1" lang="ja-JP" altLang="en-US"/>
          </a:p>
        </p:txBody>
      </p:sp>
    </p:spTree>
    <p:extLst>
      <p:ext uri="{BB962C8B-B14F-4D97-AF65-F5344CB8AC3E}">
        <p14:creationId xmlns:p14="http://schemas.microsoft.com/office/powerpoint/2010/main" val="27125240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0" i="0" cap="none"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EC017EED-94F8-48BD-AD46-42CC091DFCD5}" type="datetime1">
              <a:rPr lang="en-US" altLang="ja-JP" smtClean="0"/>
              <a:t>7/1/2025</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270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9DAB9055-7364-4701-BD19-5946FD70A601}" type="datetime1">
              <a:rPr lang="en-US" altLang="ja-JP" smtClean="0"/>
              <a:t>7/1/2025</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269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3CA98758-20B1-499B-8141-454EB5136267}" type="datetime1">
              <a:rPr lang="en-US" altLang="ja-JP" smtClean="0"/>
              <a:t>7/1/2025</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43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505F8DC0-3FF3-456F-B845-1F95A740D5BA}" type="datetime1">
              <a:rPr lang="en-US" altLang="ja-JP" smtClean="0"/>
              <a:t>7/1/2025</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0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DBD26BD3-0DB2-4F5D-B55E-23D09E3B9D2C}" type="datetime1">
              <a:rPr lang="en-US" altLang="ja-JP" smtClean="0"/>
              <a:t>7/1/2025</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940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5A6843B8-C56B-4A4D-B246-717FE45E2163}" type="datetime1">
              <a:rPr lang="en-US" altLang="ja-JP" smtClean="0"/>
              <a:t>7/1/2025</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6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41C2B5C4-827B-4A60-8899-EBC8D1207273}" type="datetime1">
              <a:rPr lang="en-US" altLang="ja-JP" smtClean="0"/>
              <a:t>7/1/2025</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332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7368CA27-71E2-4445-B2A7-5B3A6F88CF78}" type="datetime1">
              <a:rPr lang="en-US" altLang="ja-JP" smtClean="0"/>
              <a:t>7/1/2025</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22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28E84A6-53AF-442C-AA27-75F8B8EA139D}" type="datetime1">
              <a:rPr lang="en-US" altLang="ja-JP" smtClean="0"/>
              <a:t>7/1/2025</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9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D1C6A50A-875F-4B78-B835-9A325647FF3E}" type="datetime1">
              <a:rPr lang="en-US" altLang="ja-JP" smtClean="0"/>
              <a:t>7/1/2025</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535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B3B8D614-06F2-4E43-9C71-B89E30245769}" type="datetime1">
              <a:rPr lang="en-US" altLang="ja-JP" smtClean="0"/>
              <a:t>7/1/2025</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505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b="0" i="0" cap="all" spc="100" baseline="0">
                <a:solidFill>
                  <a:schemeClr val="tx1">
                    <a:tint val="75000"/>
                  </a:schemeClr>
                </a:solidFill>
              </a:defRPr>
            </a:lvl1pPr>
          </a:lstStyle>
          <a:p>
            <a:fld id="{250198D0-9CF8-4813-A053-00B2EAF8E379}" type="datetime1">
              <a:rPr lang="en-US" altLang="ja-JP" smtClean="0"/>
              <a:t>7/1/2025</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b="0" i="0" cap="none"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25319726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hf hdr="0" ftr="0" dt="0"/>
  <p:txStyles>
    <p:titleStyle>
      <a:lvl1pPr algn="l" defTabSz="914400" rtl="0" eaLnBrk="1" latinLnBrk="0" hangingPunct="1">
        <a:lnSpc>
          <a:spcPct val="110000"/>
        </a:lnSpc>
        <a:spcBef>
          <a:spcPct val="0"/>
        </a:spcBef>
        <a:buNone/>
        <a:defRPr sz="4400" kern="1200" spc="16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spc="15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spc="15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4" name="Picture 3">
            <a:extLst>
              <a:ext uri="{FF2B5EF4-FFF2-40B4-BE49-F238E27FC236}">
                <a16:creationId xmlns:a16="http://schemas.microsoft.com/office/drawing/2014/main" id="{D1991C1B-AA14-C6A8-77BE-AF69940D8906}"/>
              </a:ext>
            </a:extLst>
          </p:cNvPr>
          <p:cNvPicPr>
            <a:picLocks noChangeAspect="1"/>
          </p:cNvPicPr>
          <p:nvPr/>
        </p:nvPicPr>
        <p:blipFill>
          <a:blip r:embed="rId2">
            <a:duotone>
              <a:schemeClr val="accent1">
                <a:shade val="45000"/>
                <a:satMod val="135000"/>
              </a:schemeClr>
              <a:prstClr val="white"/>
            </a:duotone>
            <a:alphaModFix amt="35000"/>
          </a:blip>
          <a:srcRect b="15730"/>
          <a:stretch>
            <a:fillRect/>
          </a:stretch>
        </p:blipFill>
        <p:spPr>
          <a:xfrm>
            <a:off x="17605" y="-8877"/>
            <a:ext cx="12191980" cy="6858000"/>
          </a:xfrm>
          <a:prstGeom prst="rect">
            <a:avLst/>
          </a:prstGeom>
        </p:spPr>
      </p:pic>
      <p:sp>
        <p:nvSpPr>
          <p:cNvPr id="2" name="タイトル 1">
            <a:extLst>
              <a:ext uri="{FF2B5EF4-FFF2-40B4-BE49-F238E27FC236}">
                <a16:creationId xmlns:a16="http://schemas.microsoft.com/office/drawing/2014/main" id="{0B561EC4-925D-3098-4683-C702208DDA23}"/>
              </a:ext>
            </a:extLst>
          </p:cNvPr>
          <p:cNvSpPr>
            <a:spLocks noGrp="1"/>
          </p:cNvSpPr>
          <p:nvPr>
            <p:ph type="ctrTitle"/>
          </p:nvPr>
        </p:nvSpPr>
        <p:spPr>
          <a:xfrm>
            <a:off x="1256275" y="2271449"/>
            <a:ext cx="9679449" cy="2847058"/>
          </a:xfrm>
        </p:spPr>
        <p:txBody>
          <a:bodyPr anchor="b">
            <a:normAutofit/>
          </a:bodyPr>
          <a:lstStyle/>
          <a:p>
            <a:r>
              <a:rPr kumimoji="1" lang="ja-JP" altLang="en-US" sz="7200" dirty="0">
                <a:solidFill>
                  <a:srgbClr val="FFFFFF"/>
                </a:solidFill>
              </a:rPr>
              <a:t>進捗報告</a:t>
            </a:r>
          </a:p>
        </p:txBody>
      </p:sp>
      <p:sp>
        <p:nvSpPr>
          <p:cNvPr id="3" name="字幕 2">
            <a:extLst>
              <a:ext uri="{FF2B5EF4-FFF2-40B4-BE49-F238E27FC236}">
                <a16:creationId xmlns:a16="http://schemas.microsoft.com/office/drawing/2014/main" id="{192DF71A-4D5A-C01D-C3AD-C999293F80D5}"/>
              </a:ext>
            </a:extLst>
          </p:cNvPr>
          <p:cNvSpPr>
            <a:spLocks noGrp="1"/>
          </p:cNvSpPr>
          <p:nvPr>
            <p:ph type="subTitle" idx="1"/>
          </p:nvPr>
        </p:nvSpPr>
        <p:spPr>
          <a:xfrm>
            <a:off x="1256275" y="5098254"/>
            <a:ext cx="9679449" cy="750259"/>
          </a:xfrm>
        </p:spPr>
        <p:txBody>
          <a:bodyPr anchor="ctr">
            <a:normAutofit/>
          </a:bodyPr>
          <a:lstStyle/>
          <a:p>
            <a:r>
              <a:rPr kumimoji="1" lang="en-US" altLang="ja-JP" dirty="0">
                <a:solidFill>
                  <a:srgbClr val="FFFFFF"/>
                </a:solidFill>
              </a:rPr>
              <a:t>Al21120</a:t>
            </a:r>
            <a:r>
              <a:rPr kumimoji="1" lang="ja-JP" altLang="en-US" dirty="0">
                <a:solidFill>
                  <a:srgbClr val="FFFFFF"/>
                </a:solidFill>
              </a:rPr>
              <a:t>　三輪昇汰　</a:t>
            </a:r>
            <a:r>
              <a:rPr kumimoji="1" lang="en-US" altLang="ja-JP">
                <a:solidFill>
                  <a:srgbClr val="FFFFFF"/>
                </a:solidFill>
              </a:rPr>
              <a:t>2025/07/01</a:t>
            </a:r>
            <a:endParaRPr kumimoji="1" lang="ja-JP" altLang="en-US" dirty="0">
              <a:solidFill>
                <a:srgbClr val="FFFFFF"/>
              </a:solidFill>
            </a:endParaRP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5" name="スライド番号プレースホルダー 4">
            <a:extLst>
              <a:ext uri="{FF2B5EF4-FFF2-40B4-BE49-F238E27FC236}">
                <a16:creationId xmlns:a16="http://schemas.microsoft.com/office/drawing/2014/main" id="{034DA8EA-82B2-3730-9AA6-6984A4F2D2FB}"/>
              </a:ext>
            </a:extLst>
          </p:cNvPr>
          <p:cNvSpPr>
            <a:spLocks noGrp="1"/>
          </p:cNvSpPr>
          <p:nvPr>
            <p:ph type="sldNum" sz="quarter" idx="12"/>
          </p:nvPr>
        </p:nvSpPr>
        <p:spPr/>
        <p:txBody>
          <a:bodyPr/>
          <a:lstStyle/>
          <a:p>
            <a:fld id="{27CE633F-9882-4A5C-83A2-1109D0C73261}" type="slidenum">
              <a:rPr lang="en-US" smtClean="0"/>
              <a:t>1</a:t>
            </a:fld>
            <a:endParaRPr lang="en-US"/>
          </a:p>
        </p:txBody>
      </p:sp>
    </p:spTree>
    <p:extLst>
      <p:ext uri="{BB962C8B-B14F-4D97-AF65-F5344CB8AC3E}">
        <p14:creationId xmlns:p14="http://schemas.microsoft.com/office/powerpoint/2010/main" val="3730098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F4D03E-E16E-98F0-5495-A7A4C2032D6A}"/>
              </a:ext>
            </a:extLst>
          </p:cNvPr>
          <p:cNvSpPr>
            <a:spLocks noGrp="1"/>
          </p:cNvSpPr>
          <p:nvPr>
            <p:ph type="title"/>
          </p:nvPr>
        </p:nvSpPr>
        <p:spPr/>
        <p:txBody>
          <a:bodyPr/>
          <a:lstStyle/>
          <a:p>
            <a:r>
              <a:rPr kumimoji="1" lang="ja-JP" altLang="en-US" dirty="0"/>
              <a:t>研究目標</a:t>
            </a:r>
          </a:p>
        </p:txBody>
      </p:sp>
      <p:sp>
        <p:nvSpPr>
          <p:cNvPr id="3" name="コンテンツ プレースホルダー 2">
            <a:extLst>
              <a:ext uri="{FF2B5EF4-FFF2-40B4-BE49-F238E27FC236}">
                <a16:creationId xmlns:a16="http://schemas.microsoft.com/office/drawing/2014/main" id="{AC3B7B07-82CD-7FF0-24D8-FDFEC5975F5F}"/>
              </a:ext>
            </a:extLst>
          </p:cNvPr>
          <p:cNvSpPr>
            <a:spLocks noGrp="1"/>
          </p:cNvSpPr>
          <p:nvPr>
            <p:ph idx="1"/>
          </p:nvPr>
        </p:nvSpPr>
        <p:spPr/>
        <p:txBody>
          <a:bodyPr/>
          <a:lstStyle/>
          <a:p>
            <a:r>
              <a:rPr kumimoji="1" lang="ja-JP" altLang="en-US" dirty="0"/>
              <a:t>生配信における</a:t>
            </a:r>
            <a:r>
              <a:rPr kumimoji="1" lang="en-US" altLang="ja-JP" dirty="0" err="1"/>
              <a:t>Youtube</a:t>
            </a:r>
            <a:r>
              <a:rPr kumimoji="1" lang="ja-JP" altLang="en-US" dirty="0"/>
              <a:t>字幕データや視聴者コメントなど</a:t>
            </a:r>
            <a:r>
              <a:rPr kumimoji="1" lang="ja-JP" altLang="en-US"/>
              <a:t>を用いて雑談トピックをとらえたダイジェスト</a:t>
            </a:r>
            <a:r>
              <a:rPr kumimoji="1" lang="ja-JP" altLang="en-US" dirty="0"/>
              <a:t>動画（切り抜き動画）を出力する</a:t>
            </a:r>
            <a:endParaRPr kumimoji="1" lang="en-US" altLang="ja-JP" dirty="0"/>
          </a:p>
        </p:txBody>
      </p:sp>
      <p:sp>
        <p:nvSpPr>
          <p:cNvPr id="4" name="スライド番号プレースホルダー 3">
            <a:extLst>
              <a:ext uri="{FF2B5EF4-FFF2-40B4-BE49-F238E27FC236}">
                <a16:creationId xmlns:a16="http://schemas.microsoft.com/office/drawing/2014/main" id="{F5756AC8-7007-BCCE-1AFC-917D1F2D1CF1}"/>
              </a:ext>
            </a:extLst>
          </p:cNvPr>
          <p:cNvSpPr>
            <a:spLocks noGrp="1"/>
          </p:cNvSpPr>
          <p:nvPr>
            <p:ph type="sldNum" sz="quarter" idx="12"/>
          </p:nvPr>
        </p:nvSpPr>
        <p:spPr/>
        <p:txBody>
          <a:bodyPr/>
          <a:lstStyle/>
          <a:p>
            <a:fld id="{27CE633F-9882-4A5C-83A2-1109D0C73261}" type="slidenum">
              <a:rPr lang="en-US" smtClean="0"/>
              <a:t>2</a:t>
            </a:fld>
            <a:endParaRPr lang="en-US"/>
          </a:p>
        </p:txBody>
      </p:sp>
    </p:spTree>
    <p:extLst>
      <p:ext uri="{BB962C8B-B14F-4D97-AF65-F5344CB8AC3E}">
        <p14:creationId xmlns:p14="http://schemas.microsoft.com/office/powerpoint/2010/main" val="3649202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470570-2B56-A665-6800-0C2112CFDC82}"/>
              </a:ext>
            </a:extLst>
          </p:cNvPr>
          <p:cNvSpPr>
            <a:spLocks noGrp="1"/>
          </p:cNvSpPr>
          <p:nvPr>
            <p:ph type="title"/>
          </p:nvPr>
        </p:nvSpPr>
        <p:spPr/>
        <p:txBody>
          <a:bodyPr/>
          <a:lstStyle/>
          <a:p>
            <a:r>
              <a:rPr kumimoji="1" lang="ja-JP" altLang="en-US" dirty="0"/>
              <a:t>進捗</a:t>
            </a:r>
          </a:p>
        </p:txBody>
      </p:sp>
      <p:sp>
        <p:nvSpPr>
          <p:cNvPr id="3" name="コンテンツ プレースホルダー 2">
            <a:extLst>
              <a:ext uri="{FF2B5EF4-FFF2-40B4-BE49-F238E27FC236}">
                <a16:creationId xmlns:a16="http://schemas.microsoft.com/office/drawing/2014/main" id="{3268878B-D220-AB33-6C95-700020BA684B}"/>
              </a:ext>
            </a:extLst>
          </p:cNvPr>
          <p:cNvSpPr>
            <a:spLocks noGrp="1"/>
          </p:cNvSpPr>
          <p:nvPr>
            <p:ph idx="1"/>
          </p:nvPr>
        </p:nvSpPr>
        <p:spPr>
          <a:xfrm>
            <a:off x="922421" y="1690688"/>
            <a:ext cx="10515600" cy="4351338"/>
          </a:xfrm>
        </p:spPr>
        <p:txBody>
          <a:bodyPr/>
          <a:lstStyle/>
          <a:p>
            <a:endParaRPr kumimoji="1" lang="en-US" altLang="ja-JP" dirty="0"/>
          </a:p>
          <a:p>
            <a:r>
              <a:rPr kumimoji="1" lang="ja-JP" altLang="en-US" dirty="0"/>
              <a:t>発話の話題遷移を抑えるにはどのような手法を用いることができるかの調査</a:t>
            </a:r>
            <a:endParaRPr kumimoji="1" lang="en-US" altLang="ja-JP" dirty="0"/>
          </a:p>
          <a:p>
            <a:r>
              <a:rPr kumimoji="1" lang="ja-JP" altLang="en-US" dirty="0"/>
              <a:t>調査した内容について試してみた</a:t>
            </a:r>
            <a:endParaRPr kumimoji="1" lang="en-US" altLang="ja-JP" dirty="0"/>
          </a:p>
          <a:p>
            <a:r>
              <a:rPr kumimoji="1" lang="en-US" altLang="ja-JP" dirty="0" err="1"/>
              <a:t>BERTopic</a:t>
            </a:r>
            <a:r>
              <a:rPr kumimoji="1" lang="ja-JP" altLang="en-US" dirty="0"/>
              <a:t>を前回と別の方法で試してみた</a:t>
            </a:r>
            <a:endParaRPr kumimoji="1" lang="en-US" altLang="ja-JP" dirty="0"/>
          </a:p>
          <a:p>
            <a:endParaRPr kumimoji="1" lang="en-US" altLang="ja-JP" dirty="0"/>
          </a:p>
          <a:p>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4EF8CE9-1915-7591-1725-76B1628B786A}"/>
              </a:ext>
            </a:extLst>
          </p:cNvPr>
          <p:cNvSpPr>
            <a:spLocks noGrp="1"/>
          </p:cNvSpPr>
          <p:nvPr>
            <p:ph type="sldNum" sz="quarter" idx="12"/>
          </p:nvPr>
        </p:nvSpPr>
        <p:spPr/>
        <p:txBody>
          <a:bodyPr/>
          <a:lstStyle/>
          <a:p>
            <a:fld id="{27CE633F-9882-4A5C-83A2-1109D0C73261}" type="slidenum">
              <a:rPr lang="en-US" smtClean="0"/>
              <a:t>3</a:t>
            </a:fld>
            <a:endParaRPr lang="en-US"/>
          </a:p>
        </p:txBody>
      </p:sp>
    </p:spTree>
    <p:extLst>
      <p:ext uri="{BB962C8B-B14F-4D97-AF65-F5344CB8AC3E}">
        <p14:creationId xmlns:p14="http://schemas.microsoft.com/office/powerpoint/2010/main" val="2308684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E5D965-37A4-1EC1-03C4-13319529C8E8}"/>
              </a:ext>
            </a:extLst>
          </p:cNvPr>
          <p:cNvSpPr>
            <a:spLocks noGrp="1"/>
          </p:cNvSpPr>
          <p:nvPr>
            <p:ph type="title"/>
          </p:nvPr>
        </p:nvSpPr>
        <p:spPr/>
        <p:txBody>
          <a:bodyPr/>
          <a:lstStyle/>
          <a:p>
            <a:r>
              <a:rPr kumimoji="1" lang="ja-JP" altLang="en-US" dirty="0"/>
              <a:t>調べた論文の手法</a:t>
            </a:r>
          </a:p>
        </p:txBody>
      </p:sp>
      <p:sp>
        <p:nvSpPr>
          <p:cNvPr id="3" name="コンテンツ プレースホルダー 2">
            <a:extLst>
              <a:ext uri="{FF2B5EF4-FFF2-40B4-BE49-F238E27FC236}">
                <a16:creationId xmlns:a16="http://schemas.microsoft.com/office/drawing/2014/main" id="{12208343-38B3-0BFD-22F0-98431D6A44D7}"/>
              </a:ext>
            </a:extLst>
          </p:cNvPr>
          <p:cNvSpPr>
            <a:spLocks noGrp="1"/>
          </p:cNvSpPr>
          <p:nvPr>
            <p:ph idx="1"/>
          </p:nvPr>
        </p:nvSpPr>
        <p:spPr/>
        <p:txBody>
          <a:bodyPr/>
          <a:lstStyle/>
          <a:p>
            <a:r>
              <a:rPr kumimoji="1" lang="ja-JP" altLang="en-US" dirty="0"/>
              <a:t>２人の雑談の話題遷移検出に関する論文</a:t>
            </a:r>
            <a:endParaRPr kumimoji="1" lang="en-US" altLang="ja-JP" dirty="0"/>
          </a:p>
          <a:p>
            <a:pPr marL="0" indent="0">
              <a:buNone/>
            </a:pPr>
            <a:r>
              <a:rPr kumimoji="1" lang="ja-JP" altLang="en-US" dirty="0"/>
              <a:t>→発話文のコサイン類似度を計算し，前後文のコサイン類似度と比較し類似度が閾値未満の場合に話題遷移と定義</a:t>
            </a:r>
            <a:endParaRPr kumimoji="1" lang="en-US" altLang="ja-JP" dirty="0"/>
          </a:p>
          <a:p>
            <a:pPr marL="0" indent="0">
              <a:buNone/>
            </a:pPr>
            <a:r>
              <a:rPr kumimoji="1" lang="ja-JP" altLang="en-US" sz="1800" dirty="0"/>
              <a:t>“雑談対話における話題遷移の検出”，第 </a:t>
            </a:r>
            <a:r>
              <a:rPr kumimoji="1" lang="en-US" altLang="ja-JP" sz="1800" dirty="0"/>
              <a:t>37 </a:t>
            </a:r>
            <a:r>
              <a:rPr kumimoji="1" lang="ja-JP" altLang="en-US" sz="1800" dirty="0"/>
              <a:t>回ファジィシステムシンポジウム 講演論文集　</a:t>
            </a:r>
            <a:r>
              <a:rPr kumimoji="1" lang="en-US" altLang="ja-JP" sz="1800" dirty="0"/>
              <a:t>2021,</a:t>
            </a:r>
            <a:r>
              <a:rPr kumimoji="1" lang="ja-JP" altLang="en-US" sz="1800" dirty="0"/>
              <a:t>　関 萌水ら</a:t>
            </a:r>
            <a:endParaRPr kumimoji="1" lang="en-US" altLang="ja-JP" sz="1800" dirty="0"/>
          </a:p>
          <a:p>
            <a:pPr marL="0" indent="0">
              <a:buNone/>
            </a:pPr>
            <a:endParaRPr kumimoji="1" lang="en-US" altLang="ja-JP" dirty="0"/>
          </a:p>
          <a:p>
            <a:pPr marL="0" indent="0">
              <a:buNone/>
            </a:pPr>
            <a:endParaRPr kumimoji="1" lang="en-US" altLang="ja-JP" dirty="0"/>
          </a:p>
        </p:txBody>
      </p:sp>
      <p:sp>
        <p:nvSpPr>
          <p:cNvPr id="4" name="スライド番号プレースホルダー 3">
            <a:extLst>
              <a:ext uri="{FF2B5EF4-FFF2-40B4-BE49-F238E27FC236}">
                <a16:creationId xmlns:a16="http://schemas.microsoft.com/office/drawing/2014/main" id="{2678466C-45C6-2454-3E62-D2484F197A04}"/>
              </a:ext>
            </a:extLst>
          </p:cNvPr>
          <p:cNvSpPr>
            <a:spLocks noGrp="1"/>
          </p:cNvSpPr>
          <p:nvPr>
            <p:ph type="sldNum" sz="quarter" idx="12"/>
          </p:nvPr>
        </p:nvSpPr>
        <p:spPr/>
        <p:txBody>
          <a:bodyPr/>
          <a:lstStyle/>
          <a:p>
            <a:fld id="{27CE633F-9882-4A5C-83A2-1109D0C73261}" type="slidenum">
              <a:rPr lang="en-US" smtClean="0"/>
              <a:t>4</a:t>
            </a:fld>
            <a:endParaRPr lang="en-US"/>
          </a:p>
        </p:txBody>
      </p:sp>
    </p:spTree>
    <p:extLst>
      <p:ext uri="{BB962C8B-B14F-4D97-AF65-F5344CB8AC3E}">
        <p14:creationId xmlns:p14="http://schemas.microsoft.com/office/powerpoint/2010/main" val="3296967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6BAEDA-231B-D6E2-2886-3BA7B25B3C5E}"/>
              </a:ext>
            </a:extLst>
          </p:cNvPr>
          <p:cNvSpPr>
            <a:spLocks noGrp="1"/>
          </p:cNvSpPr>
          <p:nvPr>
            <p:ph type="title"/>
          </p:nvPr>
        </p:nvSpPr>
        <p:spPr/>
        <p:txBody>
          <a:bodyPr/>
          <a:lstStyle/>
          <a:p>
            <a:r>
              <a:rPr kumimoji="1" lang="ja-JP" altLang="en-US" dirty="0"/>
              <a:t>前回使ったデータで類似度を計算</a:t>
            </a:r>
          </a:p>
        </p:txBody>
      </p:sp>
      <p:graphicFrame>
        <p:nvGraphicFramePr>
          <p:cNvPr id="5" name="コンテンツ プレースホルダー 4">
            <a:extLst>
              <a:ext uri="{FF2B5EF4-FFF2-40B4-BE49-F238E27FC236}">
                <a16:creationId xmlns:a16="http://schemas.microsoft.com/office/drawing/2014/main" id="{0F770F81-5601-519A-3427-82D73A316871}"/>
              </a:ext>
            </a:extLst>
          </p:cNvPr>
          <p:cNvGraphicFramePr>
            <a:graphicFrameLocks noGrp="1"/>
          </p:cNvGraphicFramePr>
          <p:nvPr>
            <p:ph idx="1"/>
            <p:extLst>
              <p:ext uri="{D42A27DB-BD31-4B8C-83A1-F6EECF244321}">
                <p14:modId xmlns:p14="http://schemas.microsoft.com/office/powerpoint/2010/main" val="628108830"/>
              </p:ext>
            </p:extLst>
          </p:nvPr>
        </p:nvGraphicFramePr>
        <p:xfrm>
          <a:off x="838200" y="1825624"/>
          <a:ext cx="6549572" cy="4258166"/>
        </p:xfrm>
        <a:graphic>
          <a:graphicData uri="http://schemas.openxmlformats.org/drawingml/2006/table">
            <a:tbl>
              <a:tblPr firstRow="1" bandRow="1">
                <a:tableStyleId>{5C22544A-7EE6-4342-B048-85BDC9FD1C3A}</a:tableStyleId>
              </a:tblPr>
              <a:tblGrid>
                <a:gridCol w="3274786">
                  <a:extLst>
                    <a:ext uri="{9D8B030D-6E8A-4147-A177-3AD203B41FA5}">
                      <a16:colId xmlns:a16="http://schemas.microsoft.com/office/drawing/2014/main" val="2645779352"/>
                    </a:ext>
                  </a:extLst>
                </a:gridCol>
                <a:gridCol w="3274786">
                  <a:extLst>
                    <a:ext uri="{9D8B030D-6E8A-4147-A177-3AD203B41FA5}">
                      <a16:colId xmlns:a16="http://schemas.microsoft.com/office/drawing/2014/main" val="526410192"/>
                    </a:ext>
                  </a:extLst>
                </a:gridCol>
              </a:tblGrid>
              <a:tr h="387106">
                <a:tc>
                  <a:txBody>
                    <a:bodyPr/>
                    <a:lstStyle/>
                    <a:p>
                      <a:r>
                        <a:rPr kumimoji="1" lang="ja-JP" altLang="en-US" dirty="0"/>
                        <a:t>文間</a:t>
                      </a:r>
                    </a:p>
                  </a:txBody>
                  <a:tcPr/>
                </a:tc>
                <a:tc>
                  <a:txBody>
                    <a:bodyPr/>
                    <a:lstStyle/>
                    <a:p>
                      <a:r>
                        <a:rPr kumimoji="1" lang="ja-JP" altLang="en-US" dirty="0"/>
                        <a:t>類似度</a:t>
                      </a:r>
                    </a:p>
                  </a:txBody>
                  <a:tcPr/>
                </a:tc>
                <a:extLst>
                  <a:ext uri="{0D108BD9-81ED-4DB2-BD59-A6C34878D82A}">
                    <a16:rowId xmlns:a16="http://schemas.microsoft.com/office/drawing/2014/main" val="1341256678"/>
                  </a:ext>
                </a:extLst>
              </a:tr>
              <a:tr h="387106">
                <a:tc>
                  <a:txBody>
                    <a:bodyPr/>
                    <a:lstStyle/>
                    <a:p>
                      <a:r>
                        <a:rPr kumimoji="1" lang="ja-JP" altLang="en-US" dirty="0"/>
                        <a:t>１～２</a:t>
                      </a:r>
                    </a:p>
                  </a:txBody>
                  <a:tcPr/>
                </a:tc>
                <a:tc>
                  <a:txBody>
                    <a:bodyPr/>
                    <a:lstStyle/>
                    <a:p>
                      <a:r>
                        <a:rPr kumimoji="1" lang="en-US" altLang="ja-JP" dirty="0"/>
                        <a:t>0.39</a:t>
                      </a:r>
                      <a:endParaRPr kumimoji="1" lang="ja-JP" altLang="en-US" dirty="0"/>
                    </a:p>
                  </a:txBody>
                  <a:tcPr/>
                </a:tc>
                <a:extLst>
                  <a:ext uri="{0D108BD9-81ED-4DB2-BD59-A6C34878D82A}">
                    <a16:rowId xmlns:a16="http://schemas.microsoft.com/office/drawing/2014/main" val="2351652808"/>
                  </a:ext>
                </a:extLst>
              </a:tr>
              <a:tr h="387106">
                <a:tc>
                  <a:txBody>
                    <a:bodyPr/>
                    <a:lstStyle/>
                    <a:p>
                      <a:r>
                        <a:rPr kumimoji="1" lang="ja-JP" altLang="en-US" dirty="0"/>
                        <a:t>２～３</a:t>
                      </a:r>
                    </a:p>
                  </a:txBody>
                  <a:tcPr/>
                </a:tc>
                <a:tc>
                  <a:txBody>
                    <a:bodyPr/>
                    <a:lstStyle/>
                    <a:p>
                      <a:r>
                        <a:rPr kumimoji="1" lang="en-US" altLang="ja-JP" dirty="0"/>
                        <a:t>0.45</a:t>
                      </a:r>
                      <a:endParaRPr kumimoji="1" lang="ja-JP" altLang="en-US" dirty="0"/>
                    </a:p>
                  </a:txBody>
                  <a:tcPr/>
                </a:tc>
                <a:extLst>
                  <a:ext uri="{0D108BD9-81ED-4DB2-BD59-A6C34878D82A}">
                    <a16:rowId xmlns:a16="http://schemas.microsoft.com/office/drawing/2014/main" val="691816342"/>
                  </a:ext>
                </a:extLst>
              </a:tr>
              <a:tr h="387106">
                <a:tc>
                  <a:txBody>
                    <a:bodyPr/>
                    <a:lstStyle/>
                    <a:p>
                      <a:r>
                        <a:rPr kumimoji="1" lang="ja-JP" altLang="en-US" dirty="0"/>
                        <a:t>３～４</a:t>
                      </a:r>
                    </a:p>
                  </a:txBody>
                  <a:tcPr/>
                </a:tc>
                <a:tc>
                  <a:txBody>
                    <a:bodyPr/>
                    <a:lstStyle/>
                    <a:p>
                      <a:r>
                        <a:rPr kumimoji="1" lang="en-US" altLang="ja-JP" dirty="0"/>
                        <a:t>0.25</a:t>
                      </a:r>
                      <a:endParaRPr kumimoji="1" lang="ja-JP" altLang="en-US" dirty="0"/>
                    </a:p>
                  </a:txBody>
                  <a:tcPr/>
                </a:tc>
                <a:extLst>
                  <a:ext uri="{0D108BD9-81ED-4DB2-BD59-A6C34878D82A}">
                    <a16:rowId xmlns:a16="http://schemas.microsoft.com/office/drawing/2014/main" val="1205911476"/>
                  </a:ext>
                </a:extLst>
              </a:tr>
              <a:tr h="387106">
                <a:tc>
                  <a:txBody>
                    <a:bodyPr/>
                    <a:lstStyle/>
                    <a:p>
                      <a:r>
                        <a:rPr kumimoji="1" lang="ja-JP" altLang="en-US" dirty="0"/>
                        <a:t>４～５</a:t>
                      </a:r>
                    </a:p>
                  </a:txBody>
                  <a:tcPr/>
                </a:tc>
                <a:tc>
                  <a:txBody>
                    <a:bodyPr/>
                    <a:lstStyle/>
                    <a:p>
                      <a:r>
                        <a:rPr kumimoji="1" lang="en-US" altLang="ja-JP" dirty="0"/>
                        <a:t>0.27</a:t>
                      </a:r>
                      <a:endParaRPr kumimoji="1" lang="ja-JP" altLang="en-US" dirty="0"/>
                    </a:p>
                  </a:txBody>
                  <a:tcPr/>
                </a:tc>
                <a:extLst>
                  <a:ext uri="{0D108BD9-81ED-4DB2-BD59-A6C34878D82A}">
                    <a16:rowId xmlns:a16="http://schemas.microsoft.com/office/drawing/2014/main" val="4196738870"/>
                  </a:ext>
                </a:extLst>
              </a:tr>
              <a:tr h="387106">
                <a:tc>
                  <a:txBody>
                    <a:bodyPr/>
                    <a:lstStyle/>
                    <a:p>
                      <a:r>
                        <a:rPr kumimoji="1" lang="ja-JP" altLang="en-US" dirty="0"/>
                        <a:t>５～６</a:t>
                      </a:r>
                    </a:p>
                  </a:txBody>
                  <a:tcPr/>
                </a:tc>
                <a:tc>
                  <a:txBody>
                    <a:bodyPr/>
                    <a:lstStyle/>
                    <a:p>
                      <a:r>
                        <a:rPr kumimoji="1" lang="en-US" altLang="ja-JP" dirty="0"/>
                        <a:t>0.22</a:t>
                      </a:r>
                      <a:endParaRPr kumimoji="1" lang="ja-JP" altLang="en-US" dirty="0"/>
                    </a:p>
                  </a:txBody>
                  <a:tcPr/>
                </a:tc>
                <a:extLst>
                  <a:ext uri="{0D108BD9-81ED-4DB2-BD59-A6C34878D82A}">
                    <a16:rowId xmlns:a16="http://schemas.microsoft.com/office/drawing/2014/main" val="4203515757"/>
                  </a:ext>
                </a:extLst>
              </a:tr>
              <a:tr h="387106">
                <a:tc>
                  <a:txBody>
                    <a:bodyPr/>
                    <a:lstStyle/>
                    <a:p>
                      <a:r>
                        <a:rPr kumimoji="1" lang="ja-JP" altLang="en-US" dirty="0"/>
                        <a:t>６～７</a:t>
                      </a:r>
                    </a:p>
                  </a:txBody>
                  <a:tcPr/>
                </a:tc>
                <a:tc>
                  <a:txBody>
                    <a:bodyPr/>
                    <a:lstStyle/>
                    <a:p>
                      <a:r>
                        <a:rPr kumimoji="1" lang="en-US" altLang="ja-JP" dirty="0"/>
                        <a:t>0.16</a:t>
                      </a:r>
                      <a:endParaRPr kumimoji="1" lang="ja-JP" altLang="en-US" dirty="0"/>
                    </a:p>
                  </a:txBody>
                  <a:tcPr/>
                </a:tc>
                <a:extLst>
                  <a:ext uri="{0D108BD9-81ED-4DB2-BD59-A6C34878D82A}">
                    <a16:rowId xmlns:a16="http://schemas.microsoft.com/office/drawing/2014/main" val="1737663336"/>
                  </a:ext>
                </a:extLst>
              </a:tr>
              <a:tr h="387106">
                <a:tc>
                  <a:txBody>
                    <a:bodyPr/>
                    <a:lstStyle/>
                    <a:p>
                      <a:r>
                        <a:rPr kumimoji="1" lang="ja-JP" altLang="en-US" dirty="0"/>
                        <a:t>７～８</a:t>
                      </a:r>
                    </a:p>
                  </a:txBody>
                  <a:tcPr/>
                </a:tc>
                <a:tc>
                  <a:txBody>
                    <a:bodyPr/>
                    <a:lstStyle/>
                    <a:p>
                      <a:r>
                        <a:rPr kumimoji="1" lang="en-US" altLang="ja-JP" dirty="0"/>
                        <a:t>0.05</a:t>
                      </a:r>
                      <a:endParaRPr kumimoji="1" lang="ja-JP" altLang="en-US" dirty="0"/>
                    </a:p>
                  </a:txBody>
                  <a:tcPr/>
                </a:tc>
                <a:extLst>
                  <a:ext uri="{0D108BD9-81ED-4DB2-BD59-A6C34878D82A}">
                    <a16:rowId xmlns:a16="http://schemas.microsoft.com/office/drawing/2014/main" val="4227278321"/>
                  </a:ext>
                </a:extLst>
              </a:tr>
              <a:tr h="387106">
                <a:tc>
                  <a:txBody>
                    <a:bodyPr/>
                    <a:lstStyle/>
                    <a:p>
                      <a:r>
                        <a:rPr kumimoji="1" lang="ja-JP" altLang="en-US" dirty="0"/>
                        <a:t>８～９</a:t>
                      </a:r>
                    </a:p>
                  </a:txBody>
                  <a:tcPr/>
                </a:tc>
                <a:tc>
                  <a:txBody>
                    <a:bodyPr/>
                    <a:lstStyle/>
                    <a:p>
                      <a:r>
                        <a:rPr kumimoji="1" lang="en-US" altLang="ja-JP" dirty="0"/>
                        <a:t>0.36</a:t>
                      </a:r>
                      <a:endParaRPr kumimoji="1" lang="ja-JP" altLang="en-US" dirty="0"/>
                    </a:p>
                  </a:txBody>
                  <a:tcPr/>
                </a:tc>
                <a:extLst>
                  <a:ext uri="{0D108BD9-81ED-4DB2-BD59-A6C34878D82A}">
                    <a16:rowId xmlns:a16="http://schemas.microsoft.com/office/drawing/2014/main" val="2134055992"/>
                  </a:ext>
                </a:extLst>
              </a:tr>
              <a:tr h="387106">
                <a:tc>
                  <a:txBody>
                    <a:bodyPr/>
                    <a:lstStyle/>
                    <a:p>
                      <a:r>
                        <a:rPr kumimoji="1" lang="ja-JP" altLang="en-US" dirty="0"/>
                        <a:t>９～１０</a:t>
                      </a:r>
                    </a:p>
                  </a:txBody>
                  <a:tcPr/>
                </a:tc>
                <a:tc>
                  <a:txBody>
                    <a:bodyPr/>
                    <a:lstStyle/>
                    <a:p>
                      <a:r>
                        <a:rPr kumimoji="1" lang="en-US" altLang="ja-JP" dirty="0"/>
                        <a:t>0.14</a:t>
                      </a:r>
                      <a:endParaRPr kumimoji="1" lang="ja-JP" altLang="en-US" dirty="0"/>
                    </a:p>
                  </a:txBody>
                  <a:tcPr/>
                </a:tc>
                <a:extLst>
                  <a:ext uri="{0D108BD9-81ED-4DB2-BD59-A6C34878D82A}">
                    <a16:rowId xmlns:a16="http://schemas.microsoft.com/office/drawing/2014/main" val="1655309781"/>
                  </a:ext>
                </a:extLst>
              </a:tr>
              <a:tr h="387106">
                <a:tc>
                  <a:txBody>
                    <a:bodyPr/>
                    <a:lstStyle/>
                    <a:p>
                      <a:r>
                        <a:rPr kumimoji="1" lang="ja-JP" altLang="en-US" dirty="0"/>
                        <a:t>１０～１１</a:t>
                      </a:r>
                    </a:p>
                  </a:txBody>
                  <a:tcPr/>
                </a:tc>
                <a:tc>
                  <a:txBody>
                    <a:bodyPr/>
                    <a:lstStyle/>
                    <a:p>
                      <a:r>
                        <a:rPr kumimoji="1" lang="en-US" altLang="ja-JP" dirty="0"/>
                        <a:t>0.43</a:t>
                      </a:r>
                      <a:endParaRPr kumimoji="1" lang="ja-JP" altLang="en-US" dirty="0"/>
                    </a:p>
                  </a:txBody>
                  <a:tcPr/>
                </a:tc>
                <a:extLst>
                  <a:ext uri="{0D108BD9-81ED-4DB2-BD59-A6C34878D82A}">
                    <a16:rowId xmlns:a16="http://schemas.microsoft.com/office/drawing/2014/main" val="3679306438"/>
                  </a:ext>
                </a:extLst>
              </a:tr>
            </a:tbl>
          </a:graphicData>
        </a:graphic>
      </p:graphicFrame>
      <p:sp>
        <p:nvSpPr>
          <p:cNvPr id="4" name="スライド番号プレースホルダー 3">
            <a:extLst>
              <a:ext uri="{FF2B5EF4-FFF2-40B4-BE49-F238E27FC236}">
                <a16:creationId xmlns:a16="http://schemas.microsoft.com/office/drawing/2014/main" id="{F234A4B6-BCC3-AB07-8B79-563A9BE17524}"/>
              </a:ext>
            </a:extLst>
          </p:cNvPr>
          <p:cNvSpPr>
            <a:spLocks noGrp="1"/>
          </p:cNvSpPr>
          <p:nvPr>
            <p:ph type="sldNum" sz="quarter" idx="12"/>
          </p:nvPr>
        </p:nvSpPr>
        <p:spPr/>
        <p:txBody>
          <a:bodyPr/>
          <a:lstStyle/>
          <a:p>
            <a:fld id="{27CE633F-9882-4A5C-83A2-1109D0C73261}" type="slidenum">
              <a:rPr lang="en-US" smtClean="0"/>
              <a:t>5</a:t>
            </a:fld>
            <a:endParaRPr lang="en-US"/>
          </a:p>
        </p:txBody>
      </p:sp>
      <p:sp>
        <p:nvSpPr>
          <p:cNvPr id="6" name="楕円 5">
            <a:extLst>
              <a:ext uri="{FF2B5EF4-FFF2-40B4-BE49-F238E27FC236}">
                <a16:creationId xmlns:a16="http://schemas.microsoft.com/office/drawing/2014/main" id="{4BEE2C30-5E44-84DD-E247-12558EBB646C}"/>
              </a:ext>
            </a:extLst>
          </p:cNvPr>
          <p:cNvSpPr/>
          <p:nvPr/>
        </p:nvSpPr>
        <p:spPr>
          <a:xfrm>
            <a:off x="580571" y="1861457"/>
            <a:ext cx="1785258" cy="4631418"/>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58A53A76-F6C9-3598-ADAA-945DC6837419}"/>
              </a:ext>
            </a:extLst>
          </p:cNvPr>
          <p:cNvSpPr txBox="1"/>
          <p:nvPr/>
        </p:nvSpPr>
        <p:spPr>
          <a:xfrm>
            <a:off x="1888833" y="6069893"/>
            <a:ext cx="10515599" cy="646331"/>
          </a:xfrm>
          <a:prstGeom prst="rect">
            <a:avLst/>
          </a:prstGeom>
          <a:noFill/>
        </p:spPr>
        <p:txBody>
          <a:bodyPr wrap="square" rtlCol="0">
            <a:spAutoFit/>
          </a:bodyPr>
          <a:lstStyle/>
          <a:p>
            <a:r>
              <a:rPr kumimoji="1" lang="ja-JP" altLang="en-US" dirty="0"/>
              <a:t>前回</a:t>
            </a:r>
            <a:r>
              <a:rPr kumimoji="1" lang="en-US" altLang="ja-JP" dirty="0" err="1"/>
              <a:t>BERTopic</a:t>
            </a:r>
            <a:r>
              <a:rPr kumimoji="1" lang="ja-JP" altLang="en-US" dirty="0"/>
              <a:t>で同じトピックと判定された文１～１１文目であるが類似度は高いとは言えない</a:t>
            </a:r>
            <a:endParaRPr kumimoji="1" lang="en-US" altLang="ja-JP" dirty="0"/>
          </a:p>
          <a:p>
            <a:r>
              <a:rPr lang="ja-JP" altLang="en-US" dirty="0"/>
              <a:t>→参考文献と違い対話文ではないため類似度比較は効果は薄い？</a:t>
            </a:r>
            <a:endParaRPr kumimoji="1" lang="ja-JP" altLang="en-US" dirty="0"/>
          </a:p>
        </p:txBody>
      </p:sp>
    </p:spTree>
    <p:extLst>
      <p:ext uri="{BB962C8B-B14F-4D97-AF65-F5344CB8AC3E}">
        <p14:creationId xmlns:p14="http://schemas.microsoft.com/office/powerpoint/2010/main" val="3725177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BABAFF-B41C-50E5-4D42-972ED3235EFF}"/>
              </a:ext>
            </a:extLst>
          </p:cNvPr>
          <p:cNvSpPr>
            <a:spLocks noGrp="1"/>
          </p:cNvSpPr>
          <p:nvPr>
            <p:ph type="title"/>
          </p:nvPr>
        </p:nvSpPr>
        <p:spPr/>
        <p:txBody>
          <a:bodyPr/>
          <a:lstStyle/>
          <a:p>
            <a:r>
              <a:rPr kumimoji="1" lang="ja-JP" altLang="en-US" dirty="0"/>
              <a:t>前回の</a:t>
            </a:r>
            <a:r>
              <a:rPr kumimoji="1" lang="en-US" altLang="ja-JP" dirty="0" err="1"/>
              <a:t>BERTopic</a:t>
            </a:r>
            <a:r>
              <a:rPr kumimoji="1" lang="ja-JP" altLang="en-US" dirty="0"/>
              <a:t>による出力</a:t>
            </a:r>
          </a:p>
        </p:txBody>
      </p:sp>
      <p:sp>
        <p:nvSpPr>
          <p:cNvPr id="3" name="コンテンツ プレースホルダー 2">
            <a:extLst>
              <a:ext uri="{FF2B5EF4-FFF2-40B4-BE49-F238E27FC236}">
                <a16:creationId xmlns:a16="http://schemas.microsoft.com/office/drawing/2014/main" id="{9544B60E-286E-1A79-DC36-B5EC8BB5C0BD}"/>
              </a:ext>
            </a:extLst>
          </p:cNvPr>
          <p:cNvSpPr>
            <a:spLocks noGrp="1"/>
          </p:cNvSpPr>
          <p:nvPr>
            <p:ph idx="1"/>
          </p:nvPr>
        </p:nvSpPr>
        <p:spPr/>
        <p:txBody>
          <a:bodyPr/>
          <a:lstStyle/>
          <a:p>
            <a:r>
              <a:rPr kumimoji="1" lang="ja-JP" altLang="en-US" b="1" dirty="0"/>
              <a:t>１文ずつの入力では，クラスタリングミスが多くみられた</a:t>
            </a:r>
            <a:endParaRPr kumimoji="1" lang="en-US" altLang="ja-JP" b="1" dirty="0"/>
          </a:p>
          <a:p>
            <a:r>
              <a:rPr kumimoji="1" lang="ja-JP" altLang="en-US" b="1" dirty="0"/>
              <a:t>３文チャンクでの入力では１文ずつの入力に比べると安定したクラスタリングできた</a:t>
            </a:r>
            <a:endParaRPr kumimoji="1" lang="en-US" altLang="ja-JP" b="1" dirty="0"/>
          </a:p>
          <a:p>
            <a:pPr marL="0" indent="0">
              <a:buNone/>
            </a:pPr>
            <a:r>
              <a:rPr kumimoji="1" lang="ja-JP" altLang="en-US" b="1" dirty="0"/>
              <a:t>→ある程度の文チャンクにした入力は有効的</a:t>
            </a:r>
            <a:endParaRPr kumimoji="1" lang="ja-JP" altLang="en-US" dirty="0"/>
          </a:p>
        </p:txBody>
      </p:sp>
      <p:sp>
        <p:nvSpPr>
          <p:cNvPr id="4" name="スライド番号プレースホルダー 3">
            <a:extLst>
              <a:ext uri="{FF2B5EF4-FFF2-40B4-BE49-F238E27FC236}">
                <a16:creationId xmlns:a16="http://schemas.microsoft.com/office/drawing/2014/main" id="{06069BA1-F5DD-6F07-BD82-49725BA8C434}"/>
              </a:ext>
            </a:extLst>
          </p:cNvPr>
          <p:cNvSpPr>
            <a:spLocks noGrp="1"/>
          </p:cNvSpPr>
          <p:nvPr>
            <p:ph type="sldNum" sz="quarter" idx="12"/>
          </p:nvPr>
        </p:nvSpPr>
        <p:spPr/>
        <p:txBody>
          <a:bodyPr/>
          <a:lstStyle/>
          <a:p>
            <a:fld id="{27CE633F-9882-4A5C-83A2-1109D0C73261}" type="slidenum">
              <a:rPr lang="en-US" smtClean="0"/>
              <a:t>6</a:t>
            </a:fld>
            <a:endParaRPr lang="en-US"/>
          </a:p>
        </p:txBody>
      </p:sp>
    </p:spTree>
    <p:extLst>
      <p:ext uri="{BB962C8B-B14F-4D97-AF65-F5344CB8AC3E}">
        <p14:creationId xmlns:p14="http://schemas.microsoft.com/office/powerpoint/2010/main" val="2970474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485320-01F2-8EE0-4C2D-13259F8F2F82}"/>
              </a:ext>
            </a:extLst>
          </p:cNvPr>
          <p:cNvSpPr>
            <a:spLocks noGrp="1"/>
          </p:cNvSpPr>
          <p:nvPr>
            <p:ph type="title"/>
          </p:nvPr>
        </p:nvSpPr>
        <p:spPr/>
        <p:txBody>
          <a:bodyPr/>
          <a:lstStyle/>
          <a:p>
            <a:r>
              <a:rPr kumimoji="1" lang="ja-JP" altLang="en-US" dirty="0"/>
              <a:t>３文チャンクでのトピック分析結果</a:t>
            </a:r>
          </a:p>
        </p:txBody>
      </p:sp>
      <p:sp>
        <p:nvSpPr>
          <p:cNvPr id="3" name="コンテンツ プレースホルダー 2">
            <a:extLst>
              <a:ext uri="{FF2B5EF4-FFF2-40B4-BE49-F238E27FC236}">
                <a16:creationId xmlns:a16="http://schemas.microsoft.com/office/drawing/2014/main" id="{A12CAFFF-1508-4706-BD86-F924D9E36D70}"/>
              </a:ext>
            </a:extLst>
          </p:cNvPr>
          <p:cNvSpPr>
            <a:spLocks noGrp="1"/>
          </p:cNvSpPr>
          <p:nvPr>
            <p:ph idx="1"/>
          </p:nvPr>
        </p:nvSpPr>
        <p:spPr>
          <a:xfrm>
            <a:off x="5762172" y="1762212"/>
            <a:ext cx="6433457" cy="4841787"/>
          </a:xfrm>
        </p:spPr>
        <p:txBody>
          <a:bodyPr/>
          <a:lstStyle/>
          <a:p>
            <a:r>
              <a:rPr kumimoji="1" lang="ja-JP" altLang="en-US" dirty="0"/>
              <a:t>連続する文チャンクが</a:t>
            </a:r>
            <a:endParaRPr kumimoji="1" lang="en-US" altLang="ja-JP" dirty="0"/>
          </a:p>
          <a:p>
            <a:pPr marL="0" indent="0">
              <a:buNone/>
            </a:pPr>
            <a:r>
              <a:rPr kumimoji="1" lang="ja-JP" altLang="en-US" dirty="0"/>
              <a:t>  同じトピックに分類されている</a:t>
            </a:r>
            <a:endParaRPr kumimoji="1" lang="en-US" altLang="ja-JP" dirty="0"/>
          </a:p>
          <a:p>
            <a:pPr marL="0" indent="0">
              <a:buNone/>
            </a:pPr>
            <a:r>
              <a:rPr kumimoji="1" lang="ja-JP" altLang="en-US" dirty="0"/>
              <a:t>１～４→トピック０</a:t>
            </a:r>
            <a:endParaRPr kumimoji="1" lang="en-US" altLang="ja-JP" dirty="0"/>
          </a:p>
          <a:p>
            <a:pPr marL="0" indent="0">
              <a:buNone/>
            </a:pPr>
            <a:r>
              <a:rPr kumimoji="1" lang="ja-JP" altLang="en-US" dirty="0"/>
              <a:t>５～９→トピック１</a:t>
            </a:r>
            <a:endParaRPr kumimoji="1" lang="en-US" altLang="ja-JP" dirty="0"/>
          </a:p>
          <a:p>
            <a:pPr marL="0" indent="0">
              <a:buNone/>
            </a:pPr>
            <a:endParaRPr kumimoji="1" lang="en-US" altLang="ja-JP" dirty="0"/>
          </a:p>
          <a:p>
            <a:pPr marL="0" indent="0">
              <a:buNone/>
            </a:pPr>
            <a:r>
              <a:rPr kumimoji="1" lang="ja-JP" altLang="en-US" dirty="0"/>
              <a:t>このような出力が安定的にとれるのであれば話題遷移を時系列上で捉えられるのでは</a:t>
            </a:r>
            <a:endParaRPr kumimoji="1" lang="en-US" altLang="ja-JP" dirty="0"/>
          </a:p>
          <a:p>
            <a:pPr marL="0" indent="0">
              <a:buNone/>
            </a:pPr>
            <a:endParaRPr kumimoji="1" lang="ja-JP" altLang="en-US" dirty="0"/>
          </a:p>
        </p:txBody>
      </p:sp>
      <p:sp>
        <p:nvSpPr>
          <p:cNvPr id="4" name="スライド番号プレースホルダー 3">
            <a:extLst>
              <a:ext uri="{FF2B5EF4-FFF2-40B4-BE49-F238E27FC236}">
                <a16:creationId xmlns:a16="http://schemas.microsoft.com/office/drawing/2014/main" id="{19EA08C6-0EFA-01A0-A9B1-E9C3671B15A4}"/>
              </a:ext>
            </a:extLst>
          </p:cNvPr>
          <p:cNvSpPr>
            <a:spLocks noGrp="1"/>
          </p:cNvSpPr>
          <p:nvPr>
            <p:ph type="sldNum" sz="quarter" idx="12"/>
          </p:nvPr>
        </p:nvSpPr>
        <p:spPr/>
        <p:txBody>
          <a:bodyPr/>
          <a:lstStyle/>
          <a:p>
            <a:fld id="{27CE633F-9882-4A5C-83A2-1109D0C73261}" type="slidenum">
              <a:rPr lang="en-US" smtClean="0"/>
              <a:t>7</a:t>
            </a:fld>
            <a:endParaRPr lang="en-US"/>
          </a:p>
        </p:txBody>
      </p:sp>
      <p:graphicFrame>
        <p:nvGraphicFramePr>
          <p:cNvPr id="5" name="コンテンツ プレースホルダー 4">
            <a:extLst>
              <a:ext uri="{FF2B5EF4-FFF2-40B4-BE49-F238E27FC236}">
                <a16:creationId xmlns:a16="http://schemas.microsoft.com/office/drawing/2014/main" id="{720B4944-04E3-B5EE-11A4-E05D9E42AA46}"/>
              </a:ext>
            </a:extLst>
          </p:cNvPr>
          <p:cNvGraphicFramePr>
            <a:graphicFrameLocks/>
          </p:cNvGraphicFramePr>
          <p:nvPr>
            <p:extLst>
              <p:ext uri="{D42A27DB-BD31-4B8C-83A1-F6EECF244321}">
                <p14:modId xmlns:p14="http://schemas.microsoft.com/office/powerpoint/2010/main" val="3205355809"/>
              </p:ext>
            </p:extLst>
          </p:nvPr>
        </p:nvGraphicFramePr>
        <p:xfrm>
          <a:off x="838200" y="1825624"/>
          <a:ext cx="4923972" cy="4530720"/>
        </p:xfrm>
        <a:graphic>
          <a:graphicData uri="http://schemas.openxmlformats.org/drawingml/2006/table">
            <a:tbl>
              <a:tblPr firstRow="1" bandRow="1">
                <a:tableStyleId>{5C22544A-7EE6-4342-B048-85BDC9FD1C3A}</a:tableStyleId>
              </a:tblPr>
              <a:tblGrid>
                <a:gridCol w="2461986">
                  <a:extLst>
                    <a:ext uri="{9D8B030D-6E8A-4147-A177-3AD203B41FA5}">
                      <a16:colId xmlns:a16="http://schemas.microsoft.com/office/drawing/2014/main" val="1856584743"/>
                    </a:ext>
                  </a:extLst>
                </a:gridCol>
                <a:gridCol w="2461986">
                  <a:extLst>
                    <a:ext uri="{9D8B030D-6E8A-4147-A177-3AD203B41FA5}">
                      <a16:colId xmlns:a16="http://schemas.microsoft.com/office/drawing/2014/main" val="278530621"/>
                    </a:ext>
                  </a:extLst>
                </a:gridCol>
              </a:tblGrid>
              <a:tr h="377560">
                <a:tc>
                  <a:txBody>
                    <a:bodyPr/>
                    <a:lstStyle/>
                    <a:p>
                      <a:pPr algn="ctr"/>
                      <a:r>
                        <a:rPr kumimoji="1" lang="ja-JP" altLang="en-US" dirty="0"/>
                        <a:t>文チャンクラベル</a:t>
                      </a:r>
                    </a:p>
                  </a:txBody>
                  <a:tcPr/>
                </a:tc>
                <a:tc>
                  <a:txBody>
                    <a:bodyPr/>
                    <a:lstStyle/>
                    <a:p>
                      <a:pPr algn="ctr"/>
                      <a:r>
                        <a:rPr kumimoji="1" lang="ja-JP" altLang="en-US" dirty="0"/>
                        <a:t>トピック番号</a:t>
                      </a:r>
                    </a:p>
                  </a:txBody>
                  <a:tcPr/>
                </a:tc>
                <a:extLst>
                  <a:ext uri="{0D108BD9-81ED-4DB2-BD59-A6C34878D82A}">
                    <a16:rowId xmlns:a16="http://schemas.microsoft.com/office/drawing/2014/main" val="3506722410"/>
                  </a:ext>
                </a:extLst>
              </a:tr>
              <a:tr h="377560">
                <a:tc>
                  <a:txBody>
                    <a:bodyPr/>
                    <a:lstStyle/>
                    <a:p>
                      <a:pPr algn="ctr"/>
                      <a:r>
                        <a:rPr kumimoji="1" lang="ja-JP" altLang="en-US" dirty="0"/>
                        <a:t>１</a:t>
                      </a:r>
                      <a:endParaRPr kumimoji="1" lang="en-US" altLang="ja-JP" dirty="0"/>
                    </a:p>
                  </a:txBody>
                  <a:tcPr/>
                </a:tc>
                <a:tc>
                  <a:txBody>
                    <a:bodyPr/>
                    <a:lstStyle/>
                    <a:p>
                      <a:pPr algn="ctr"/>
                      <a:r>
                        <a:rPr kumimoji="1" lang="ja-JP" altLang="en-US" dirty="0"/>
                        <a:t>０</a:t>
                      </a:r>
                      <a:endParaRPr kumimoji="1" lang="en-US" altLang="ja-JP" dirty="0"/>
                    </a:p>
                  </a:txBody>
                  <a:tcPr/>
                </a:tc>
                <a:extLst>
                  <a:ext uri="{0D108BD9-81ED-4DB2-BD59-A6C34878D82A}">
                    <a16:rowId xmlns:a16="http://schemas.microsoft.com/office/drawing/2014/main" val="3699949956"/>
                  </a:ext>
                </a:extLst>
              </a:tr>
              <a:tr h="377560">
                <a:tc>
                  <a:txBody>
                    <a:bodyPr/>
                    <a:lstStyle/>
                    <a:p>
                      <a:pPr algn="ctr"/>
                      <a:r>
                        <a:rPr kumimoji="1" lang="ja-JP" altLang="en-US" dirty="0"/>
                        <a:t>２</a:t>
                      </a:r>
                    </a:p>
                  </a:txBody>
                  <a:tcPr/>
                </a:tc>
                <a:tc>
                  <a:txBody>
                    <a:bodyPr/>
                    <a:lstStyle/>
                    <a:p>
                      <a:pPr algn="ctr"/>
                      <a:r>
                        <a:rPr kumimoji="1" lang="ja-JP" altLang="en-US" dirty="0"/>
                        <a:t>０</a:t>
                      </a:r>
                    </a:p>
                  </a:txBody>
                  <a:tcPr/>
                </a:tc>
                <a:extLst>
                  <a:ext uri="{0D108BD9-81ED-4DB2-BD59-A6C34878D82A}">
                    <a16:rowId xmlns:a16="http://schemas.microsoft.com/office/drawing/2014/main" val="3637924814"/>
                  </a:ext>
                </a:extLst>
              </a:tr>
              <a:tr h="377560">
                <a:tc>
                  <a:txBody>
                    <a:bodyPr/>
                    <a:lstStyle/>
                    <a:p>
                      <a:pPr algn="ctr"/>
                      <a:r>
                        <a:rPr kumimoji="1" lang="ja-JP" altLang="en-US" dirty="0"/>
                        <a:t>３</a:t>
                      </a:r>
                    </a:p>
                  </a:txBody>
                  <a:tcPr/>
                </a:tc>
                <a:tc>
                  <a:txBody>
                    <a:bodyPr/>
                    <a:lstStyle/>
                    <a:p>
                      <a:pPr algn="ctr"/>
                      <a:r>
                        <a:rPr kumimoji="1" lang="ja-JP" altLang="en-US" dirty="0"/>
                        <a:t>０</a:t>
                      </a:r>
                    </a:p>
                  </a:txBody>
                  <a:tcPr/>
                </a:tc>
                <a:extLst>
                  <a:ext uri="{0D108BD9-81ED-4DB2-BD59-A6C34878D82A}">
                    <a16:rowId xmlns:a16="http://schemas.microsoft.com/office/drawing/2014/main" val="304956862"/>
                  </a:ext>
                </a:extLst>
              </a:tr>
              <a:tr h="377560">
                <a:tc>
                  <a:txBody>
                    <a:bodyPr/>
                    <a:lstStyle/>
                    <a:p>
                      <a:pPr algn="ctr"/>
                      <a:r>
                        <a:rPr kumimoji="1" lang="ja-JP" altLang="en-US" dirty="0"/>
                        <a:t>４</a:t>
                      </a:r>
                    </a:p>
                  </a:txBody>
                  <a:tcPr/>
                </a:tc>
                <a:tc>
                  <a:txBody>
                    <a:bodyPr/>
                    <a:lstStyle/>
                    <a:p>
                      <a:pPr algn="ctr"/>
                      <a:r>
                        <a:rPr kumimoji="1" lang="ja-JP" altLang="en-US" dirty="0"/>
                        <a:t>０</a:t>
                      </a:r>
                    </a:p>
                  </a:txBody>
                  <a:tcPr/>
                </a:tc>
                <a:extLst>
                  <a:ext uri="{0D108BD9-81ED-4DB2-BD59-A6C34878D82A}">
                    <a16:rowId xmlns:a16="http://schemas.microsoft.com/office/drawing/2014/main" val="3737266028"/>
                  </a:ext>
                </a:extLst>
              </a:tr>
              <a:tr h="377560">
                <a:tc>
                  <a:txBody>
                    <a:bodyPr/>
                    <a:lstStyle/>
                    <a:p>
                      <a:pPr algn="ctr"/>
                      <a:r>
                        <a:rPr kumimoji="1" lang="ja-JP" altLang="en-US" dirty="0"/>
                        <a:t>５</a:t>
                      </a:r>
                    </a:p>
                  </a:txBody>
                  <a:tcPr/>
                </a:tc>
                <a:tc>
                  <a:txBody>
                    <a:bodyPr/>
                    <a:lstStyle/>
                    <a:p>
                      <a:pPr algn="ctr"/>
                      <a:r>
                        <a:rPr kumimoji="1" lang="ja-JP" altLang="en-US" dirty="0"/>
                        <a:t>１</a:t>
                      </a:r>
                    </a:p>
                  </a:txBody>
                  <a:tcPr/>
                </a:tc>
                <a:extLst>
                  <a:ext uri="{0D108BD9-81ED-4DB2-BD59-A6C34878D82A}">
                    <a16:rowId xmlns:a16="http://schemas.microsoft.com/office/drawing/2014/main" val="134246784"/>
                  </a:ext>
                </a:extLst>
              </a:tr>
              <a:tr h="377560">
                <a:tc>
                  <a:txBody>
                    <a:bodyPr/>
                    <a:lstStyle/>
                    <a:p>
                      <a:pPr algn="ctr"/>
                      <a:r>
                        <a:rPr kumimoji="1" lang="ja-JP" altLang="en-US" dirty="0"/>
                        <a:t>６</a:t>
                      </a:r>
                    </a:p>
                  </a:txBody>
                  <a:tcPr/>
                </a:tc>
                <a:tc>
                  <a:txBody>
                    <a:bodyPr/>
                    <a:lstStyle/>
                    <a:p>
                      <a:pPr algn="ctr"/>
                      <a:r>
                        <a:rPr kumimoji="1" lang="ja-JP" altLang="en-US" dirty="0"/>
                        <a:t>１</a:t>
                      </a:r>
                    </a:p>
                  </a:txBody>
                  <a:tcPr/>
                </a:tc>
                <a:extLst>
                  <a:ext uri="{0D108BD9-81ED-4DB2-BD59-A6C34878D82A}">
                    <a16:rowId xmlns:a16="http://schemas.microsoft.com/office/drawing/2014/main" val="2705892645"/>
                  </a:ext>
                </a:extLst>
              </a:tr>
              <a:tr h="377560">
                <a:tc>
                  <a:txBody>
                    <a:bodyPr/>
                    <a:lstStyle/>
                    <a:p>
                      <a:pPr algn="ctr"/>
                      <a:r>
                        <a:rPr kumimoji="1" lang="ja-JP" altLang="en-US" dirty="0"/>
                        <a:t>７</a:t>
                      </a:r>
                    </a:p>
                  </a:txBody>
                  <a:tcPr/>
                </a:tc>
                <a:tc>
                  <a:txBody>
                    <a:bodyPr/>
                    <a:lstStyle/>
                    <a:p>
                      <a:pPr algn="ctr"/>
                      <a:r>
                        <a:rPr kumimoji="1" lang="ja-JP" altLang="en-US" dirty="0"/>
                        <a:t>１</a:t>
                      </a:r>
                    </a:p>
                  </a:txBody>
                  <a:tcPr/>
                </a:tc>
                <a:extLst>
                  <a:ext uri="{0D108BD9-81ED-4DB2-BD59-A6C34878D82A}">
                    <a16:rowId xmlns:a16="http://schemas.microsoft.com/office/drawing/2014/main" val="3840667284"/>
                  </a:ext>
                </a:extLst>
              </a:tr>
              <a:tr h="377560">
                <a:tc>
                  <a:txBody>
                    <a:bodyPr/>
                    <a:lstStyle/>
                    <a:p>
                      <a:pPr algn="ctr"/>
                      <a:r>
                        <a:rPr kumimoji="1" lang="ja-JP" altLang="en-US" dirty="0"/>
                        <a:t>８</a:t>
                      </a:r>
                    </a:p>
                  </a:txBody>
                  <a:tcPr/>
                </a:tc>
                <a:tc>
                  <a:txBody>
                    <a:bodyPr/>
                    <a:lstStyle/>
                    <a:p>
                      <a:pPr algn="ctr"/>
                      <a:r>
                        <a:rPr kumimoji="1" lang="ja-JP" altLang="en-US" dirty="0"/>
                        <a:t>１</a:t>
                      </a:r>
                    </a:p>
                  </a:txBody>
                  <a:tcPr/>
                </a:tc>
                <a:extLst>
                  <a:ext uri="{0D108BD9-81ED-4DB2-BD59-A6C34878D82A}">
                    <a16:rowId xmlns:a16="http://schemas.microsoft.com/office/drawing/2014/main" val="1832541595"/>
                  </a:ext>
                </a:extLst>
              </a:tr>
              <a:tr h="377560">
                <a:tc>
                  <a:txBody>
                    <a:bodyPr/>
                    <a:lstStyle/>
                    <a:p>
                      <a:pPr algn="ctr"/>
                      <a:r>
                        <a:rPr kumimoji="1" lang="ja-JP" altLang="en-US" dirty="0"/>
                        <a:t>９</a:t>
                      </a:r>
                    </a:p>
                  </a:txBody>
                  <a:tcPr/>
                </a:tc>
                <a:tc>
                  <a:txBody>
                    <a:bodyPr/>
                    <a:lstStyle/>
                    <a:p>
                      <a:pPr algn="ctr"/>
                      <a:r>
                        <a:rPr kumimoji="1" lang="ja-JP" altLang="en-US" dirty="0"/>
                        <a:t>１</a:t>
                      </a:r>
                    </a:p>
                  </a:txBody>
                  <a:tcPr/>
                </a:tc>
                <a:extLst>
                  <a:ext uri="{0D108BD9-81ED-4DB2-BD59-A6C34878D82A}">
                    <a16:rowId xmlns:a16="http://schemas.microsoft.com/office/drawing/2014/main" val="2560907215"/>
                  </a:ext>
                </a:extLst>
              </a:tr>
              <a:tr h="377560">
                <a:tc>
                  <a:txBody>
                    <a:bodyPr/>
                    <a:lstStyle/>
                    <a:p>
                      <a:pPr algn="ctr"/>
                      <a:r>
                        <a:rPr kumimoji="1" lang="ja-JP" altLang="en-US" dirty="0"/>
                        <a:t>１１</a:t>
                      </a:r>
                    </a:p>
                  </a:txBody>
                  <a:tcPr/>
                </a:tc>
                <a:tc>
                  <a:txBody>
                    <a:bodyPr/>
                    <a:lstStyle/>
                    <a:p>
                      <a:pPr algn="ctr"/>
                      <a:r>
                        <a:rPr kumimoji="1" lang="en-US" altLang="ja-JP" dirty="0"/>
                        <a:t>0</a:t>
                      </a:r>
                      <a:endParaRPr kumimoji="1" lang="ja-JP" altLang="en-US" dirty="0"/>
                    </a:p>
                  </a:txBody>
                  <a:tcPr/>
                </a:tc>
                <a:extLst>
                  <a:ext uri="{0D108BD9-81ED-4DB2-BD59-A6C34878D82A}">
                    <a16:rowId xmlns:a16="http://schemas.microsoft.com/office/drawing/2014/main" val="2968008063"/>
                  </a:ext>
                </a:extLst>
              </a:tr>
              <a:tr h="377560">
                <a:tc>
                  <a:txBody>
                    <a:bodyPr/>
                    <a:lstStyle/>
                    <a:p>
                      <a:pPr algn="ctr"/>
                      <a:r>
                        <a:rPr kumimoji="1" lang="ja-JP" altLang="en-US" dirty="0"/>
                        <a:t>１２</a:t>
                      </a:r>
                    </a:p>
                  </a:txBody>
                  <a:tcPr/>
                </a:tc>
                <a:tc>
                  <a:txBody>
                    <a:bodyPr/>
                    <a:lstStyle/>
                    <a:p>
                      <a:pPr algn="ctr"/>
                      <a:r>
                        <a:rPr kumimoji="1" lang="en-US" altLang="ja-JP" dirty="0"/>
                        <a:t>-1</a:t>
                      </a:r>
                      <a:endParaRPr kumimoji="1" lang="ja-JP" altLang="en-US" dirty="0"/>
                    </a:p>
                  </a:txBody>
                  <a:tcPr/>
                </a:tc>
                <a:extLst>
                  <a:ext uri="{0D108BD9-81ED-4DB2-BD59-A6C34878D82A}">
                    <a16:rowId xmlns:a16="http://schemas.microsoft.com/office/drawing/2014/main" val="2309799443"/>
                  </a:ext>
                </a:extLst>
              </a:tr>
            </a:tbl>
          </a:graphicData>
        </a:graphic>
      </p:graphicFrame>
      <p:sp>
        <p:nvSpPr>
          <p:cNvPr id="6" name="正方形/長方形 5">
            <a:extLst>
              <a:ext uri="{FF2B5EF4-FFF2-40B4-BE49-F238E27FC236}">
                <a16:creationId xmlns:a16="http://schemas.microsoft.com/office/drawing/2014/main" id="{435DB4EA-7A9F-BF49-AC5F-895343F882DD}"/>
              </a:ext>
            </a:extLst>
          </p:cNvPr>
          <p:cNvSpPr/>
          <p:nvPr/>
        </p:nvSpPr>
        <p:spPr>
          <a:xfrm>
            <a:off x="668612" y="1825623"/>
            <a:ext cx="5093560" cy="193357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8A0A76A1-F1C4-6752-68FE-7220584BAB95}"/>
              </a:ext>
            </a:extLst>
          </p:cNvPr>
          <p:cNvSpPr/>
          <p:nvPr/>
        </p:nvSpPr>
        <p:spPr>
          <a:xfrm>
            <a:off x="668612" y="3894136"/>
            <a:ext cx="5093560" cy="1737408"/>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30246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B21765-C5E4-B5CE-A6FE-6330DE6D9A82}"/>
              </a:ext>
            </a:extLst>
          </p:cNvPr>
          <p:cNvSpPr>
            <a:spLocks noGrp="1"/>
          </p:cNvSpPr>
          <p:nvPr>
            <p:ph type="title"/>
          </p:nvPr>
        </p:nvSpPr>
        <p:spPr/>
        <p:txBody>
          <a:bodyPr/>
          <a:lstStyle/>
          <a:p>
            <a:r>
              <a:rPr kumimoji="1" lang="ja-JP" altLang="en-US" dirty="0"/>
              <a:t>複数文チャンクに分けた時の問題点</a:t>
            </a:r>
          </a:p>
        </p:txBody>
      </p:sp>
      <p:sp>
        <p:nvSpPr>
          <p:cNvPr id="3" name="コンテンツ プレースホルダー 2">
            <a:extLst>
              <a:ext uri="{FF2B5EF4-FFF2-40B4-BE49-F238E27FC236}">
                <a16:creationId xmlns:a16="http://schemas.microsoft.com/office/drawing/2014/main" id="{0882BE2F-D061-DE93-9ABE-84CC87571A82}"/>
              </a:ext>
            </a:extLst>
          </p:cNvPr>
          <p:cNvSpPr>
            <a:spLocks noGrp="1"/>
          </p:cNvSpPr>
          <p:nvPr>
            <p:ph idx="1"/>
          </p:nvPr>
        </p:nvSpPr>
        <p:spPr>
          <a:xfrm>
            <a:off x="1433286" y="1847850"/>
            <a:ext cx="10515600" cy="4351338"/>
          </a:xfrm>
        </p:spPr>
        <p:txBody>
          <a:bodyPr/>
          <a:lstStyle/>
          <a:p>
            <a:pPr marL="0" indent="0">
              <a:buNone/>
            </a:pPr>
            <a:endParaRPr kumimoji="1" lang="en-US" altLang="ja-JP" dirty="0"/>
          </a:p>
          <a:p>
            <a:pPr marL="0" indent="0">
              <a:buNone/>
            </a:pPr>
            <a:r>
              <a:rPr kumimoji="1" lang="en-US" altLang="ja-JP" dirty="0"/>
              <a:t>S1</a:t>
            </a:r>
            <a:r>
              <a:rPr kumimoji="1" lang="ja-JP" altLang="en-US" dirty="0"/>
              <a:t>　</a:t>
            </a:r>
            <a:r>
              <a:rPr kumimoji="1" lang="en-US" altLang="ja-JP" dirty="0"/>
              <a:t>S2</a:t>
            </a:r>
            <a:r>
              <a:rPr kumimoji="1" lang="ja-JP" altLang="en-US" dirty="0"/>
              <a:t>　</a:t>
            </a:r>
            <a:r>
              <a:rPr kumimoji="1" lang="en-US" altLang="ja-JP" dirty="0"/>
              <a:t>S3</a:t>
            </a:r>
            <a:r>
              <a:rPr kumimoji="1" lang="ja-JP" altLang="en-US" dirty="0"/>
              <a:t>　</a:t>
            </a:r>
            <a:r>
              <a:rPr kumimoji="1" lang="en-US" altLang="ja-JP" dirty="0"/>
              <a:t>S4</a:t>
            </a:r>
            <a:r>
              <a:rPr kumimoji="1" lang="ja-JP" altLang="en-US" dirty="0"/>
              <a:t>　</a:t>
            </a:r>
            <a:r>
              <a:rPr kumimoji="1" lang="en-US" altLang="ja-JP" dirty="0"/>
              <a:t>S5</a:t>
            </a:r>
            <a:r>
              <a:rPr kumimoji="1" lang="ja-JP" altLang="en-US" dirty="0"/>
              <a:t>　</a:t>
            </a:r>
            <a:r>
              <a:rPr kumimoji="1" lang="en-US" altLang="ja-JP" dirty="0"/>
              <a:t>S6</a:t>
            </a:r>
            <a:r>
              <a:rPr kumimoji="1" lang="ja-JP" altLang="en-US" dirty="0"/>
              <a:t>　</a:t>
            </a:r>
            <a:r>
              <a:rPr kumimoji="1" lang="en-US" altLang="ja-JP" dirty="0"/>
              <a:t>S7</a:t>
            </a:r>
            <a:r>
              <a:rPr kumimoji="1" lang="ja-JP" altLang="en-US" dirty="0"/>
              <a:t>　</a:t>
            </a:r>
            <a:r>
              <a:rPr kumimoji="1" lang="en-US" altLang="ja-JP" dirty="0"/>
              <a:t>S8</a:t>
            </a:r>
            <a:r>
              <a:rPr kumimoji="1" lang="ja-JP" altLang="en-US" dirty="0"/>
              <a:t>  </a:t>
            </a:r>
            <a:r>
              <a:rPr kumimoji="1" lang="en-US" altLang="ja-JP" dirty="0"/>
              <a:t>S9  S10  S11  S12  </a:t>
            </a:r>
            <a:endParaRPr kumimoji="1" lang="ja-JP" altLang="en-US" dirty="0"/>
          </a:p>
        </p:txBody>
      </p:sp>
      <p:sp>
        <p:nvSpPr>
          <p:cNvPr id="4" name="スライド番号プレースホルダー 3">
            <a:extLst>
              <a:ext uri="{FF2B5EF4-FFF2-40B4-BE49-F238E27FC236}">
                <a16:creationId xmlns:a16="http://schemas.microsoft.com/office/drawing/2014/main" id="{FD61AB3F-CD71-3D8E-62C0-D2EC5978ADC8}"/>
              </a:ext>
            </a:extLst>
          </p:cNvPr>
          <p:cNvSpPr>
            <a:spLocks noGrp="1"/>
          </p:cNvSpPr>
          <p:nvPr>
            <p:ph type="sldNum" sz="quarter" idx="12"/>
          </p:nvPr>
        </p:nvSpPr>
        <p:spPr/>
        <p:txBody>
          <a:bodyPr/>
          <a:lstStyle/>
          <a:p>
            <a:fld id="{27CE633F-9882-4A5C-83A2-1109D0C73261}" type="slidenum">
              <a:rPr lang="en-US" smtClean="0"/>
              <a:t>8</a:t>
            </a:fld>
            <a:endParaRPr lang="en-US"/>
          </a:p>
        </p:txBody>
      </p:sp>
      <p:sp>
        <p:nvSpPr>
          <p:cNvPr id="5" name="楕円 4">
            <a:extLst>
              <a:ext uri="{FF2B5EF4-FFF2-40B4-BE49-F238E27FC236}">
                <a16:creationId xmlns:a16="http://schemas.microsoft.com/office/drawing/2014/main" id="{F5472299-C9DE-607B-7660-66D0C40A8D35}"/>
              </a:ext>
            </a:extLst>
          </p:cNvPr>
          <p:cNvSpPr/>
          <p:nvPr/>
        </p:nvSpPr>
        <p:spPr>
          <a:xfrm>
            <a:off x="1219199" y="2388167"/>
            <a:ext cx="2496457" cy="7692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9896CB61-589E-BC93-4781-0F3ED6F76F80}"/>
              </a:ext>
            </a:extLst>
          </p:cNvPr>
          <p:cNvSpPr/>
          <p:nvPr/>
        </p:nvSpPr>
        <p:spPr>
          <a:xfrm>
            <a:off x="3715656" y="2388167"/>
            <a:ext cx="2496457" cy="7692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05F50EA1-B146-E36B-13B5-EBAD8738E141}"/>
              </a:ext>
            </a:extLst>
          </p:cNvPr>
          <p:cNvSpPr/>
          <p:nvPr/>
        </p:nvSpPr>
        <p:spPr>
          <a:xfrm>
            <a:off x="6096000" y="2388166"/>
            <a:ext cx="2264229" cy="7692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A1A6237D-6937-EF9C-A0A5-E67ED3AAD386}"/>
              </a:ext>
            </a:extLst>
          </p:cNvPr>
          <p:cNvSpPr/>
          <p:nvPr/>
        </p:nvSpPr>
        <p:spPr>
          <a:xfrm>
            <a:off x="8378370" y="2388165"/>
            <a:ext cx="2496457" cy="7692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D21BB611-6930-DD8B-5813-39519A62FD9C}"/>
              </a:ext>
            </a:extLst>
          </p:cNvPr>
          <p:cNvSpPr txBox="1"/>
          <p:nvPr/>
        </p:nvSpPr>
        <p:spPr>
          <a:xfrm>
            <a:off x="1124857" y="4200277"/>
            <a:ext cx="9942286" cy="1815882"/>
          </a:xfrm>
          <a:prstGeom prst="rect">
            <a:avLst/>
          </a:prstGeom>
          <a:noFill/>
        </p:spPr>
        <p:txBody>
          <a:bodyPr wrap="square" rtlCol="0">
            <a:spAutoFit/>
          </a:bodyPr>
          <a:lstStyle/>
          <a:p>
            <a:r>
              <a:rPr kumimoji="1" lang="ja-JP" altLang="en-US" sz="2800" dirty="0"/>
              <a:t>・チャンクごとに断絶しているためチャンクごとには文脈を共有できてない</a:t>
            </a:r>
            <a:endParaRPr kumimoji="1" lang="en-US" altLang="ja-JP" sz="2800" dirty="0"/>
          </a:p>
          <a:p>
            <a:r>
              <a:rPr kumimoji="1" lang="ja-JP" altLang="en-US" sz="2800" dirty="0"/>
              <a:t>・チャンク内に別の話題の文が入ってしまう可能性がある</a:t>
            </a:r>
            <a:endParaRPr kumimoji="1" lang="en-US" altLang="ja-JP" sz="2800" dirty="0"/>
          </a:p>
          <a:p>
            <a:r>
              <a:rPr lang="ja-JP" altLang="en-US" sz="2800" dirty="0"/>
              <a:t>・文チャンクのとり方に話題遷移が依存してしまう</a:t>
            </a:r>
            <a:endParaRPr kumimoji="1" lang="ja-JP" altLang="en-US" sz="2800" dirty="0"/>
          </a:p>
        </p:txBody>
      </p:sp>
    </p:spTree>
    <p:extLst>
      <p:ext uri="{BB962C8B-B14F-4D97-AF65-F5344CB8AC3E}">
        <p14:creationId xmlns:p14="http://schemas.microsoft.com/office/powerpoint/2010/main" val="2923831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59D637-D47D-12C6-14F8-E4BC4A030CA1}"/>
              </a:ext>
            </a:extLst>
          </p:cNvPr>
          <p:cNvSpPr>
            <a:spLocks noGrp="1"/>
          </p:cNvSpPr>
          <p:nvPr>
            <p:ph type="title"/>
          </p:nvPr>
        </p:nvSpPr>
        <p:spPr/>
        <p:txBody>
          <a:bodyPr/>
          <a:lstStyle/>
          <a:p>
            <a:r>
              <a:rPr kumimoji="1" lang="ja-JP" altLang="en-US" dirty="0"/>
              <a:t>発話字幕の話題遷移をとらえる</a:t>
            </a:r>
          </a:p>
        </p:txBody>
      </p:sp>
      <p:sp>
        <p:nvSpPr>
          <p:cNvPr id="3" name="コンテンツ プレースホルダー 2">
            <a:extLst>
              <a:ext uri="{FF2B5EF4-FFF2-40B4-BE49-F238E27FC236}">
                <a16:creationId xmlns:a16="http://schemas.microsoft.com/office/drawing/2014/main" id="{51AE48A8-B861-6C94-9923-BC31588147E9}"/>
              </a:ext>
            </a:extLst>
          </p:cNvPr>
          <p:cNvSpPr>
            <a:spLocks noGrp="1"/>
          </p:cNvSpPr>
          <p:nvPr>
            <p:ph idx="1"/>
          </p:nvPr>
        </p:nvSpPr>
        <p:spPr/>
        <p:txBody>
          <a:bodyPr/>
          <a:lstStyle/>
          <a:p>
            <a:pPr marL="0" indent="0">
              <a:buNone/>
            </a:pPr>
            <a:r>
              <a:rPr kumimoji="1" lang="ja-JP" altLang="en-US" dirty="0"/>
              <a:t>・雑談などにおいて，話題は徐々に変わっていく</a:t>
            </a:r>
            <a:endParaRPr kumimoji="1" lang="en-US" altLang="ja-JP" dirty="0"/>
          </a:p>
          <a:p>
            <a:pPr marL="0" indent="0">
              <a:buNone/>
            </a:pPr>
            <a:r>
              <a:rPr kumimoji="1" lang="ja-JP" altLang="en-US" dirty="0"/>
              <a:t>（突然切り替わるのは稀）</a:t>
            </a:r>
            <a:endParaRPr kumimoji="1" lang="en-US" altLang="ja-JP" dirty="0"/>
          </a:p>
          <a:p>
            <a:pPr marL="0" indent="0">
              <a:buNone/>
            </a:pPr>
            <a:r>
              <a:rPr kumimoji="1" lang="ja-JP" altLang="en-US" dirty="0"/>
              <a:t>各発話が，前後の発話との関係の中で意味を持つため単独の発話で完結しないことが多い</a:t>
            </a:r>
            <a:endParaRPr kumimoji="1" lang="en-US" altLang="ja-JP" dirty="0"/>
          </a:p>
          <a:p>
            <a:pPr marL="0" indent="0">
              <a:buNone/>
            </a:pPr>
            <a:endParaRPr kumimoji="1" lang="en-US" altLang="ja-JP" dirty="0"/>
          </a:p>
          <a:p>
            <a:pPr marL="0" indent="0">
              <a:buNone/>
            </a:pPr>
            <a:r>
              <a:rPr kumimoji="1" lang="ja-JP" altLang="en-US" dirty="0"/>
              <a:t>　→連続する文脈をベクトルに反映させる必要がある</a:t>
            </a:r>
            <a:endParaRPr kumimoji="1" lang="en-US" altLang="ja-JP" dirty="0"/>
          </a:p>
        </p:txBody>
      </p:sp>
      <p:sp>
        <p:nvSpPr>
          <p:cNvPr id="4" name="スライド番号プレースホルダー 3">
            <a:extLst>
              <a:ext uri="{FF2B5EF4-FFF2-40B4-BE49-F238E27FC236}">
                <a16:creationId xmlns:a16="http://schemas.microsoft.com/office/drawing/2014/main" id="{8789A699-8518-F2ED-0866-AB5027D2F8C3}"/>
              </a:ext>
            </a:extLst>
          </p:cNvPr>
          <p:cNvSpPr>
            <a:spLocks noGrp="1"/>
          </p:cNvSpPr>
          <p:nvPr>
            <p:ph type="sldNum" sz="quarter" idx="12"/>
          </p:nvPr>
        </p:nvSpPr>
        <p:spPr/>
        <p:txBody>
          <a:bodyPr/>
          <a:lstStyle/>
          <a:p>
            <a:fld id="{27CE633F-9882-4A5C-83A2-1109D0C73261}" type="slidenum">
              <a:rPr lang="en-US" smtClean="0"/>
              <a:t>9</a:t>
            </a:fld>
            <a:endParaRPr lang="en-US"/>
          </a:p>
        </p:txBody>
      </p:sp>
      <mc:AlternateContent xmlns:mc="http://schemas.openxmlformats.org/markup-compatibility/2006" xmlns:p14="http://schemas.microsoft.com/office/powerpoint/2010/main">
        <mc:Choice Requires="p14">
          <p:contentPart p14:bwMode="auto" r:id="rId2">
            <p14:nvContentPartPr>
              <p14:cNvPr id="5" name="インク 4">
                <a:extLst>
                  <a:ext uri="{FF2B5EF4-FFF2-40B4-BE49-F238E27FC236}">
                    <a16:creationId xmlns:a16="http://schemas.microsoft.com/office/drawing/2014/main" id="{1078F162-8845-72E3-D816-084C74538DB2}"/>
                  </a:ext>
                </a:extLst>
              </p14:cNvPr>
              <p14:cNvContentPartPr/>
              <p14:nvPr/>
            </p14:nvContentPartPr>
            <p14:xfrm>
              <a:off x="4658680" y="3903800"/>
              <a:ext cx="360" cy="360"/>
            </p14:xfrm>
          </p:contentPart>
        </mc:Choice>
        <mc:Fallback xmlns="">
          <p:pic>
            <p:nvPicPr>
              <p:cNvPr id="5" name="インク 4">
                <a:extLst>
                  <a:ext uri="{FF2B5EF4-FFF2-40B4-BE49-F238E27FC236}">
                    <a16:creationId xmlns:a16="http://schemas.microsoft.com/office/drawing/2014/main" id="{1078F162-8845-72E3-D816-084C74538DB2}"/>
                  </a:ext>
                </a:extLst>
              </p:cNvPr>
              <p:cNvPicPr/>
              <p:nvPr/>
            </p:nvPicPr>
            <p:blipFill>
              <a:blip r:embed="rId3"/>
              <a:stretch>
                <a:fillRect/>
              </a:stretch>
            </p:blipFill>
            <p:spPr>
              <a:xfrm>
                <a:off x="4650040" y="3895160"/>
                <a:ext cx="18000" cy="18000"/>
              </a:xfrm>
              <a:prstGeom prst="rect">
                <a:avLst/>
              </a:prstGeom>
            </p:spPr>
          </p:pic>
        </mc:Fallback>
      </mc:AlternateContent>
    </p:spTree>
    <p:extLst>
      <p:ext uri="{BB962C8B-B14F-4D97-AF65-F5344CB8AC3E}">
        <p14:creationId xmlns:p14="http://schemas.microsoft.com/office/powerpoint/2010/main" val="1417297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EEF4BE-3F32-DEB2-734B-216C98969EE8}"/>
              </a:ext>
            </a:extLst>
          </p:cNvPr>
          <p:cNvSpPr>
            <a:spLocks noGrp="1"/>
          </p:cNvSpPr>
          <p:nvPr>
            <p:ph type="title"/>
          </p:nvPr>
        </p:nvSpPr>
        <p:spPr>
          <a:xfrm>
            <a:off x="939800" y="320675"/>
            <a:ext cx="10515600" cy="1325563"/>
          </a:xfrm>
        </p:spPr>
        <p:txBody>
          <a:bodyPr/>
          <a:lstStyle/>
          <a:p>
            <a:r>
              <a:rPr kumimoji="1" lang="ja-JP" altLang="en-US" dirty="0"/>
              <a:t>チャンク作り</a:t>
            </a:r>
          </a:p>
        </p:txBody>
      </p:sp>
      <p:sp>
        <p:nvSpPr>
          <p:cNvPr id="3" name="コンテンツ プレースホルダー 2">
            <a:extLst>
              <a:ext uri="{FF2B5EF4-FFF2-40B4-BE49-F238E27FC236}">
                <a16:creationId xmlns:a16="http://schemas.microsoft.com/office/drawing/2014/main" id="{8A7B8DE9-9C24-D953-EC70-F86F0DF40B60}"/>
              </a:ext>
            </a:extLst>
          </p:cNvPr>
          <p:cNvSpPr>
            <a:spLocks noGrp="1"/>
          </p:cNvSpPr>
          <p:nvPr>
            <p:ph idx="1"/>
          </p:nvPr>
        </p:nvSpPr>
        <p:spPr/>
        <p:txBody>
          <a:bodyPr/>
          <a:lstStyle/>
          <a:p>
            <a:pPr marL="0" indent="0">
              <a:buNone/>
            </a:pPr>
            <a:r>
              <a:rPr kumimoji="1" lang="en-US" altLang="ja-JP" dirty="0"/>
              <a:t>S1</a:t>
            </a:r>
            <a:r>
              <a:rPr kumimoji="1" lang="ja-JP" altLang="en-US" dirty="0"/>
              <a:t>　</a:t>
            </a:r>
            <a:r>
              <a:rPr kumimoji="1" lang="en-US" altLang="ja-JP" dirty="0"/>
              <a:t>S2</a:t>
            </a:r>
            <a:r>
              <a:rPr kumimoji="1" lang="ja-JP" altLang="en-US" dirty="0"/>
              <a:t>　</a:t>
            </a:r>
            <a:r>
              <a:rPr kumimoji="1" lang="en-US" altLang="ja-JP" dirty="0"/>
              <a:t>S3</a:t>
            </a:r>
            <a:r>
              <a:rPr kumimoji="1" lang="ja-JP" altLang="en-US" dirty="0"/>
              <a:t>　</a:t>
            </a:r>
            <a:r>
              <a:rPr kumimoji="1" lang="en-US" altLang="ja-JP" dirty="0"/>
              <a:t>S4</a:t>
            </a:r>
            <a:r>
              <a:rPr kumimoji="1" lang="ja-JP" altLang="en-US" dirty="0"/>
              <a:t>　</a:t>
            </a:r>
            <a:r>
              <a:rPr kumimoji="1" lang="en-US" altLang="ja-JP" dirty="0"/>
              <a:t>S5</a:t>
            </a:r>
            <a:r>
              <a:rPr kumimoji="1" lang="ja-JP" altLang="en-US" dirty="0"/>
              <a:t>　</a:t>
            </a:r>
            <a:r>
              <a:rPr kumimoji="1" lang="en-US" altLang="ja-JP" dirty="0"/>
              <a:t>S6</a:t>
            </a:r>
            <a:r>
              <a:rPr kumimoji="1" lang="ja-JP" altLang="en-US" dirty="0"/>
              <a:t>　</a:t>
            </a:r>
            <a:r>
              <a:rPr kumimoji="1" lang="en-US" altLang="ja-JP" dirty="0"/>
              <a:t>S7</a:t>
            </a:r>
            <a:r>
              <a:rPr kumimoji="1" lang="ja-JP" altLang="en-US" dirty="0"/>
              <a:t>　</a:t>
            </a:r>
            <a:r>
              <a:rPr kumimoji="1" lang="en-US" altLang="ja-JP" dirty="0"/>
              <a:t>S8</a:t>
            </a:r>
            <a:r>
              <a:rPr kumimoji="1" lang="ja-JP" altLang="en-US" dirty="0"/>
              <a:t>  </a:t>
            </a:r>
            <a:r>
              <a:rPr kumimoji="1" lang="en-US" altLang="ja-JP" dirty="0"/>
              <a:t>S9  S10  S11  S12  </a:t>
            </a:r>
            <a:endParaRPr kumimoji="1" lang="ja-JP" altLang="en-US" dirty="0"/>
          </a:p>
          <a:p>
            <a:pPr marL="0" indent="0">
              <a:buNone/>
            </a:pPr>
            <a:r>
              <a:rPr kumimoji="1" lang="ja-JP" altLang="en-US" dirty="0"/>
              <a:t>　例）　</a:t>
            </a:r>
            <a:r>
              <a:rPr kumimoji="1" lang="en-US" altLang="ja-JP" dirty="0"/>
              <a:t>C5</a:t>
            </a:r>
            <a:r>
              <a:rPr kumimoji="1" lang="ja-JP" altLang="en-US" dirty="0"/>
              <a:t>：</a:t>
            </a:r>
            <a:r>
              <a:rPr kumimoji="1" lang="en-US" altLang="ja-JP" dirty="0"/>
              <a:t>S5</a:t>
            </a:r>
            <a:r>
              <a:rPr kumimoji="1" lang="ja-JP" altLang="en-US" dirty="0"/>
              <a:t>を中心に前後２文を１つのチャンクにする</a:t>
            </a:r>
            <a:endParaRPr kumimoji="1" lang="en-US" altLang="ja-JP" dirty="0"/>
          </a:p>
        </p:txBody>
      </p:sp>
      <p:sp>
        <p:nvSpPr>
          <p:cNvPr id="4" name="スライド番号プレースホルダー 3">
            <a:extLst>
              <a:ext uri="{FF2B5EF4-FFF2-40B4-BE49-F238E27FC236}">
                <a16:creationId xmlns:a16="http://schemas.microsoft.com/office/drawing/2014/main" id="{96A145BA-A607-A429-9CE6-94F1FEA68DD1}"/>
              </a:ext>
            </a:extLst>
          </p:cNvPr>
          <p:cNvSpPr>
            <a:spLocks noGrp="1"/>
          </p:cNvSpPr>
          <p:nvPr>
            <p:ph type="sldNum" sz="quarter" idx="12"/>
          </p:nvPr>
        </p:nvSpPr>
        <p:spPr/>
        <p:txBody>
          <a:bodyPr/>
          <a:lstStyle/>
          <a:p>
            <a:fld id="{27CE633F-9882-4A5C-83A2-1109D0C73261}" type="slidenum">
              <a:rPr lang="en-US" smtClean="0"/>
              <a:t>10</a:t>
            </a:fld>
            <a:endParaRPr lang="en-US"/>
          </a:p>
        </p:txBody>
      </p:sp>
      <p:sp>
        <p:nvSpPr>
          <p:cNvPr id="7" name="テキスト ボックス 6">
            <a:extLst>
              <a:ext uri="{FF2B5EF4-FFF2-40B4-BE49-F238E27FC236}">
                <a16:creationId xmlns:a16="http://schemas.microsoft.com/office/drawing/2014/main" id="{B91F0CA3-BB33-25D5-DD1A-95FD3E70203E}"/>
              </a:ext>
            </a:extLst>
          </p:cNvPr>
          <p:cNvSpPr txBox="1"/>
          <p:nvPr/>
        </p:nvSpPr>
        <p:spPr>
          <a:xfrm>
            <a:off x="1175656" y="3149599"/>
            <a:ext cx="9173030" cy="2585323"/>
          </a:xfrm>
          <a:prstGeom prst="rect">
            <a:avLst/>
          </a:prstGeom>
          <a:noFill/>
        </p:spPr>
        <p:txBody>
          <a:bodyPr wrap="square" rtlCol="0">
            <a:spAutoFit/>
          </a:bodyPr>
          <a:lstStyle/>
          <a:p>
            <a:r>
              <a:rPr kumimoji="1" lang="en-US" altLang="ja-JP" dirty="0"/>
              <a:t>S1</a:t>
            </a:r>
            <a:r>
              <a:rPr kumimoji="1" lang="ja-JP" altLang="en-US" dirty="0"/>
              <a:t>～</a:t>
            </a:r>
            <a:r>
              <a:rPr kumimoji="1" lang="en-US" altLang="ja-JP" dirty="0"/>
              <a:t>S12</a:t>
            </a:r>
            <a:r>
              <a:rPr kumimoji="1" lang="ja-JP" altLang="en-US" dirty="0"/>
              <a:t>でそれぞれを中心に</a:t>
            </a:r>
            <a:r>
              <a:rPr kumimoji="1" lang="en-US" altLang="ja-JP" dirty="0"/>
              <a:t>+-2</a:t>
            </a:r>
            <a:r>
              <a:rPr kumimoji="1" lang="ja-JP" altLang="en-US" dirty="0"/>
              <a:t>文をチャンクにし，全１２チャンクを生成</a:t>
            </a:r>
            <a:endParaRPr kumimoji="1" lang="en-US" altLang="ja-JP" dirty="0"/>
          </a:p>
          <a:p>
            <a:r>
              <a:rPr kumimoji="1" lang="ja-JP" altLang="en-US" dirty="0"/>
              <a:t>例）</a:t>
            </a:r>
            <a:endParaRPr kumimoji="1" lang="en-US" altLang="ja-JP" dirty="0"/>
          </a:p>
          <a:p>
            <a:r>
              <a:rPr lang="en-US" altLang="ja-JP" dirty="0"/>
              <a:t>C0</a:t>
            </a:r>
            <a:r>
              <a:rPr lang="ja-JP" altLang="en-US" dirty="0"/>
              <a:t>　</a:t>
            </a:r>
            <a:r>
              <a:rPr lang="en-US" altLang="ja-JP" dirty="0"/>
              <a:t>S1</a:t>
            </a:r>
            <a:r>
              <a:rPr lang="ja-JP" altLang="en-US" dirty="0"/>
              <a:t>～</a:t>
            </a:r>
            <a:r>
              <a:rPr lang="en-US" altLang="ja-JP" dirty="0"/>
              <a:t>S3</a:t>
            </a:r>
            <a:endParaRPr kumimoji="1" lang="en-US" altLang="ja-JP" dirty="0"/>
          </a:p>
          <a:p>
            <a:r>
              <a:rPr kumimoji="1" lang="en-US" altLang="ja-JP" dirty="0"/>
              <a:t>C1</a:t>
            </a:r>
            <a:r>
              <a:rPr kumimoji="1" lang="ja-JP" altLang="en-US" dirty="0"/>
              <a:t>　</a:t>
            </a:r>
            <a:r>
              <a:rPr kumimoji="1" lang="en-US" altLang="ja-JP" dirty="0"/>
              <a:t>S1</a:t>
            </a:r>
            <a:r>
              <a:rPr kumimoji="1" lang="ja-JP" altLang="en-US" dirty="0"/>
              <a:t>～</a:t>
            </a:r>
            <a:r>
              <a:rPr kumimoji="1" lang="en-US" altLang="ja-JP" dirty="0"/>
              <a:t>S4</a:t>
            </a:r>
          </a:p>
          <a:p>
            <a:r>
              <a:rPr lang="en-US" altLang="ja-JP" dirty="0"/>
              <a:t>C3</a:t>
            </a:r>
            <a:r>
              <a:rPr lang="ja-JP" altLang="en-US" dirty="0"/>
              <a:t>    </a:t>
            </a:r>
            <a:r>
              <a:rPr lang="en-US" altLang="ja-JP" dirty="0"/>
              <a:t>S1</a:t>
            </a:r>
            <a:r>
              <a:rPr lang="ja-JP" altLang="en-US" dirty="0"/>
              <a:t>～</a:t>
            </a:r>
            <a:r>
              <a:rPr lang="en-US" altLang="ja-JP" dirty="0"/>
              <a:t>S5</a:t>
            </a:r>
          </a:p>
          <a:p>
            <a:r>
              <a:rPr kumimoji="1" lang="en-US" altLang="ja-JP" dirty="0"/>
              <a:t>:</a:t>
            </a:r>
          </a:p>
          <a:p>
            <a:r>
              <a:rPr lang="en-US" altLang="ja-JP" dirty="0"/>
              <a:t>:</a:t>
            </a:r>
          </a:p>
          <a:p>
            <a:r>
              <a:rPr kumimoji="1" lang="en-US" altLang="ja-JP" dirty="0"/>
              <a:t>:</a:t>
            </a:r>
          </a:p>
          <a:p>
            <a:endParaRPr kumimoji="1" lang="en-US" altLang="ja-JP" dirty="0"/>
          </a:p>
        </p:txBody>
      </p:sp>
      <p:sp>
        <p:nvSpPr>
          <p:cNvPr id="21" name="楕円 20">
            <a:extLst>
              <a:ext uri="{FF2B5EF4-FFF2-40B4-BE49-F238E27FC236}">
                <a16:creationId xmlns:a16="http://schemas.microsoft.com/office/drawing/2014/main" id="{E6E6C08B-FBCA-18BA-098D-4D2B7825E314}"/>
              </a:ext>
            </a:extLst>
          </p:cNvPr>
          <p:cNvSpPr/>
          <p:nvPr/>
        </p:nvSpPr>
        <p:spPr>
          <a:xfrm>
            <a:off x="2351314" y="1825625"/>
            <a:ext cx="4049486" cy="56923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47884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A72E35-1CE2-36DC-3A1A-79E08E5C7A40}"/>
              </a:ext>
            </a:extLst>
          </p:cNvPr>
          <p:cNvSpPr>
            <a:spLocks noGrp="1"/>
          </p:cNvSpPr>
          <p:nvPr>
            <p:ph type="title"/>
          </p:nvPr>
        </p:nvSpPr>
        <p:spPr/>
        <p:txBody>
          <a:bodyPr/>
          <a:lstStyle/>
          <a:p>
            <a:r>
              <a:rPr kumimoji="1" lang="ja-JP" altLang="en-US" dirty="0"/>
              <a:t>トピック遷移の整理処理</a:t>
            </a:r>
          </a:p>
        </p:txBody>
      </p:sp>
      <p:graphicFrame>
        <p:nvGraphicFramePr>
          <p:cNvPr id="7" name="コンテンツ プレースホルダー 6">
            <a:extLst>
              <a:ext uri="{FF2B5EF4-FFF2-40B4-BE49-F238E27FC236}">
                <a16:creationId xmlns:a16="http://schemas.microsoft.com/office/drawing/2014/main" id="{5505BCC9-438C-635B-7AF4-FA9E2969CBA6}"/>
              </a:ext>
            </a:extLst>
          </p:cNvPr>
          <p:cNvGraphicFramePr>
            <a:graphicFrameLocks noGrp="1"/>
          </p:cNvGraphicFramePr>
          <p:nvPr>
            <p:ph idx="1"/>
            <p:extLst>
              <p:ext uri="{D42A27DB-BD31-4B8C-83A1-F6EECF244321}">
                <p14:modId xmlns:p14="http://schemas.microsoft.com/office/powerpoint/2010/main" val="3232927507"/>
              </p:ext>
            </p:extLst>
          </p:nvPr>
        </p:nvGraphicFramePr>
        <p:xfrm>
          <a:off x="838200" y="1794323"/>
          <a:ext cx="4807858" cy="5056194"/>
        </p:xfrm>
        <a:graphic>
          <a:graphicData uri="http://schemas.openxmlformats.org/drawingml/2006/table">
            <a:tbl>
              <a:tblPr firstRow="1" bandRow="1">
                <a:tableStyleId>{5C22544A-7EE6-4342-B048-85BDC9FD1C3A}</a:tableStyleId>
              </a:tblPr>
              <a:tblGrid>
                <a:gridCol w="2403929">
                  <a:extLst>
                    <a:ext uri="{9D8B030D-6E8A-4147-A177-3AD203B41FA5}">
                      <a16:colId xmlns:a16="http://schemas.microsoft.com/office/drawing/2014/main" val="1751243078"/>
                    </a:ext>
                  </a:extLst>
                </a:gridCol>
                <a:gridCol w="2403929">
                  <a:extLst>
                    <a:ext uri="{9D8B030D-6E8A-4147-A177-3AD203B41FA5}">
                      <a16:colId xmlns:a16="http://schemas.microsoft.com/office/drawing/2014/main" val="3768446337"/>
                    </a:ext>
                  </a:extLst>
                </a:gridCol>
              </a:tblGrid>
              <a:tr h="388938">
                <a:tc>
                  <a:txBody>
                    <a:bodyPr/>
                    <a:lstStyle/>
                    <a:p>
                      <a:r>
                        <a:rPr kumimoji="1" lang="ja-JP" altLang="en-US" dirty="0"/>
                        <a:t>チャンク番号</a:t>
                      </a:r>
                    </a:p>
                  </a:txBody>
                  <a:tcPr/>
                </a:tc>
                <a:tc>
                  <a:txBody>
                    <a:bodyPr/>
                    <a:lstStyle/>
                    <a:p>
                      <a:r>
                        <a:rPr kumimoji="1" lang="ja-JP" altLang="en-US" dirty="0"/>
                        <a:t>トピック</a:t>
                      </a:r>
                      <a:r>
                        <a:rPr kumimoji="1" lang="en-US" altLang="ja-JP" dirty="0"/>
                        <a:t>ID</a:t>
                      </a:r>
                      <a:endParaRPr kumimoji="1" lang="ja-JP" altLang="en-US" dirty="0"/>
                    </a:p>
                  </a:txBody>
                  <a:tcPr/>
                </a:tc>
                <a:extLst>
                  <a:ext uri="{0D108BD9-81ED-4DB2-BD59-A6C34878D82A}">
                    <a16:rowId xmlns:a16="http://schemas.microsoft.com/office/drawing/2014/main" val="4039813251"/>
                  </a:ext>
                </a:extLst>
              </a:tr>
              <a:tr h="388938">
                <a:tc>
                  <a:txBody>
                    <a:bodyPr/>
                    <a:lstStyle/>
                    <a:p>
                      <a:r>
                        <a:rPr kumimoji="1" lang="en-US" altLang="ja-JP" dirty="0"/>
                        <a:t>C0</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1647006881"/>
                  </a:ext>
                </a:extLst>
              </a:tr>
              <a:tr h="388938">
                <a:tc>
                  <a:txBody>
                    <a:bodyPr/>
                    <a:lstStyle/>
                    <a:p>
                      <a:r>
                        <a:rPr kumimoji="1" lang="en-US" altLang="ja-JP" dirty="0"/>
                        <a:t>C1</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2422282510"/>
                  </a:ext>
                </a:extLst>
              </a:tr>
              <a:tr h="388938">
                <a:tc>
                  <a:txBody>
                    <a:bodyPr/>
                    <a:lstStyle/>
                    <a:p>
                      <a:r>
                        <a:rPr kumimoji="1" lang="en-US" altLang="ja-JP" dirty="0"/>
                        <a:t>C2</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2081980474"/>
                  </a:ext>
                </a:extLst>
              </a:tr>
              <a:tr h="388938">
                <a:tc>
                  <a:txBody>
                    <a:bodyPr/>
                    <a:lstStyle/>
                    <a:p>
                      <a:r>
                        <a:rPr kumimoji="1" lang="en-US" altLang="ja-JP" dirty="0"/>
                        <a:t>C3</a:t>
                      </a:r>
                      <a:endParaRPr kumimoji="1" lang="ja-JP" altLang="en-US" dirty="0"/>
                    </a:p>
                  </a:txBody>
                  <a:tcPr/>
                </a:tc>
                <a:tc>
                  <a:txBody>
                    <a:bodyPr/>
                    <a:lstStyle/>
                    <a:p>
                      <a:r>
                        <a:rPr kumimoji="1" lang="en-US" altLang="ja-JP" dirty="0"/>
                        <a:t>1</a:t>
                      </a:r>
                      <a:endParaRPr kumimoji="1" lang="ja-JP" altLang="en-US" dirty="0"/>
                    </a:p>
                  </a:txBody>
                  <a:tcPr/>
                </a:tc>
                <a:extLst>
                  <a:ext uri="{0D108BD9-81ED-4DB2-BD59-A6C34878D82A}">
                    <a16:rowId xmlns:a16="http://schemas.microsoft.com/office/drawing/2014/main" val="1482183969"/>
                  </a:ext>
                </a:extLst>
              </a:tr>
              <a:tr h="388938">
                <a:tc>
                  <a:txBody>
                    <a:bodyPr/>
                    <a:lstStyle/>
                    <a:p>
                      <a:r>
                        <a:rPr kumimoji="1" lang="en-US" altLang="ja-JP" dirty="0"/>
                        <a:t>C4</a:t>
                      </a:r>
                      <a:endParaRPr kumimoji="1" lang="ja-JP" altLang="en-US" dirty="0"/>
                    </a:p>
                  </a:txBody>
                  <a:tcPr/>
                </a:tc>
                <a:tc>
                  <a:txBody>
                    <a:bodyPr/>
                    <a:lstStyle/>
                    <a:p>
                      <a:r>
                        <a:rPr kumimoji="1" lang="en-US" altLang="ja-JP" dirty="0"/>
                        <a:t>1</a:t>
                      </a:r>
                      <a:endParaRPr kumimoji="1" lang="ja-JP" altLang="en-US" dirty="0"/>
                    </a:p>
                  </a:txBody>
                  <a:tcPr/>
                </a:tc>
                <a:extLst>
                  <a:ext uri="{0D108BD9-81ED-4DB2-BD59-A6C34878D82A}">
                    <a16:rowId xmlns:a16="http://schemas.microsoft.com/office/drawing/2014/main" val="801971245"/>
                  </a:ext>
                </a:extLst>
              </a:tr>
              <a:tr h="388938">
                <a:tc>
                  <a:txBody>
                    <a:bodyPr/>
                    <a:lstStyle/>
                    <a:p>
                      <a:r>
                        <a:rPr kumimoji="1" lang="en-US" altLang="ja-JP" dirty="0"/>
                        <a:t>C5</a:t>
                      </a:r>
                      <a:endParaRPr kumimoji="1" lang="ja-JP" altLang="en-US" dirty="0"/>
                    </a:p>
                  </a:txBody>
                  <a:tcPr/>
                </a:tc>
                <a:tc>
                  <a:txBody>
                    <a:bodyPr/>
                    <a:lstStyle/>
                    <a:p>
                      <a:r>
                        <a:rPr kumimoji="1" lang="en-US" altLang="ja-JP" dirty="0"/>
                        <a:t>1</a:t>
                      </a:r>
                      <a:endParaRPr kumimoji="1" lang="ja-JP" altLang="en-US" dirty="0"/>
                    </a:p>
                  </a:txBody>
                  <a:tcPr/>
                </a:tc>
                <a:extLst>
                  <a:ext uri="{0D108BD9-81ED-4DB2-BD59-A6C34878D82A}">
                    <a16:rowId xmlns:a16="http://schemas.microsoft.com/office/drawing/2014/main" val="3403944126"/>
                  </a:ext>
                </a:extLst>
              </a:tr>
              <a:tr h="388938">
                <a:tc>
                  <a:txBody>
                    <a:bodyPr/>
                    <a:lstStyle/>
                    <a:p>
                      <a:r>
                        <a:rPr kumimoji="1" lang="en-US" altLang="ja-JP" dirty="0"/>
                        <a:t>C6</a:t>
                      </a:r>
                      <a:endParaRPr kumimoji="1" lang="ja-JP" altLang="en-US" dirty="0"/>
                    </a:p>
                  </a:txBody>
                  <a:tcPr/>
                </a:tc>
                <a:tc>
                  <a:txBody>
                    <a:bodyPr/>
                    <a:lstStyle/>
                    <a:p>
                      <a:r>
                        <a:rPr kumimoji="1" lang="en-US" altLang="ja-JP" dirty="0"/>
                        <a:t>2</a:t>
                      </a:r>
                      <a:endParaRPr kumimoji="1" lang="ja-JP" altLang="en-US" dirty="0"/>
                    </a:p>
                  </a:txBody>
                  <a:tcPr/>
                </a:tc>
                <a:extLst>
                  <a:ext uri="{0D108BD9-81ED-4DB2-BD59-A6C34878D82A}">
                    <a16:rowId xmlns:a16="http://schemas.microsoft.com/office/drawing/2014/main" val="1118780285"/>
                  </a:ext>
                </a:extLst>
              </a:tr>
              <a:tr h="388938">
                <a:tc>
                  <a:txBody>
                    <a:bodyPr/>
                    <a:lstStyle/>
                    <a:p>
                      <a:r>
                        <a:rPr kumimoji="1" lang="en-US" altLang="ja-JP" dirty="0"/>
                        <a:t>C7</a:t>
                      </a:r>
                      <a:endParaRPr kumimoji="1" lang="ja-JP" altLang="en-US" dirty="0"/>
                    </a:p>
                  </a:txBody>
                  <a:tcPr/>
                </a:tc>
                <a:tc>
                  <a:txBody>
                    <a:bodyPr/>
                    <a:lstStyle/>
                    <a:p>
                      <a:r>
                        <a:rPr kumimoji="1" lang="en-US" altLang="ja-JP" dirty="0"/>
                        <a:t>2</a:t>
                      </a:r>
                      <a:endParaRPr kumimoji="1" lang="ja-JP" altLang="en-US" dirty="0"/>
                    </a:p>
                  </a:txBody>
                  <a:tcPr/>
                </a:tc>
                <a:extLst>
                  <a:ext uri="{0D108BD9-81ED-4DB2-BD59-A6C34878D82A}">
                    <a16:rowId xmlns:a16="http://schemas.microsoft.com/office/drawing/2014/main" val="3805297453"/>
                  </a:ext>
                </a:extLst>
              </a:tr>
              <a:tr h="388938">
                <a:tc>
                  <a:txBody>
                    <a:bodyPr/>
                    <a:lstStyle/>
                    <a:p>
                      <a:r>
                        <a:rPr kumimoji="1" lang="en-US" altLang="ja-JP" dirty="0"/>
                        <a:t>C8</a:t>
                      </a:r>
                      <a:endParaRPr kumimoji="1" lang="ja-JP" altLang="en-US" dirty="0"/>
                    </a:p>
                  </a:txBody>
                  <a:tcPr/>
                </a:tc>
                <a:tc>
                  <a:txBody>
                    <a:bodyPr/>
                    <a:lstStyle/>
                    <a:p>
                      <a:r>
                        <a:rPr kumimoji="1" lang="en-US" altLang="ja-JP" dirty="0"/>
                        <a:t>2</a:t>
                      </a:r>
                      <a:endParaRPr kumimoji="1" lang="ja-JP" altLang="en-US" dirty="0"/>
                    </a:p>
                  </a:txBody>
                  <a:tcPr/>
                </a:tc>
                <a:extLst>
                  <a:ext uri="{0D108BD9-81ED-4DB2-BD59-A6C34878D82A}">
                    <a16:rowId xmlns:a16="http://schemas.microsoft.com/office/drawing/2014/main" val="2871588544"/>
                  </a:ext>
                </a:extLst>
              </a:tr>
              <a:tr h="388938">
                <a:tc>
                  <a:txBody>
                    <a:bodyPr/>
                    <a:lstStyle/>
                    <a:p>
                      <a:r>
                        <a:rPr kumimoji="1" lang="en-US" altLang="ja-JP" dirty="0"/>
                        <a:t>C9</a:t>
                      </a:r>
                      <a:endParaRPr kumimoji="1" lang="ja-JP" altLang="en-US" dirty="0"/>
                    </a:p>
                  </a:txBody>
                  <a:tcPr/>
                </a:tc>
                <a:tc>
                  <a:txBody>
                    <a:bodyPr/>
                    <a:lstStyle/>
                    <a:p>
                      <a:r>
                        <a:rPr kumimoji="1" lang="en-US" altLang="ja-JP" dirty="0"/>
                        <a:t>2</a:t>
                      </a:r>
                      <a:endParaRPr kumimoji="1" lang="ja-JP" altLang="en-US" dirty="0"/>
                    </a:p>
                  </a:txBody>
                  <a:tcPr/>
                </a:tc>
                <a:extLst>
                  <a:ext uri="{0D108BD9-81ED-4DB2-BD59-A6C34878D82A}">
                    <a16:rowId xmlns:a16="http://schemas.microsoft.com/office/drawing/2014/main" val="1629893582"/>
                  </a:ext>
                </a:extLst>
              </a:tr>
              <a:tr h="388938">
                <a:tc>
                  <a:txBody>
                    <a:bodyPr/>
                    <a:lstStyle/>
                    <a:p>
                      <a:r>
                        <a:rPr kumimoji="1" lang="en-US" altLang="ja-JP" dirty="0"/>
                        <a:t>C10</a:t>
                      </a:r>
                      <a:endParaRPr kumimoji="1" lang="ja-JP" altLang="en-US" dirty="0"/>
                    </a:p>
                  </a:txBody>
                  <a:tcPr/>
                </a:tc>
                <a:tc>
                  <a:txBody>
                    <a:bodyPr/>
                    <a:lstStyle/>
                    <a:p>
                      <a:r>
                        <a:rPr kumimoji="1" lang="en-US" altLang="ja-JP" dirty="0"/>
                        <a:t>2</a:t>
                      </a:r>
                      <a:endParaRPr kumimoji="1" lang="ja-JP" altLang="en-US" dirty="0"/>
                    </a:p>
                  </a:txBody>
                  <a:tcPr/>
                </a:tc>
                <a:extLst>
                  <a:ext uri="{0D108BD9-81ED-4DB2-BD59-A6C34878D82A}">
                    <a16:rowId xmlns:a16="http://schemas.microsoft.com/office/drawing/2014/main" val="3086353220"/>
                  </a:ext>
                </a:extLst>
              </a:tr>
              <a:tr h="388938">
                <a:tc>
                  <a:txBody>
                    <a:bodyPr/>
                    <a:lstStyle/>
                    <a:p>
                      <a:r>
                        <a:rPr kumimoji="1" lang="en-US" altLang="ja-JP" dirty="0"/>
                        <a:t>C11</a:t>
                      </a:r>
                      <a:endParaRPr kumimoji="1" lang="ja-JP" altLang="en-US" dirty="0"/>
                    </a:p>
                  </a:txBody>
                  <a:tcPr/>
                </a:tc>
                <a:tc>
                  <a:txBody>
                    <a:bodyPr/>
                    <a:lstStyle/>
                    <a:p>
                      <a:r>
                        <a:rPr kumimoji="1" lang="en-US" altLang="ja-JP" dirty="0"/>
                        <a:t>2</a:t>
                      </a:r>
                      <a:endParaRPr kumimoji="1" lang="ja-JP" altLang="en-US" dirty="0"/>
                    </a:p>
                  </a:txBody>
                  <a:tcPr/>
                </a:tc>
                <a:extLst>
                  <a:ext uri="{0D108BD9-81ED-4DB2-BD59-A6C34878D82A}">
                    <a16:rowId xmlns:a16="http://schemas.microsoft.com/office/drawing/2014/main" val="283864247"/>
                  </a:ext>
                </a:extLst>
              </a:tr>
            </a:tbl>
          </a:graphicData>
        </a:graphic>
      </p:graphicFrame>
      <p:sp>
        <p:nvSpPr>
          <p:cNvPr id="4" name="スライド番号プレースホルダー 3">
            <a:extLst>
              <a:ext uri="{FF2B5EF4-FFF2-40B4-BE49-F238E27FC236}">
                <a16:creationId xmlns:a16="http://schemas.microsoft.com/office/drawing/2014/main" id="{CFE8BF45-0CB9-C7A2-8E78-C7FC18DC6B33}"/>
              </a:ext>
            </a:extLst>
          </p:cNvPr>
          <p:cNvSpPr>
            <a:spLocks noGrp="1"/>
          </p:cNvSpPr>
          <p:nvPr>
            <p:ph type="sldNum" sz="quarter" idx="12"/>
          </p:nvPr>
        </p:nvSpPr>
        <p:spPr/>
        <p:txBody>
          <a:bodyPr/>
          <a:lstStyle/>
          <a:p>
            <a:fld id="{27CE633F-9882-4A5C-83A2-1109D0C73261}" type="slidenum">
              <a:rPr lang="en-US" smtClean="0"/>
              <a:t>11</a:t>
            </a:fld>
            <a:endParaRPr lang="en-US"/>
          </a:p>
        </p:txBody>
      </p:sp>
      <p:sp>
        <p:nvSpPr>
          <p:cNvPr id="8" name="テキスト ボックス 7">
            <a:extLst>
              <a:ext uri="{FF2B5EF4-FFF2-40B4-BE49-F238E27FC236}">
                <a16:creationId xmlns:a16="http://schemas.microsoft.com/office/drawing/2014/main" id="{73B3B281-C23C-FCB9-F3EF-CA75D62B28DD}"/>
              </a:ext>
            </a:extLst>
          </p:cNvPr>
          <p:cNvSpPr txBox="1"/>
          <p:nvPr/>
        </p:nvSpPr>
        <p:spPr>
          <a:xfrm>
            <a:off x="6095999" y="2177143"/>
            <a:ext cx="4934857" cy="3139321"/>
          </a:xfrm>
          <a:prstGeom prst="rect">
            <a:avLst/>
          </a:prstGeom>
          <a:noFill/>
        </p:spPr>
        <p:txBody>
          <a:bodyPr wrap="square" rtlCol="0">
            <a:spAutoFit/>
          </a:bodyPr>
          <a:lstStyle/>
          <a:p>
            <a:r>
              <a:rPr lang="en-US" altLang="ja-JP" dirty="0"/>
              <a:t>C0</a:t>
            </a:r>
            <a:r>
              <a:rPr lang="ja-JP" altLang="en-US" dirty="0"/>
              <a:t>～</a:t>
            </a:r>
            <a:r>
              <a:rPr lang="en-US" altLang="ja-JP" dirty="0"/>
              <a:t>C2</a:t>
            </a:r>
            <a:r>
              <a:rPr lang="ja-JP" altLang="en-US" dirty="0"/>
              <a:t>→トピック</a:t>
            </a:r>
            <a:r>
              <a:rPr lang="en-US" altLang="ja-JP" dirty="0"/>
              <a:t>0</a:t>
            </a:r>
          </a:p>
          <a:p>
            <a:r>
              <a:rPr lang="en-US" altLang="ja-JP" dirty="0"/>
              <a:t>C0 </a:t>
            </a:r>
            <a:r>
              <a:rPr lang="ja-JP" altLang="en-US" dirty="0"/>
              <a:t>→ </a:t>
            </a:r>
            <a:r>
              <a:rPr lang="en-US" altLang="ja-JP" dirty="0"/>
              <a:t>S1 + S2 +S3</a:t>
            </a:r>
          </a:p>
          <a:p>
            <a:r>
              <a:rPr kumimoji="1" lang="en-US" altLang="ja-JP" dirty="0"/>
              <a:t>C1 </a:t>
            </a:r>
            <a:r>
              <a:rPr lang="ja-JP" altLang="en-US" dirty="0"/>
              <a:t>→ </a:t>
            </a:r>
            <a:r>
              <a:rPr lang="en-US" altLang="ja-JP" dirty="0"/>
              <a:t>S1 + S2 + S3 + S4</a:t>
            </a:r>
          </a:p>
          <a:p>
            <a:r>
              <a:rPr kumimoji="1" lang="en-US" altLang="ja-JP" dirty="0"/>
              <a:t>C2 </a:t>
            </a:r>
            <a:r>
              <a:rPr kumimoji="1" lang="ja-JP" altLang="en-US" dirty="0"/>
              <a:t>→ </a:t>
            </a:r>
            <a:r>
              <a:rPr kumimoji="1" lang="en-US" altLang="ja-JP" dirty="0"/>
              <a:t>S1 + S2 + S3 + S4 + S5</a:t>
            </a:r>
          </a:p>
          <a:p>
            <a:endParaRPr lang="en-US" altLang="ja-JP" dirty="0"/>
          </a:p>
          <a:p>
            <a:r>
              <a:rPr kumimoji="1" lang="en-US" altLang="ja-JP" dirty="0"/>
              <a:t>S1</a:t>
            </a:r>
            <a:r>
              <a:rPr kumimoji="1" lang="ja-JP" altLang="en-US" dirty="0"/>
              <a:t>～</a:t>
            </a:r>
            <a:r>
              <a:rPr kumimoji="1" lang="en-US" altLang="ja-JP" dirty="0"/>
              <a:t>S5</a:t>
            </a:r>
            <a:r>
              <a:rPr kumimoji="1" lang="ja-JP" altLang="en-US" dirty="0"/>
              <a:t>までがトピック０</a:t>
            </a:r>
            <a:endParaRPr kumimoji="1" lang="en-US" altLang="ja-JP" dirty="0"/>
          </a:p>
          <a:p>
            <a:endParaRPr lang="en-US" altLang="ja-JP" dirty="0"/>
          </a:p>
          <a:p>
            <a:r>
              <a:rPr kumimoji="1" lang="ja-JP" altLang="en-US" dirty="0"/>
              <a:t>その後も同様に</a:t>
            </a:r>
            <a:endParaRPr kumimoji="1" lang="en-US" altLang="ja-JP" dirty="0"/>
          </a:p>
          <a:p>
            <a:r>
              <a:rPr lang="en-US" altLang="ja-JP" dirty="0"/>
              <a:t>S2</a:t>
            </a:r>
            <a:r>
              <a:rPr lang="ja-JP" altLang="en-US" dirty="0"/>
              <a:t>～</a:t>
            </a:r>
            <a:r>
              <a:rPr lang="en-US" altLang="ja-JP" dirty="0"/>
              <a:t>S8</a:t>
            </a:r>
            <a:r>
              <a:rPr lang="ja-JP" altLang="en-US" dirty="0"/>
              <a:t>　は　トピック１</a:t>
            </a:r>
            <a:endParaRPr lang="en-US" altLang="ja-JP" dirty="0"/>
          </a:p>
          <a:p>
            <a:endParaRPr kumimoji="1" lang="en-US" altLang="ja-JP" dirty="0"/>
          </a:p>
          <a:p>
            <a:r>
              <a:rPr lang="en-US" altLang="ja-JP" dirty="0"/>
              <a:t>S5</a:t>
            </a:r>
            <a:r>
              <a:rPr lang="ja-JP" altLang="en-US" dirty="0"/>
              <a:t>～</a:t>
            </a:r>
            <a:r>
              <a:rPr lang="en-US" altLang="ja-JP" dirty="0"/>
              <a:t>S12 </a:t>
            </a:r>
            <a:r>
              <a:rPr lang="ja-JP" altLang="en-US" dirty="0"/>
              <a:t>　は　トピック２</a:t>
            </a:r>
            <a:endParaRPr kumimoji="1" lang="en-US" altLang="ja-JP" dirty="0"/>
          </a:p>
        </p:txBody>
      </p:sp>
    </p:spTree>
    <p:extLst>
      <p:ext uri="{BB962C8B-B14F-4D97-AF65-F5344CB8AC3E}">
        <p14:creationId xmlns:p14="http://schemas.microsoft.com/office/powerpoint/2010/main" val="3550147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E95BC8-35CE-4123-5925-D546C8D8AE44}"/>
              </a:ext>
            </a:extLst>
          </p:cNvPr>
          <p:cNvSpPr>
            <a:spLocks noGrp="1"/>
          </p:cNvSpPr>
          <p:nvPr>
            <p:ph type="title"/>
          </p:nvPr>
        </p:nvSpPr>
        <p:spPr/>
        <p:txBody>
          <a:bodyPr/>
          <a:lstStyle/>
          <a:p>
            <a:r>
              <a:rPr kumimoji="1" lang="ja-JP" altLang="en-US" dirty="0"/>
              <a:t>実行結果</a:t>
            </a:r>
          </a:p>
        </p:txBody>
      </p:sp>
      <p:pic>
        <p:nvPicPr>
          <p:cNvPr id="6" name="コンテンツ プレースホルダー 5">
            <a:extLst>
              <a:ext uri="{FF2B5EF4-FFF2-40B4-BE49-F238E27FC236}">
                <a16:creationId xmlns:a16="http://schemas.microsoft.com/office/drawing/2014/main" id="{D03662E7-D4BA-C3F3-5CC5-C7B488D2FE16}"/>
              </a:ext>
            </a:extLst>
          </p:cNvPr>
          <p:cNvPicPr>
            <a:picLocks noGrp="1" noChangeAspect="1"/>
          </p:cNvPicPr>
          <p:nvPr>
            <p:ph idx="1"/>
          </p:nvPr>
        </p:nvPicPr>
        <p:blipFill>
          <a:blip r:embed="rId2"/>
          <a:stretch>
            <a:fillRect/>
          </a:stretch>
        </p:blipFill>
        <p:spPr>
          <a:xfrm>
            <a:off x="1073432" y="1847849"/>
            <a:ext cx="3739199" cy="4872093"/>
          </a:xfrm>
        </p:spPr>
      </p:pic>
      <p:sp>
        <p:nvSpPr>
          <p:cNvPr id="4" name="スライド番号プレースホルダー 3">
            <a:extLst>
              <a:ext uri="{FF2B5EF4-FFF2-40B4-BE49-F238E27FC236}">
                <a16:creationId xmlns:a16="http://schemas.microsoft.com/office/drawing/2014/main" id="{1C89DDBD-F831-F759-6DCB-F354B522F64C}"/>
              </a:ext>
            </a:extLst>
          </p:cNvPr>
          <p:cNvSpPr>
            <a:spLocks noGrp="1"/>
          </p:cNvSpPr>
          <p:nvPr>
            <p:ph type="sldNum" sz="quarter" idx="12"/>
          </p:nvPr>
        </p:nvSpPr>
        <p:spPr/>
        <p:txBody>
          <a:bodyPr/>
          <a:lstStyle/>
          <a:p>
            <a:fld id="{27CE633F-9882-4A5C-83A2-1109D0C73261}" type="slidenum">
              <a:rPr lang="en-US" smtClean="0"/>
              <a:t>12</a:t>
            </a:fld>
            <a:endParaRPr lang="en-US"/>
          </a:p>
        </p:txBody>
      </p:sp>
      <p:pic>
        <p:nvPicPr>
          <p:cNvPr id="10" name="図 9">
            <a:extLst>
              <a:ext uri="{FF2B5EF4-FFF2-40B4-BE49-F238E27FC236}">
                <a16:creationId xmlns:a16="http://schemas.microsoft.com/office/drawing/2014/main" id="{37838D44-860B-B6B3-41D6-CF780E834483}"/>
              </a:ext>
            </a:extLst>
          </p:cNvPr>
          <p:cNvPicPr>
            <a:picLocks noChangeAspect="1"/>
          </p:cNvPicPr>
          <p:nvPr/>
        </p:nvPicPr>
        <p:blipFill>
          <a:blip r:embed="rId3"/>
          <a:stretch>
            <a:fillRect/>
          </a:stretch>
        </p:blipFill>
        <p:spPr>
          <a:xfrm>
            <a:off x="7864725" y="1847849"/>
            <a:ext cx="3253843" cy="2582647"/>
          </a:xfrm>
          <a:prstGeom prst="rect">
            <a:avLst/>
          </a:prstGeom>
        </p:spPr>
      </p:pic>
      <p:sp>
        <p:nvSpPr>
          <p:cNvPr id="11" name="正方形/長方形 10">
            <a:extLst>
              <a:ext uri="{FF2B5EF4-FFF2-40B4-BE49-F238E27FC236}">
                <a16:creationId xmlns:a16="http://schemas.microsoft.com/office/drawing/2014/main" id="{3EC153A7-3393-6143-E29F-C1838D608A10}"/>
              </a:ext>
            </a:extLst>
          </p:cNvPr>
          <p:cNvSpPr/>
          <p:nvPr/>
        </p:nvSpPr>
        <p:spPr>
          <a:xfrm>
            <a:off x="9967686" y="1746022"/>
            <a:ext cx="1266371" cy="285478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4AEB0BF1-051E-2CDB-E747-843D618D2FA2}"/>
              </a:ext>
            </a:extLst>
          </p:cNvPr>
          <p:cNvSpPr txBox="1"/>
          <p:nvPr/>
        </p:nvSpPr>
        <p:spPr>
          <a:xfrm>
            <a:off x="9491646" y="4656136"/>
            <a:ext cx="2614818" cy="646331"/>
          </a:xfrm>
          <a:prstGeom prst="rect">
            <a:avLst/>
          </a:prstGeom>
          <a:noFill/>
        </p:spPr>
        <p:txBody>
          <a:bodyPr wrap="none" rtlCol="0">
            <a:spAutoFit/>
          </a:bodyPr>
          <a:lstStyle/>
          <a:p>
            <a:r>
              <a:rPr kumimoji="1" lang="en-US" altLang="ja-JP" dirty="0"/>
              <a:t>TF-IDF</a:t>
            </a:r>
            <a:r>
              <a:rPr kumimoji="1" lang="ja-JP" altLang="en-US" dirty="0"/>
              <a:t>の値が高かった</a:t>
            </a:r>
            <a:endParaRPr kumimoji="1" lang="en-US" altLang="ja-JP" dirty="0"/>
          </a:p>
          <a:p>
            <a:r>
              <a:rPr lang="ja-JP" altLang="en-US" dirty="0"/>
              <a:t>単語</a:t>
            </a:r>
            <a:endParaRPr kumimoji="1" lang="ja-JP" altLang="en-US" dirty="0"/>
          </a:p>
        </p:txBody>
      </p:sp>
      <p:pic>
        <p:nvPicPr>
          <p:cNvPr id="18" name="図 17">
            <a:extLst>
              <a:ext uri="{FF2B5EF4-FFF2-40B4-BE49-F238E27FC236}">
                <a16:creationId xmlns:a16="http://schemas.microsoft.com/office/drawing/2014/main" id="{EFD795FE-EF67-743D-DDD8-6716578A8E27}"/>
              </a:ext>
            </a:extLst>
          </p:cNvPr>
          <p:cNvPicPr>
            <a:picLocks noChangeAspect="1"/>
          </p:cNvPicPr>
          <p:nvPr/>
        </p:nvPicPr>
        <p:blipFill>
          <a:blip r:embed="rId4"/>
          <a:srcRect l="50000" t="-1" b="1217"/>
          <a:stretch>
            <a:fillRect/>
          </a:stretch>
        </p:blipFill>
        <p:spPr>
          <a:xfrm>
            <a:off x="4422281" y="1690688"/>
            <a:ext cx="412556" cy="2184626"/>
          </a:xfrm>
          <a:prstGeom prst="rect">
            <a:avLst/>
          </a:prstGeom>
        </p:spPr>
      </p:pic>
      <p:pic>
        <p:nvPicPr>
          <p:cNvPr id="19" name="図 18">
            <a:extLst>
              <a:ext uri="{FF2B5EF4-FFF2-40B4-BE49-F238E27FC236}">
                <a16:creationId xmlns:a16="http://schemas.microsoft.com/office/drawing/2014/main" id="{64A6665A-5B42-5294-C06D-99A8FF4AF638}"/>
              </a:ext>
            </a:extLst>
          </p:cNvPr>
          <p:cNvPicPr>
            <a:picLocks noChangeAspect="1"/>
          </p:cNvPicPr>
          <p:nvPr/>
        </p:nvPicPr>
        <p:blipFill>
          <a:blip r:embed="rId4"/>
          <a:srcRect l="50000" t="-1" b="1217"/>
          <a:stretch>
            <a:fillRect/>
          </a:stretch>
        </p:blipFill>
        <p:spPr>
          <a:xfrm>
            <a:off x="3776395" y="3173412"/>
            <a:ext cx="573844" cy="3038702"/>
          </a:xfrm>
          <a:prstGeom prst="rect">
            <a:avLst/>
          </a:prstGeom>
        </p:spPr>
      </p:pic>
      <p:pic>
        <p:nvPicPr>
          <p:cNvPr id="20" name="図 19">
            <a:extLst>
              <a:ext uri="{FF2B5EF4-FFF2-40B4-BE49-F238E27FC236}">
                <a16:creationId xmlns:a16="http://schemas.microsoft.com/office/drawing/2014/main" id="{2DFDA496-71D7-BB16-83D4-F6471E3D1D37}"/>
              </a:ext>
            </a:extLst>
          </p:cNvPr>
          <p:cNvPicPr>
            <a:picLocks noChangeAspect="1"/>
          </p:cNvPicPr>
          <p:nvPr/>
        </p:nvPicPr>
        <p:blipFill>
          <a:blip r:embed="rId4"/>
          <a:srcRect l="50000" t="-1" b="1217"/>
          <a:stretch>
            <a:fillRect/>
          </a:stretch>
        </p:blipFill>
        <p:spPr>
          <a:xfrm rot="10800000">
            <a:off x="876152" y="5714040"/>
            <a:ext cx="394559" cy="1143960"/>
          </a:xfrm>
          <a:prstGeom prst="rect">
            <a:avLst/>
          </a:prstGeom>
        </p:spPr>
      </p:pic>
    </p:spTree>
    <p:extLst>
      <p:ext uri="{BB962C8B-B14F-4D97-AF65-F5344CB8AC3E}">
        <p14:creationId xmlns:p14="http://schemas.microsoft.com/office/powerpoint/2010/main" val="3942121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3C2488-8D23-08FF-06CE-A9616F8D0B99}"/>
              </a:ext>
            </a:extLst>
          </p:cNvPr>
          <p:cNvSpPr>
            <a:spLocks noGrp="1"/>
          </p:cNvSpPr>
          <p:nvPr>
            <p:ph type="title"/>
          </p:nvPr>
        </p:nvSpPr>
        <p:spPr/>
        <p:txBody>
          <a:bodyPr/>
          <a:lstStyle/>
          <a:p>
            <a:r>
              <a:rPr kumimoji="1" lang="ja-JP" altLang="en-US" dirty="0"/>
              <a:t>今週の予定</a:t>
            </a:r>
          </a:p>
        </p:txBody>
      </p:sp>
      <p:sp>
        <p:nvSpPr>
          <p:cNvPr id="3" name="コンテンツ プレースホルダー 2">
            <a:extLst>
              <a:ext uri="{FF2B5EF4-FFF2-40B4-BE49-F238E27FC236}">
                <a16:creationId xmlns:a16="http://schemas.microsoft.com/office/drawing/2014/main" id="{5CFD5661-6661-7B90-E51E-C5D9E246D171}"/>
              </a:ext>
            </a:extLst>
          </p:cNvPr>
          <p:cNvSpPr>
            <a:spLocks noGrp="1"/>
          </p:cNvSpPr>
          <p:nvPr>
            <p:ph idx="1"/>
          </p:nvPr>
        </p:nvSpPr>
        <p:spPr/>
        <p:txBody>
          <a:bodyPr/>
          <a:lstStyle/>
          <a:p>
            <a:pPr marL="0" indent="0">
              <a:buNone/>
            </a:pPr>
            <a:r>
              <a:rPr kumimoji="1" lang="ja-JP" altLang="en-US" dirty="0"/>
              <a:t>・</a:t>
            </a:r>
            <a:r>
              <a:rPr kumimoji="1" lang="en-US" altLang="ja-JP" dirty="0" err="1"/>
              <a:t>BERTopic</a:t>
            </a:r>
            <a:r>
              <a:rPr kumimoji="1" lang="ja-JP" altLang="en-US" dirty="0"/>
              <a:t>は現在の小規模データでは使えそう</a:t>
            </a:r>
            <a:endParaRPr kumimoji="1" lang="en-US" altLang="ja-JP" dirty="0"/>
          </a:p>
          <a:p>
            <a:pPr marL="0" indent="0">
              <a:buNone/>
            </a:pPr>
            <a:r>
              <a:rPr kumimoji="1" lang="ja-JP" altLang="en-US" dirty="0"/>
              <a:t>→徐々にデータの規模を大きくしながら試しながら使っていけそうか判断する</a:t>
            </a:r>
            <a:endParaRPr kumimoji="1" lang="en-US" altLang="ja-JP" dirty="0"/>
          </a:p>
          <a:p>
            <a:pPr marL="0" indent="0">
              <a:buNone/>
            </a:pPr>
            <a:endParaRPr kumimoji="1" lang="en-US" altLang="ja-JP" dirty="0"/>
          </a:p>
          <a:p>
            <a:pPr marL="0" indent="0">
              <a:buNone/>
            </a:pPr>
            <a:r>
              <a:rPr kumimoji="1" lang="ja-JP" altLang="en-US" dirty="0"/>
              <a:t>・トピック遷移検出に関する論文を調べる</a:t>
            </a:r>
            <a:endParaRPr kumimoji="1" lang="en-US" altLang="ja-JP" dirty="0"/>
          </a:p>
          <a:p>
            <a:pPr marL="0" indent="0">
              <a:buNone/>
            </a:pPr>
            <a:endParaRPr kumimoji="1" lang="ja-JP" altLang="en-US" sz="3200" dirty="0"/>
          </a:p>
        </p:txBody>
      </p:sp>
      <p:sp>
        <p:nvSpPr>
          <p:cNvPr id="4" name="スライド番号プレースホルダー 3">
            <a:extLst>
              <a:ext uri="{FF2B5EF4-FFF2-40B4-BE49-F238E27FC236}">
                <a16:creationId xmlns:a16="http://schemas.microsoft.com/office/drawing/2014/main" id="{440CEFE1-02AA-9F25-A388-5BE5B747228B}"/>
              </a:ext>
            </a:extLst>
          </p:cNvPr>
          <p:cNvSpPr>
            <a:spLocks noGrp="1"/>
          </p:cNvSpPr>
          <p:nvPr>
            <p:ph type="sldNum" sz="quarter" idx="12"/>
          </p:nvPr>
        </p:nvSpPr>
        <p:spPr/>
        <p:txBody>
          <a:bodyPr/>
          <a:lstStyle/>
          <a:p>
            <a:fld id="{27CE633F-9882-4A5C-83A2-1109D0C73261}" type="slidenum">
              <a:rPr lang="en-US" smtClean="0"/>
              <a:t>13</a:t>
            </a:fld>
            <a:endParaRPr lang="en-US"/>
          </a:p>
        </p:txBody>
      </p:sp>
    </p:spTree>
    <p:extLst>
      <p:ext uri="{BB962C8B-B14F-4D97-AF65-F5344CB8AC3E}">
        <p14:creationId xmlns:p14="http://schemas.microsoft.com/office/powerpoint/2010/main" val="3676070298"/>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Univers">
      <a:majorFont>
        <a:latin typeface="Yu Mincho Demibold"/>
        <a:ea typeface=""/>
        <a:cs typeface=""/>
      </a:majorFont>
      <a:minorFont>
        <a:latin typeface="Yu Minch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26978</TotalTime>
  <Words>687</Words>
  <Application>Microsoft Office PowerPoint</Application>
  <PresentationFormat>ワイド画面</PresentationFormat>
  <Paragraphs>157</Paragraphs>
  <Slides>13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游ゴシック</vt:lpstr>
      <vt:lpstr>Yu Mincho</vt:lpstr>
      <vt:lpstr>Yu Mincho Demibold</vt:lpstr>
      <vt:lpstr>Arial</vt:lpstr>
      <vt:lpstr>Univers</vt:lpstr>
      <vt:lpstr>GradientVTI</vt:lpstr>
      <vt:lpstr>進捗報告</vt:lpstr>
      <vt:lpstr>研究目標</vt:lpstr>
      <vt:lpstr>進捗</vt:lpstr>
      <vt:lpstr>調べた論文の手法</vt:lpstr>
      <vt:lpstr>前回使ったデータで類似度を計算</vt:lpstr>
      <vt:lpstr>前回のBERTopicによる出力</vt:lpstr>
      <vt:lpstr>３文チャンクでのトピック分析結果</vt:lpstr>
      <vt:lpstr>複数文チャンクに分けた時の問題点</vt:lpstr>
      <vt:lpstr>発話字幕の話題遷移をとらえる</vt:lpstr>
      <vt:lpstr>チャンク作り</vt:lpstr>
      <vt:lpstr>トピック遷移の整理処理</vt:lpstr>
      <vt:lpstr>実行結果</vt:lpstr>
      <vt:lpstr>今週の予定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昇汰 三輪</dc:creator>
  <cp:lastModifiedBy>三輪　昇汰</cp:lastModifiedBy>
  <cp:revision>7</cp:revision>
  <dcterms:created xsi:type="dcterms:W3CDTF">2025-05-18T22:20:18Z</dcterms:created>
  <dcterms:modified xsi:type="dcterms:W3CDTF">2025-07-01T01:56:35Z</dcterms:modified>
</cp:coreProperties>
</file>