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
  </p:notesMasterIdLst>
  <p:sldIdLst>
    <p:sldId id="256" r:id="rId2"/>
    <p:sldId id="294" r:id="rId3"/>
    <p:sldId id="291" r:id="rId4"/>
    <p:sldId id="298" r:id="rId5"/>
    <p:sldId id="297" r:id="rId6"/>
    <p:sldId id="296" r:id="rId7"/>
    <p:sldId id="272" r:id="rId8"/>
    <p:sldId id="295" r:id="rId9"/>
  </p:sldIdLst>
  <p:sldSz cx="12192000" cy="6858000"/>
  <p:notesSz cx="6858000" cy="9144000"/>
  <p:embeddedFontLst>
    <p:embeddedFont>
      <p:font typeface="Cambria Math" panose="02040503050406030204" pitchFamily="18" charset="0"/>
      <p:regular r:id="rId11"/>
    </p:embeddedFont>
    <p:embeddedFont>
      <p:font typeface="Open Sans" panose="020B0606030504020204" pitchFamily="3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iSP1TDKl9SlnSq0ofYxIRhWNpPP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D16252-574D-44B4-B3B2-BC42012E9720}" v="88" dt="2025-10-26T05:56:38.92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5" autoAdjust="0"/>
    <p:restoredTop sz="94677" autoAdjust="0"/>
  </p:normalViewPr>
  <p:slideViewPr>
    <p:cSldViewPr snapToGrid="0">
      <p:cViewPr varScale="1">
        <p:scale>
          <a:sx n="96" d="100"/>
          <a:sy n="96" d="100"/>
        </p:scale>
        <p:origin x="8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29" Type="http://customschemas.google.com/relationships/presentationmetadata" Target="NUL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30"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7T19:46:19.755"/>
    </inkml:context>
    <inkml:brush xml:id="br0">
      <inkml:brushProperty name="width" value="0.05" units="cm"/>
      <inkml:brushProperty name="height" value="0.05" units="cm"/>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7T19:46:30.268"/>
    </inkml:context>
    <inkml:brush xml:id="br0">
      <inkml:brushProperty name="width" value="0.05" units="cm"/>
      <inkml:brushProperty name="height" value="0.05" units="cm"/>
    </inkml:brush>
  </inkml:definitions>
  <inkml:trace contextRef="#ctx0" brushRef="#br0">820 2071 24575,'-25'-1'0,"0"0"0,0-2 0,0-1 0,0-1 0,0 0 0,1-2 0,0-2 0,-33-15 0,27 8 0,1-1 0,1-1 0,0-1 0,2-2 0,-45-45 0,37 33 0,2 3 0,2-2 0,0 0 0,2-2 0,2-1 0,-38-68 0,45 66 0,3-2 0,0 1 0,3-2 0,2 0 0,1-1 0,2 0 0,1 0 0,0-79 0,5-1 0,8-168 0,-2 256 0,3 1 0,0 0 0,2 0 0,2 1 0,1 0 0,27-52 0,-21 56 0,1 1 0,0 0 0,2 2 0,46-42 0,-40 41 0,-1-2 0,-1-1 0,27-38 0,-40 46-341,1 2 0,1 0-1,26-27 1,-19 27-6485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0:12.049"/>
    </inkml:context>
    <inkml:brush xml:id="br0">
      <inkml:brushProperty name="width" value="0.05" units="cm"/>
      <inkml:brushProperty name="height" value="0.05" units="cm"/>
    </inkml:brush>
  </inkml:definitions>
  <inkml:trace contextRef="#ctx0" brushRef="#br0">0 0 24451,'5934'22'0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0:13.996"/>
    </inkml:context>
    <inkml:brush xml:id="br0">
      <inkml:brushProperty name="width" value="0.05" units="cm"/>
      <inkml:brushProperty name="height" value="0.05" units="cm"/>
    </inkml:brush>
  </inkml:definitions>
  <inkml:trace contextRef="#ctx0" brushRef="#br0">96 1 24575,'17'14'0,"0"-1"0,1 0 0,27 13 0,-6-2 0,0-2 0,-18-10 0,37 26 0,-53-34 0,0 1 0,0-1 0,-1 1 0,0-1 0,1 1 0,-1 1 0,-1-1 0,1 0 0,-1 1 0,0 0 0,4 10 0,-7-14 0,0-1 0,0 0 0,0 1 0,0-1 0,0 1 0,0-1 0,0 0 0,0 1 0,-1-1 0,1 1 0,0-1 0,-1 0 0,1 1 0,-1-1 0,0 0 0,1 0 0,-1 1 0,0-1 0,0 0 0,0 0 0,0 0 0,0 0 0,0 0 0,0 0 0,0 0 0,0 0 0,0-1 0,0 1 0,-1 0 0,1-1 0,0 1 0,-2 0 0,-54 18 0,37-13 0,-33 11 0,28-9 0,1 0 0,0 2 0,-30 15 0,-54 23-1365,95-42-5461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1T00:03:18.251"/>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1T00:03:18.678"/>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1T00:03:19.002"/>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4:40.398"/>
    </inkml:context>
    <inkml:brush xml:id="br0">
      <inkml:brushProperty name="width" value="0.05" units="cm"/>
      <inkml:brushProperty name="height" value="0.05" units="cm"/>
    </inkml:brush>
  </inkml:definitions>
  <inkml:trace contextRef="#ctx0" brushRef="#br0">573 0 24575,'-2'25'0,"-1"-1"0,-1 1 0,-2-1 0,-14 40 0,1-1 0,-20 44 0,27-77 0,-17 59 0,-36 162 0,-48 86 0,105-315 0,-2 0 0,-1 0 0,-1-1 0,-1-1 0,0 1 0,-2-2 0,0 0 0,-18 16 0,20-20 0,-8 12 0,1 1 0,-21 39 0,10-16 0,31-51 0,0 0 0,0 0 0,0 0 0,0 0 0,0 0 0,-1 0 0,1-1 0,0 1 0,0 0 0,0 0 0,0 0 0,0 0 0,0 0 0,0 0 0,-1 0 0,1 0 0,0 0 0,0 0 0,0 0 0,0 0 0,0 0 0,0 0 0,-1 0 0,1 0 0,0 0 0,0 0 0,0 0 0,0 0 0,0 0 0,0 0 0,-1 0 0,1 1 0,0-1 0,0 0 0,0 0 0,0 0 0,0 0 0,0 0 0,0 0 0,0 0 0,-1 0 0,1 1 0,6-25 0,17-35 0,-15 46 0,8-10 0,0 1 0,33-36 0,53-66 0,-57 83 0,1 3 0,76-48 0,-79 57 0,-21 14 0,0 1 0,1 1 0,1 1 0,0 0 0,0 2 0,1 1 0,42-9 0,-31 11 0,-19 2 0,1 2 0,-1 0 0,1 1 0,22 1 0,-34 1 0,1 1 0,-1 0 0,0 0 0,0 1 0,0 0 0,0 0 0,0 0 0,0 1 0,-1-1 0,1 2 0,-1-1 0,0 0 0,0 1 0,0 0 0,0 0 0,4 6 0,-4-5 0,0 1 0,0 1 0,0-1 0,-1 1 0,0-1 0,0 1 0,-1 1 0,0-1 0,0 0 0,-1 1 0,1-1 0,-2 1 0,1 0 0,-1 0 0,0 0 0,-1 0 0,0-1 0,0 1 0,-1 0 0,0 0 0,0 0 0,-1 0 0,-4 13 0,-6 20 0,6-18 0,-1-1 0,-1 0 0,-19 38 0,-49 89 0,74-146 0,1 1 0,-1-1 0,1 0 0,0 0 0,0 1 0,0-1 0,0 1 0,0-1 0,1 1 0,-1-1 0,1 1 0,0 0 0,0-1 0,1 1 0,-1-1 0,1 1 0,1 5 0,0-7 0,-1 1 0,1-1 0,-1 0 0,1 0 0,0 0 0,0 0 0,0 0 0,0-1 0,0 1 0,0 0 0,1-1 0,-1 0 0,0 0 0,1 1 0,-1-1 0,1-1 0,-1 1 0,1 0 0,0-1 0,-1 1 0,1-1 0,0 0 0,4 0 0,0 2 0,1-2 0,0 1 0,0-1 0,-1 0 0,1-1 0,0 1 0,-1-2 0,1 1 0,-1-1 0,1 0 0,-1 0 0,0-1 0,0 0 0,0-1 0,0 1 0,0-1 0,-1-1 0,9-6 0,-1-1-32,0 2 0,0 0-1,1 1 1,0 0-1,24-9 1,-9 3-1139,-17 9-5655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4:54.251"/>
    </inkml:context>
    <inkml:brush xml:id="br0">
      <inkml:brushProperty name="width" value="0.05" units="cm"/>
      <inkml:brushProperty name="height" value="0.05" units="cm"/>
    </inkml:brush>
  </inkml:definitions>
  <inkml:trace contextRef="#ctx0" brushRef="#br0">0 1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4:54.395"/>
    </inkml:context>
    <inkml:brush xml:id="br0">
      <inkml:brushProperty name="width" value="0.05" units="cm"/>
      <inkml:brushProperty name="height" value="0.05" units="cm"/>
    </inkml:brush>
  </inkml:definitions>
  <inkml:trace contextRef="#ctx0" brushRef="#br0">0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14.381"/>
    </inkml:context>
    <inkml:brush xml:id="br0">
      <inkml:brushProperty name="width" value="0.05" units="cm"/>
      <inkml:brushProperty name="height" value="0.05" units="cm"/>
    </inkml:brush>
  </inkml:definitions>
  <inkml:trace contextRef="#ctx0" brushRef="#br0">132 1 24575,'-1'22'0,"-1"-1"0,-1 1 0,-1-1 0,0 0 0,-13 34 0,-49 100 0,53-128 0,9-15 0,-1 1 0,2 0 0,0-1 0,0 1 0,2 0 0,-1 0 0,1 14 0,7 91 0,-6-116 0,0 0 0,0 0 0,0-1 0,1 1 0,-1 0 0,0-1 0,0 1 0,1 0 0,-1-1 0,1 1 0,0 0 0,-1-1 0,1 1 0,0-1 0,0 1 0,0-1 0,0 0 0,0 1 0,0-1 0,1 0 0,-1 0 0,0 0 0,1 0 0,-1 0 0,0 0 0,3 1 0,-2-2 0,1 1 0,-1-1 0,0-1 0,1 1 0,-1 0 0,1 0 0,-1-1 0,0 1 0,1-1 0,-1 0 0,0 0 0,0 0 0,0 0 0,1 0 0,-1 0 0,2-2 0,9-7 0,0-1 0,0 0 0,-1 0 0,11-14 0,-8 7-195,0 0 0,-2-1 0,0 0 0,-1-1 0,-1 0 0,15-38 0,-21 42-6631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14.818"/>
    </inkml:context>
    <inkml:brush xml:id="br0">
      <inkml:brushProperty name="width" value="0.05" units="cm"/>
      <inkml:brushProperty name="height" value="0.05" units="cm"/>
    </inkml:brush>
  </inkml:definitions>
  <inkml:trace contextRef="#ctx0" brushRef="#br0">26 1 24575,'-4'0'0,"-1"4"0,-1 6 0,2 5 0,1 5 0,1 3 0,1 1 0,5-2 0,1-2 0,1 1 0,3-4 0,0 0 0,3-3 0,-1 1 0,2-3 0,-1 1 0,-2-1-8191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21.483"/>
    </inkml:context>
    <inkml:brush xml:id="br0">
      <inkml:brushProperty name="width" value="0.05" units="cm"/>
      <inkml:brushProperty name="height" value="0.05" units="cm"/>
    </inkml:brush>
  </inkml:definitions>
  <inkml:trace contextRef="#ctx0" brushRef="#br0">812 202 24575,'0'-8'0,"0"-1"0,0 0 0,-1 0 0,0 0 0,-1 1 0,0-1 0,-5-14 0,4 18 0,1 1 0,-1-1 0,0 1 0,0 0 0,0 0 0,-1 0 0,0 0 0,1 1 0,-1-1 0,0 1 0,-1 0 0,1 0 0,-1 1 0,-6-4 0,-14-5 0,0 1 0,-1 1 0,-1 1 0,1 2 0,-1 0 0,-1 2 0,1 1 0,0 1 0,-39 2 0,53 0 0,-1 0 0,0 1 0,1 1 0,-1 0 0,1 1 0,0 1 0,-1 0 0,1 0 0,1 1 0,-1 1 0,1 0 0,0 1 0,0 0 0,1 1 0,0 0 0,1 1 0,-1 0 0,-10 13 0,20-21 0,-11 10 0,1 1 0,0 0 0,0 1 0,1 0 0,1 0 0,0 1 0,1 0 0,1 1 0,-7 16 0,-15 51 0,19-58 0,1-1 0,2 2 0,0-1 0,1 1 0,2 0 0,-3 45 0,5-17 0,0-36 0,1 0 0,1 0 0,0-1 0,1 1 0,1 0 0,1 0 0,8 29 0,0-25 0,1-2 0,1 1 0,1-1 0,0-1 0,1-1 0,1 0 0,25 20 0,-23-22 0,1 0 0,1-2 0,1 0 0,0-2 0,0 0 0,1-1 0,27 8 0,-35-13 0,1-2 0,0 1 0,0-2 0,0 0 0,0-1 0,0 0 0,0-1 0,1-1 0,-1 0 0,0-1 0,0-1 0,21-6 0,-11-3-65,0 0 0,-1-1-1,0-1 1,-1-1 0,23-20 0,-18 14-909,-15 12-5852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23.051"/>
    </inkml:context>
    <inkml:brush xml:id="br0">
      <inkml:brushProperty name="width" value="0.05" units="cm"/>
      <inkml:brushProperty name="height" value="0.05" units="cm"/>
    </inkml:brush>
  </inkml:definitions>
  <inkml:trace contextRef="#ctx0" brushRef="#br0">0 226 24575,'2'-6'0,"-1"1"0,1-1 0,0 1 0,1-1 0,-1 1 0,1 0 0,0 0 0,4-5 0,1-2 0,95-142 0,-103 154 0,0 0 0,0-1 0,0 1 0,0 0 0,0-1 0,0 1 0,1 0 0,-1 0 0,0-1 0,0 1 0,0 0 0,0-1 0,1 1 0,-1 0 0,0 0 0,0 0 0,1-1 0,-1 1 0,0 0 0,1 0 0,-1 0 0,0-1 0,0 1 0,1 0 0,-1 0 0,0 0 0,1 0 0,-1 0 0,0 0 0,1 0 0,-1 0 0,0 0 0,1 0 0,-1 0 0,0 0 0,1 0 0,-1 0 0,0 0 0,1 0 0,0 0 0,4 17 0,-4 29 0,-1-42 0,-3 112 0,5 153 0,-2-265 0,0 1 0,1 0 0,0 0 0,0-1 0,0 1 0,0 0 0,1-1 0,-1 1 0,1-1 0,0 0 0,1 0 0,-1 1 0,1-1 0,0-1 0,0 1 0,0 0 0,0-1 0,1 0 0,5 5 0,-5-6 0,0 0 0,0-1 0,0 1 0,1-1 0,-1 0 0,0 0 0,0-1 0,1 1 0,-1-1 0,0 0 0,1 0 0,-1-1 0,0 1 0,1-1 0,-1 0 0,0 0 0,0 0 0,0-1 0,0 1 0,0-1 0,6-4 0,10-4 0,-1-2 0,-1 0 0,0-1 0,-1-1 0,0-1 0,-1 0 0,0-1 0,-2 0 0,25-37 0,-31 42-116,11-19 362,-18 29-308,-1 0-1,1 0 1,-1 0 0,1-1 0,-1 1-1,0 0 1,0 0 0,0-1-1,0 1 1,0 0 0,0 0 0,0-1-1,0 1 1,0 0 0,0 0-1,-1-1 1,1 1 0,0 0-1,-1 0 1,1 0 0,-1 0 0,0 0-1,-1-2 1,-6-6-6764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23.410"/>
    </inkml:context>
    <inkml:brush xml:id="br0">
      <inkml:brushProperty name="width" value="0.05" units="cm"/>
      <inkml:brushProperty name="height" value="0.05" units="cm"/>
    </inkml:brush>
  </inkml:definitions>
  <inkml:trace contextRef="#ctx0" brushRef="#br0">1 1 24575,'4'0'0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25.618"/>
    </inkml:context>
    <inkml:brush xml:id="br0">
      <inkml:brushProperty name="width" value="0.05" units="cm"/>
      <inkml:brushProperty name="height" value="0.05" units="cm"/>
    </inkml:brush>
  </inkml:definitions>
  <inkml:trace contextRef="#ctx0" brushRef="#br0">14 1 24575,'-7'65'0,"5"-55"0,0 0 0,1 1 0,0 0 0,0-1 0,1 1 0,1-1 0,2 12 0,21 84 0,-9-48 0,8 72 0,-23-127 0,2 20 0,1 0 0,1 0 0,1 0 0,10 27 0,-14-47 0,1-1 0,-1 1 0,1-1 0,-1 0 0,1 0 0,0 0 0,0 0 0,0 0 0,0-1 0,1 1 0,-1 0 0,0-1 0,1 0 0,-1 1 0,1-1 0,-1 0 0,1 0 0,-1-1 0,1 1 0,0 0 0,0-1 0,-1 0 0,1 1 0,0-1 0,-1 0 0,4-1 0,11 0 0,-1-1 0,0-1 0,23-7 0,5 0 0,26-3 0,-47 7 0,1 2 0,36-2 0,-19 3 0,48-10 0,-18 3 0,55-14 0,-75 12 0,24-1 0,17-2 0,-33 4 0,-7 3 0,-6 1 0,82-3 0,929 11 0,-1026 1 0,-1 1 0,1 2 0,39 10 0,-39-7 0,-1-2 0,1-1 0,41 2 0,-45-7 0,6 0 0,50-5 0,-74 4 0,0 0 0,0-1 0,0-1 0,0 0 0,-1 0 0,1 0 0,-1-1 0,0 0 0,0-1 0,11-7 0,-17 10 0,0 0 0,0-1 0,0 1 0,0 0 0,0-1 0,-1 0 0,1 1 0,-1-1 0,1 0 0,-1 0 0,0 0 0,0 0 0,-1 0 0,1 0 0,0 0 0,-1 0 0,0 0 0,0 0 0,0-3 0,-1-9 0,0 0 0,-7-27 0,-1-10 0,7 20 0,-1-1 0,-9-38 0,8 40 0,5 26 0,-2 1 0,1-1 0,0 0 0,-1 0 0,0 1 0,0-1 0,0 1 0,-1-1 0,0 1 0,1-1 0,-1 1 0,-4-6 0,5 10-27,0-1-1,0 1 0,0 0 1,0-1-1,0 1 1,0 0-1,0 0 1,0-1-1,0 1 0,0 0 1,0 0-1,0 0 1,0 0-1,0 1 0,0-1 1,0 0-1,0 0 1,0 1-1,0-1 0,0 0 1,0 1-1,0-1 1,0 1-1,0-1 0,1 1 1,-1 0-1,0-1 1,-1 2-1,-1 0-537,-8 6-6261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36.928"/>
    </inkml:context>
    <inkml:brush xml:id="br0">
      <inkml:brushProperty name="width" value="0.05" units="cm"/>
      <inkml:brushProperty name="height" value="0.05" units="cm"/>
    </inkml:brush>
  </inkml:definitions>
  <inkml:trace contextRef="#ctx0" brushRef="#br0">811 182 24575,'1'-9'0,"-2"0"0,1 0 0,-1 0 0,-1 0 0,1 1 0,-2-1 0,1 0 0,-1 1 0,0-1 0,-1 1 0,-4-8 0,4 11 0,0 0 0,0 1 0,0-1 0,0 1 0,0 0 0,-1 0 0,0 0 0,0 1 0,0-1 0,0 1 0,0 0 0,-1 1 0,0-1 0,1 1 0,-1 0 0,0 1 0,-8-2 0,-1 0 0,1 1 0,-1 0 0,0 1 0,1 0 0,-1 2 0,0-1 0,0 2 0,1 0 0,-1 1 0,1 0 0,-1 1 0,1 1 0,1 0 0,-1 1 0,1 0 0,0 1 0,-14 10 0,-95 67 0,-81 60 0,195-136 0,0-1 0,0 1 0,1 1 0,0 0 0,0 0 0,1 0 0,0 1 0,1-1 0,0 1 0,0 1 0,1-1 0,0 1 0,1-1 0,1 1 0,-1 0 0,2 0 0,-1 1 0,2-1 0,-1 0 0,4 22 0,-2-16 0,2-1 0,0 0 0,1 1 0,0-2 0,1 1 0,1 0 0,1-1 0,0 0 0,1-1 0,0 0 0,1 0 0,1 0 0,19 20 0,-26-31 0,0-1 0,0 0 0,0 0 0,0 0 0,0 0 0,1 0 0,-1-1 0,1 1 0,-1-1 0,1 0 0,-1 0 0,1 0 0,0-1 0,0 1 0,-1-1 0,1 0 0,0 0 0,0 0 0,-1 0 0,1-1 0,0 0 0,-1 0 0,1 0 0,-1 0 0,7-3 0,9-4 0,-1-2 0,0 0 0,28-21 0,-15 9 0,-2 4 0,27-18 0,52-43 0,-92 66 0,-1 0 0,-1-2 0,-1 1 0,0-2 0,0 0 0,-2 0 0,18-33 0,-20 29 0,2-1 0,-1-1 0,-1 0 0,10-37 0,-17 46 0,0 1 0,0 0 0,1 0 0,1 0 0,-1 1 0,2-1 0,0 1 0,10-18 0,-15 29 0,1 0 0,-1 0 0,0-1 0,0 1 0,0 0 0,0 0 0,1 0 0,-1 0 0,0 0 0,0 0 0,0 0 0,1 0 0,-1 0 0,0 0 0,0 0 0,0 0 0,1 0 0,-1 0 0,0 0 0,0 0 0,0 0 0,0 0 0,1 0 0,-1 1 0,0-1 0,0 0 0,0 0 0,0 0 0,1 0 0,-1 0 0,0 0 0,0 0 0,0 1 0,0-1 0,0 0 0,1 0 0,-1 0 0,0 0 0,0 1 0,0-1 0,0 0 0,0 0 0,0 0 0,0 1 0,0-1 0,0 0 0,0 0 0,0 0 0,0 1 0,0-1 0,0 0 0,0 0 0,0 0 0,0 0 0,0 1 0,0-1 0,0 0 0,0 0 0,0 0 0,0 1 0,0-1 0,0 0 0,-1 0 0,1 0 0,0 0 0,0 1 0,-1 15 0,-43 137 0,32-121 0,1 1 0,2 0 0,2 0 0,1 1 0,-3 53 0,8-68 0,2 0 0,0 0 0,8 38 0,-7-51 0,0 0 0,0 1 0,0-2 0,1 1 0,0 0 0,0-1 0,1 1 0,0-1 0,0 0 0,0 0 0,0 0 0,1-1 0,-1 1 0,1-1 0,10 6 0,-6-4 0,0-1 0,0 0 0,1 0 0,0-1 0,0 0 0,0 0 0,0-1 0,22 3 0,-26-6 0,0 0 0,0 0 0,1 0 0,-1-1 0,0 0 0,0 0 0,0-1 0,0 0 0,0 0 0,0 0 0,0-1 0,-1 0 0,1 0 0,-1 0 0,0-1 0,8-6 0,9-9-112,72-65-1141,-82 71-5573</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38.178"/>
    </inkml:context>
    <inkml:brush xml:id="br0">
      <inkml:brushProperty name="width" value="0.05" units="cm"/>
      <inkml:brushProperty name="height" value="0.05" units="cm"/>
    </inkml:brush>
  </inkml:definitions>
  <inkml:trace contextRef="#ctx0" brushRef="#br0">0 1 24575,'3'0'0,"-1"1"0,1 0 0,-1 0 0,1 0 0,-1 0 0,0 1 0,0-1 0,1 0 0,-1 1 0,0 0 0,0-1 0,0 1 0,-1 0 0,1 0 0,0 0 0,-1 0 0,1 1 0,-1-1 0,0 0 0,0 1 0,2 2 0,19 54 0,7 88 0,-7-28 0,-22-118 0,7 27 0,0-1 0,12 28 0,-17-48 0,1-1 0,0-1 0,0 1 0,0 0 0,0-1 0,1 1 0,0-1 0,0 0 0,1 0 0,-1-1 0,1 1 0,0-1 0,0 0 0,1-1 0,7 5 0,-11-7 0,0 0 0,0-1 0,1 1 0,-1-1 0,0 0 0,0 0 0,0 1 0,1-2 0,-1 1 0,0 0 0,0 0 0,0-1 0,1 1 0,-1-1 0,0 1 0,0-1 0,0 0 0,0 0 0,0 0 0,0 0 0,0 0 0,0-1 0,-1 1 0,1 0 0,0-1 0,-1 1 0,1-1 0,1-2 0,5-7 0,0 0 0,0 0 0,10-21 0,-3 5 0,156-251 0,-156 254-94,-5 9-224,0 0 1,-2-1-1,9-20 0,-12 20-6508</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39.915"/>
    </inkml:context>
    <inkml:brush xml:id="br0">
      <inkml:brushProperty name="width" value="0.05" units="cm"/>
      <inkml:brushProperty name="height" value="0.05" units="cm"/>
    </inkml:brush>
  </inkml:definitions>
  <inkml:trace contextRef="#ctx0" brushRef="#br0">403 349 24575,'2'-81'0,"-5"-90"0,3 167 0,0-1 0,-1 1 0,0 0 0,0-1 0,0 1 0,0 0 0,-1 0 0,1 0 0,-1 0 0,0 0 0,-1 0 0,1 1 0,-1-1 0,1 1 0,-1-1 0,0 1 0,0 0 0,-1 0 0,1 1 0,0-1 0,-1 1 0,0-1 0,0 1 0,1 0 0,-1 0 0,0 1 0,-1-1 0,1 1 0,0 0 0,0 0 0,-1 0 0,1 1 0,-7-1 0,2 1 0,0 0 0,0 1 0,0 0 0,0 0 0,0 1 0,1 0 0,-1 0 0,1 1 0,-1 0 0,1 1 0,0 0 0,0 0 0,0 1 0,1 0 0,-11 9 0,0 3 0,0 0 0,2 1 0,0 0 0,1 2 0,1 0 0,1 0 0,-16 34 0,26-47 0,0 1 0,0-1 0,1 1 0,0 0 0,1 0 0,0 0 0,0 0 0,0 0 0,1 0 0,0 0 0,1 1 0,0-1 0,0 0 0,1 0 0,0-1 0,0 1 0,1 0 0,0-1 0,0 1 0,1-1 0,0 0 0,0 0 0,0 0 0,1-1 0,0 1 0,8 6 0,-10-10 0,0-1 0,1 1 0,-1-1 0,1 0 0,0 0 0,0 0 0,0 0 0,0-1 0,0 1 0,0-1 0,0 0 0,0 0 0,1-1 0,-1 1 0,0-1 0,1 0 0,-1 0 0,0 0 0,0-1 0,1 1 0,-1-1 0,0 0 0,0 0 0,0-1 0,0 1 0,7-5 0,12-5 0,-1-1 0,0 0 0,27-22 0,-36 25 0,-2 2 0,1-1 0,-1 0 0,0-1 0,-1 0 0,0-1 0,0 0 0,-1-1 0,-1 0 0,0 0 0,0-1 0,8-18 0,-15 29 0,-1-1 0,1 1 0,-1-1 0,1 1 0,-1-1 0,1 1 0,0-1 0,-1 1 0,1 0 0,0-1 0,0 1 0,0 0 0,0 0 0,0 0 0,1 0 0,1-1 0,-3 2 0,1 0 0,-1 0 0,1 1 0,-1-1 0,1 0 0,-1 1 0,1-1 0,-1 0 0,0 1 0,1-1 0,-1 1 0,1-1 0,-1 0 0,0 1 0,1-1 0,-1 1 0,0-1 0,0 1 0,1 0 0,-1-1 0,0 1 0,0-1 0,0 1 0,0-1 0,0 1 0,0 0 0,0 0 0,6 57 0,-7 353 0,-1-383 0,-10 57 0,7-56 0,-3 55 0,8-59 0,-2 1 0,0-1 0,-8 35 0,6-36 0,1 0 0,1 0 0,2 37 0,-2 21 0,2-80 0,0 0 0,0 0 0,0 1 0,-1-1 0,1 0 0,-1 0 0,1 0 0,-1 1 0,0-1 0,0 0 0,0 0 0,0 0 0,0-1 0,0 1 0,-1 0 0,1 0 0,-1 0 0,1-1 0,-1 1 0,0-1 0,1 1 0,-4 0 0,2 0 0,1-1 0,-1-1 0,0 1 0,-1 0 0,1-1 0,0 1 0,0-1 0,0 0 0,0 0 0,0 0 0,0-1 0,0 1 0,0-1 0,-4-1 0,-3-1 0,-1-1 0,1 0 0,0-1 0,0 0 0,1 0 0,0-1 0,0 0 0,-9-8 0,-22-20 0,28 24 0,0 0 0,0-1 0,-12-15 0,20 20 0,0 1 0,1-1 0,0 1 0,0-1 0,0 0 0,1 0 0,0-1 0,0 1 0,0 0 0,1-1 0,-1-9 0,-1-10 0,1 0 0,2-1 0,3-29 0,-3 50 0,1-1 0,1 0 0,-1 1 0,1-1 0,0 1 0,0 0 0,1 0 0,0-1 0,0 1 0,0 1 0,1-1 0,0 1 0,0-1 0,0 1 0,1 0 0,0 0 0,9-6 0,11-4 0,1 0 0,1 3 0,0 0 0,30-8 0,41-18 0,-80 32 0,1 1 0,0 1 0,0 1 0,0 0 0,0 2 0,1 0 0,-1 1 0,29 4 0,12-2 0,-46-2-170,0 2-1,0 0 0,-1 0 1,1 1-1,-1 1 0,1 0 1,13 7-1,-13-4-6655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3.361"/>
    </inkml:context>
    <inkml:brush xml:id="br0">
      <inkml:brushProperty name="width" value="0.05" units="cm"/>
      <inkml:brushProperty name="height" value="0.05" units="cm"/>
    </inkml:brush>
  </inkml:definitions>
  <inkml:trace contextRef="#ctx0" brushRef="#br0">1 0 24575,'0'403'-1365,"0"-381"-5461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3.974"/>
    </inkml:context>
    <inkml:brush xml:id="br0">
      <inkml:brushProperty name="width" value="0.05" units="cm"/>
      <inkml:brushProperty name="height" value="0.05" units="cm"/>
    </inkml:brush>
  </inkml:definitions>
  <inkml:trace contextRef="#ctx0" brushRef="#br0">1 0 24575,'0'19'0,"0"15"0,0 0 0,3 1 0,10 55 0,-8-64 0,-1 1 0,0 34 0,-3-33 0,1 0 0,7 29 0,-5-37-1365,-1-2-5461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5.133"/>
    </inkml:context>
    <inkml:brush xml:id="br0">
      <inkml:brushProperty name="width" value="0.05" units="cm"/>
      <inkml:brushProperty name="height" value="0.05" units="cm"/>
    </inkml:brush>
  </inkml:definitions>
  <inkml:trace contextRef="#ctx0" brushRef="#br0">1 1 24575,'6'0'0,"0"1"0,0 0 0,1 0 0,-1 1 0,0 0 0,0 0 0,0 0 0,-1 1 0,1 0 0,7 5 0,56 43 0,-29-20 0,2-2 0,-15-11 0,0 2 0,42 39 0,-41-30 0,-15-13 0,2-2 0,-1 0 0,32 23 0,-38-31 0,0 1 0,0 0 0,-1 0 0,0 0 0,-1 1 0,7 9 0,-7-8 0,1-1 0,-1 0 0,2 0 0,-1-1 0,12 9 0,-17-15 0,-1 0 0,1 0 0,0 0 0,0-1 0,0 1 0,0-1 0,0 0 0,0 0 0,0 1 0,0-1 0,0 0 0,0-1 0,0 1 0,0 0 0,0 0 0,0-1 0,0 0 0,0 1 0,0-1 0,-1 0 0,1 0 0,2-1 0,45-30 0,-29 17 0,29-18 0,-1-1 0,80-76 0,-28 35 0,-13 12-1365,-74 54-5461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6.616"/>
    </inkml:context>
    <inkml:brush xml:id="br0">
      <inkml:brushProperty name="width" value="0.05" units="cm"/>
      <inkml:brushProperty name="height" value="0.05" units="cm"/>
    </inkml:brush>
  </inkml:definitions>
  <inkml:trace contextRef="#ctx0" brushRef="#br0">282 1 24575,'-6'0'0,"-6"0"0,1 0 0,-1 0 0,0 2 0,0-1 0,-19 6 0,27-6 0,1 1 0,0-1 0,0 1 0,-1 0 0,1 0 0,1 0 0,-1 0 0,0 0 0,0 1 0,1-1 0,0 1 0,-1 0 0,1 0 0,0 0 0,0 0 0,1 0 0,-1 0 0,1 0 0,-1 1 0,1-1 0,0 0 0,0 1 0,0 5 0,-3 24 0,1-1 0,3 1 0,0-1 0,6 38 0,-4-55 0,2-1 0,0 1 0,0 0 0,2-1 0,10 22 0,-9-21 0,0 1 0,-1 0 0,0 0 0,3 18 0,3 26 0,-6-33 0,-1 1 0,2 53 0,-7-63 0,0 12 0,1 1 0,1 0 0,9 46 0,-9-71 0,-1 0 0,0 0 0,0 0 0,0 0 0,-1 1 0,0-1 0,0 0 0,-1 0 0,1 0 0,-2 0 0,1 1 0,0-1 0,-1-1 0,-3 8 0,3-10 0,0 1 0,-1-1 0,1 0 0,-1 0 0,0 0 0,1 0 0,-1-1 0,-1 1 0,1-1 0,0 0 0,-1 1 0,1-2 0,-1 1 0,1 0 0,-1-1 0,0 1 0,0-1 0,0 0 0,1-1 0,-1 1 0,0 0 0,-7-1 0,1 1-83,-5 0 126,1 0 0,0-1-1,0-1 1,-17-2 0,28 2-99,0 1 1,0-1 0,0 0-1,1 0 1,-1 0-1,0 0 1,1 0 0,-1 0-1,1-1 1,-1 1-1,1-1 1,0 0 0,0 0-1,-1 0 1,1 0-1,1 0 1,-1 0 0,0 0-1,0-1 1,1 1-1,-1 0 1,1-1 0,0 0-1,0 1 1,0-1-1,-1-5 1,-1-10-6771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7.275"/>
    </inkml:context>
    <inkml:brush xml:id="br0">
      <inkml:brushProperty name="width" value="0.05" units="cm"/>
      <inkml:brushProperty name="height" value="0.05" units="cm"/>
    </inkml:brush>
  </inkml:definitions>
  <inkml:trace contextRef="#ctx0" brushRef="#br0">1 28 24575,'0'-1'0,"1"0"0,-1-1 0,1 1 0,-1 0 0,1 0 0,-1 0 0,1 0 0,0 0 0,0 0 0,-1 0 0,1 1 0,0-1 0,0 0 0,0 0 0,0 1 0,0-1 0,0 0 0,0 1 0,0-1 0,0 1 0,0-1 0,1 1 0,-1 0 0,0-1 0,0 1 0,0 0 0,3 0 0,37-5 0,-36 5 0,302-3 64,-158 5-1493,-127-2-5397</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9.240"/>
    </inkml:context>
    <inkml:brush xml:id="br0">
      <inkml:brushProperty name="width" value="0.05" units="cm"/>
      <inkml:brushProperty name="height" value="0.05" units="cm"/>
    </inkml:brush>
  </inkml:definitions>
  <inkml:trace contextRef="#ctx0" brushRef="#br0">15 1 24575,'7'0'0,"6"0"0,-1 0 0,1 0 0,-1 2 0,23 4 0,-34-6 0,0 1 0,1-1 0,-1 1 0,0-1 0,1 1 0,-1-1 0,0 1 0,0 0 0,0 0 0,0 0 0,0 0 0,0 0 0,0 0 0,0 0 0,0 0 0,0 0 0,0 0 0,0 0 0,-1 1 0,2 1 0,-2-1 0,0 0 0,0 0 0,0 0 0,0 0 0,-1 1 0,1-1 0,0 0 0,-1 0 0,0 0 0,0 0 0,1-1 0,-1 1 0,0 0 0,0 0 0,-1 0 0,1-1 0,0 1 0,-3 2 0,-23 26 0,21-25 0,0 1 0,1 0 0,0 1 0,0-1 0,0 1 0,1 0 0,-4 8 0,-8 15 0,12-23 0,-1 0 0,2 1 0,-1 0 0,1-1 0,0 1 0,-3 13 0,6-19 0,0 0 0,0 0 0,0 0 0,0-1 0,1 1 0,-1 0 0,0 0 0,1 0 0,0-1 0,-1 1 0,1 0 0,0 0 0,0-1 0,0 1 0,0-1 0,0 1 0,0-1 0,0 1 0,0-1 0,1 0 0,-1 1 0,0-1 0,1 0 0,-1 0 0,1 0 0,0 0 0,-1 0 0,1-1 0,0 1 0,-1 0 0,1-1 0,0 1 0,0-1 0,0 1 0,2-1 0,3 2 0,1-1 0,-1 1 0,1-1 0,-1-1 0,1 0 0,-1 0 0,1 0 0,-1-1 0,1 0 0,-1 0 0,1-1 0,-1 0 0,10-4 0,-12 4 0,-1 0 0,0-1 0,0 1 0,-1-1 0,1 0 0,-1 0 0,1 0 0,-1 0 0,0-1 0,0 1 0,0-1 0,0 0 0,-1 1 0,0-2 0,0 1 0,0 0 0,0 0 0,0 0 0,-1-1 0,0 1 0,0-1 0,0 1 0,0-6 0,0-38-1365,-1 26-5461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7:00.228"/>
    </inkml:context>
    <inkml:brush xml:id="br0">
      <inkml:brushProperty name="width" value="0.05" units="cm"/>
      <inkml:brushProperty name="height" value="0.05" units="cm"/>
    </inkml:brush>
  </inkml:definitions>
  <inkml:trace contextRef="#ctx0" brushRef="#br0">1 30 24575,'4'0'0,"6"0"0,1-4 0,-5-2 0,-5-4 0,-1 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5"/>
          <p:cNvSpPr txBox="1">
            <a:spLocks noGrp="1"/>
          </p:cNvSpPr>
          <p:nvPr>
            <p:ph type="ctrTitle"/>
          </p:nvPr>
        </p:nvSpPr>
        <p:spPr>
          <a:xfrm>
            <a:off x="1524000" y="1122363"/>
            <a:ext cx="9144000" cy="23876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6000"/>
              <a:buFont typeface="Arial"/>
              <a:buNone/>
              <a:defRPr sz="6000" b="0" i="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5"/>
          <p:cNvSpPr txBox="1">
            <a:spLocks noGrp="1"/>
          </p:cNvSpPr>
          <p:nvPr>
            <p:ph type="subTitle" idx="1"/>
          </p:nvPr>
        </p:nvSpPr>
        <p:spPr>
          <a:xfrm>
            <a:off x="1524000" y="3602038"/>
            <a:ext cx="9144000" cy="1655762"/>
          </a:xfrm>
          <a:prstGeom prst="rect">
            <a:avLst/>
          </a:prstGeom>
          <a:noFill/>
          <a:ln>
            <a:noFill/>
          </a:ln>
        </p:spPr>
        <p:txBody>
          <a:bodyPr spcFirstLastPara="1" wrap="square" lIns="109725" tIns="109725" rIns="109725" bIns="91425" anchor="t" anchorCtr="0">
            <a:noAutofit/>
          </a:bodyPr>
          <a:lstStyle>
            <a:lvl1pPr lvl="0" algn="l">
              <a:lnSpc>
                <a:spcPct val="110000"/>
              </a:lnSpc>
              <a:spcBef>
                <a:spcPts val="1000"/>
              </a:spcBef>
              <a:spcAft>
                <a:spcPts val="0"/>
              </a:spcAft>
              <a:buClr>
                <a:schemeClr val="dk1"/>
              </a:buClr>
              <a:buSzPts val="2400"/>
              <a:buNone/>
              <a:defRPr sz="2400"/>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5"/>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5"/>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5"/>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1" name="Google Shape;21;p5"/>
          <p:cNvCxnSpPr/>
          <p:nvPr/>
        </p:nvCxnSpPr>
        <p:spPr>
          <a:xfrm>
            <a:off x="715890" y="1114050"/>
            <a:ext cx="0" cy="5735637"/>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6"/>
          <p:cNvSpPr txBox="1">
            <a:spLocks noGrp="1"/>
          </p:cNvSpPr>
          <p:nvPr>
            <p:ph type="body" idx="1"/>
          </p:nvPr>
        </p:nvSpPr>
        <p:spPr>
          <a:xfrm>
            <a:off x="838200" y="1825625"/>
            <a:ext cx="10515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6"/>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6"/>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8" name="Google Shape;28;p6"/>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831850" y="1709738"/>
            <a:ext cx="10515600" cy="2852737"/>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6000"/>
              <a:buFont typeface="Arial"/>
              <a:buNone/>
              <a:defRPr sz="6000" b="1" i="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
          <p:cNvSpPr txBox="1">
            <a:spLocks noGrp="1"/>
          </p:cNvSpPr>
          <p:nvPr>
            <p:ph type="body" idx="1"/>
          </p:nvPr>
        </p:nvSpPr>
        <p:spPr>
          <a:xfrm>
            <a:off x="831850" y="4589463"/>
            <a:ext cx="10515600" cy="1500187"/>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rgbClr val="888888"/>
              </a:buClr>
              <a:buSzPts val="2400"/>
              <a:buNone/>
              <a:defRPr sz="2400">
                <a:solidFill>
                  <a:srgbClr val="888888"/>
                </a:solidFill>
              </a:defRPr>
            </a:lvl1pPr>
            <a:lvl2pPr marL="914400" lvl="1" indent="-228600" algn="l">
              <a:lnSpc>
                <a:spcPct val="110000"/>
              </a:lnSpc>
              <a:spcBef>
                <a:spcPts val="500"/>
              </a:spcBef>
              <a:spcAft>
                <a:spcPts val="0"/>
              </a:spcAft>
              <a:buClr>
                <a:srgbClr val="888888"/>
              </a:buClr>
              <a:buSzPts val="2000"/>
              <a:buNone/>
              <a:defRPr sz="2000">
                <a:solidFill>
                  <a:srgbClr val="888888"/>
                </a:solidFill>
              </a:defRPr>
            </a:lvl2pPr>
            <a:lvl3pPr marL="1371600" lvl="2" indent="-228600" algn="l">
              <a:lnSpc>
                <a:spcPct val="110000"/>
              </a:lnSpc>
              <a:spcBef>
                <a:spcPts val="500"/>
              </a:spcBef>
              <a:spcAft>
                <a:spcPts val="0"/>
              </a:spcAft>
              <a:buClr>
                <a:srgbClr val="888888"/>
              </a:buClr>
              <a:buSzPts val="1800"/>
              <a:buNone/>
              <a:defRPr sz="1800">
                <a:solidFill>
                  <a:srgbClr val="888888"/>
                </a:solidFill>
              </a:defRPr>
            </a:lvl3pPr>
            <a:lvl4pPr marL="1828800" lvl="3" indent="-228600" algn="l">
              <a:lnSpc>
                <a:spcPct val="110000"/>
              </a:lnSpc>
              <a:spcBef>
                <a:spcPts val="500"/>
              </a:spcBef>
              <a:spcAft>
                <a:spcPts val="0"/>
              </a:spcAft>
              <a:buClr>
                <a:srgbClr val="888888"/>
              </a:buClr>
              <a:buSzPts val="1600"/>
              <a:buNone/>
              <a:defRPr sz="1600">
                <a:solidFill>
                  <a:srgbClr val="888888"/>
                </a:solidFill>
              </a:defRPr>
            </a:lvl4pPr>
            <a:lvl5pPr marL="2286000" lvl="4" indent="-228600" algn="l">
              <a:lnSpc>
                <a:spcPct val="11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7"/>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7"/>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35" name="Google Shape;35;p7"/>
          <p:cNvCxnSpPr/>
          <p:nvPr/>
        </p:nvCxnSpPr>
        <p:spPr>
          <a:xfrm>
            <a:off x="715890" y="1701425"/>
            <a:ext cx="0" cy="5148262"/>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body" idx="1"/>
          </p:nvPr>
        </p:nvSpPr>
        <p:spPr>
          <a:xfrm>
            <a:off x="838200" y="1825625"/>
            <a:ext cx="5181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8"/>
          <p:cNvSpPr txBox="1">
            <a:spLocks noGrp="1"/>
          </p:cNvSpPr>
          <p:nvPr>
            <p:ph type="body" idx="2"/>
          </p:nvPr>
        </p:nvSpPr>
        <p:spPr>
          <a:xfrm>
            <a:off x="6172200" y="1825625"/>
            <a:ext cx="5181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8"/>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8"/>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43" name="Google Shape;43;p8"/>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839788"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9"/>
          <p:cNvSpPr txBox="1">
            <a:spLocks noGrp="1"/>
          </p:cNvSpPr>
          <p:nvPr>
            <p:ph type="body" idx="1"/>
          </p:nvPr>
        </p:nvSpPr>
        <p:spPr>
          <a:xfrm>
            <a:off x="839788" y="1681163"/>
            <a:ext cx="5157787" cy="823912"/>
          </a:xfrm>
          <a:prstGeom prst="rect">
            <a:avLst/>
          </a:prstGeom>
          <a:noFill/>
          <a:ln>
            <a:noFill/>
          </a:ln>
        </p:spPr>
        <p:txBody>
          <a:bodyPr spcFirstLastPara="1" wrap="square" lIns="109725" tIns="109725" rIns="109725" bIns="91425" anchor="b" anchorCtr="0">
            <a:noAutofit/>
          </a:bodyPr>
          <a:lstStyle>
            <a:lvl1pPr marL="457200" lvl="0" indent="-228600" algn="l">
              <a:lnSpc>
                <a:spcPct val="110000"/>
              </a:lnSpc>
              <a:spcBef>
                <a:spcPts val="1000"/>
              </a:spcBef>
              <a:spcAft>
                <a:spcPts val="0"/>
              </a:spcAft>
              <a:buClr>
                <a:schemeClr val="dk1"/>
              </a:buClr>
              <a:buSzPts val="2400"/>
              <a:buNone/>
              <a:defRPr sz="2400" b="1"/>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9"/>
          <p:cNvSpPr txBox="1">
            <a:spLocks noGrp="1"/>
          </p:cNvSpPr>
          <p:nvPr>
            <p:ph type="body" idx="2"/>
          </p:nvPr>
        </p:nvSpPr>
        <p:spPr>
          <a:xfrm>
            <a:off x="839788" y="2505075"/>
            <a:ext cx="5157787" cy="368458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9"/>
          <p:cNvSpPr txBox="1">
            <a:spLocks noGrp="1"/>
          </p:cNvSpPr>
          <p:nvPr>
            <p:ph type="body" idx="3"/>
          </p:nvPr>
        </p:nvSpPr>
        <p:spPr>
          <a:xfrm>
            <a:off x="6172200" y="1681163"/>
            <a:ext cx="5183188" cy="823912"/>
          </a:xfrm>
          <a:prstGeom prst="rect">
            <a:avLst/>
          </a:prstGeom>
          <a:noFill/>
          <a:ln>
            <a:noFill/>
          </a:ln>
        </p:spPr>
        <p:txBody>
          <a:bodyPr spcFirstLastPara="1" wrap="square" lIns="109725" tIns="109725" rIns="109725" bIns="91425" anchor="b" anchorCtr="0">
            <a:noAutofit/>
          </a:bodyPr>
          <a:lstStyle>
            <a:lvl1pPr marL="457200" lvl="0" indent="-228600" algn="l">
              <a:lnSpc>
                <a:spcPct val="110000"/>
              </a:lnSpc>
              <a:spcBef>
                <a:spcPts val="1000"/>
              </a:spcBef>
              <a:spcAft>
                <a:spcPts val="0"/>
              </a:spcAft>
              <a:buClr>
                <a:schemeClr val="dk1"/>
              </a:buClr>
              <a:buSzPts val="2400"/>
              <a:buNone/>
              <a:defRPr sz="2400" b="1"/>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9"/>
          <p:cNvSpPr txBox="1">
            <a:spLocks noGrp="1"/>
          </p:cNvSpPr>
          <p:nvPr>
            <p:ph type="body" idx="4"/>
          </p:nvPr>
        </p:nvSpPr>
        <p:spPr>
          <a:xfrm>
            <a:off x="6172200" y="2505075"/>
            <a:ext cx="5183188" cy="368458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9"/>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9"/>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53" name="Google Shape;53;p9"/>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0"/>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0"/>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59" name="Google Shape;59;p10"/>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1"/>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1"/>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64" name="Google Shape;64;p11"/>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2"/>
          <p:cNvSpPr txBox="1">
            <a:spLocks noGrp="1"/>
          </p:cNvSpPr>
          <p:nvPr>
            <p:ph type="title"/>
          </p:nvPr>
        </p:nvSpPr>
        <p:spPr>
          <a:xfrm>
            <a:off x="839788" y="457200"/>
            <a:ext cx="3932237" cy="16002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2"/>
          <p:cNvSpPr txBox="1">
            <a:spLocks noGrp="1"/>
          </p:cNvSpPr>
          <p:nvPr>
            <p:ph type="body" idx="1"/>
          </p:nvPr>
        </p:nvSpPr>
        <p:spPr>
          <a:xfrm>
            <a:off x="5183188" y="987425"/>
            <a:ext cx="6172200" cy="4873625"/>
          </a:xfrm>
          <a:prstGeom prst="rect">
            <a:avLst/>
          </a:prstGeom>
          <a:noFill/>
          <a:ln>
            <a:noFill/>
          </a:ln>
        </p:spPr>
        <p:txBody>
          <a:bodyPr spcFirstLastPara="1" wrap="square" lIns="109725" tIns="109725" rIns="109725" bIns="91425" anchor="t" anchorCtr="0">
            <a:noAutofit/>
          </a:bodyPr>
          <a:lstStyle>
            <a:lvl1pPr marL="457200" lvl="0" indent="-431800" algn="l">
              <a:lnSpc>
                <a:spcPct val="110000"/>
              </a:lnSpc>
              <a:spcBef>
                <a:spcPts val="1000"/>
              </a:spcBef>
              <a:spcAft>
                <a:spcPts val="0"/>
              </a:spcAft>
              <a:buClr>
                <a:schemeClr val="dk1"/>
              </a:buClr>
              <a:buSzPts val="3200"/>
              <a:buChar char="•"/>
              <a:defRPr sz="3200"/>
            </a:lvl1pPr>
            <a:lvl2pPr marL="914400" lvl="1" indent="-406400" algn="l">
              <a:lnSpc>
                <a:spcPct val="110000"/>
              </a:lnSpc>
              <a:spcBef>
                <a:spcPts val="500"/>
              </a:spcBef>
              <a:spcAft>
                <a:spcPts val="0"/>
              </a:spcAft>
              <a:buClr>
                <a:schemeClr val="dk1"/>
              </a:buClr>
              <a:buSzPts val="2800"/>
              <a:buChar char="•"/>
              <a:defRPr sz="2800"/>
            </a:lvl2pPr>
            <a:lvl3pPr marL="1371600" lvl="2" indent="-381000" algn="l">
              <a:lnSpc>
                <a:spcPct val="110000"/>
              </a:lnSpc>
              <a:spcBef>
                <a:spcPts val="500"/>
              </a:spcBef>
              <a:spcAft>
                <a:spcPts val="0"/>
              </a:spcAft>
              <a:buClr>
                <a:schemeClr val="dk1"/>
              </a:buClr>
              <a:buSzPts val="2400"/>
              <a:buChar char="•"/>
              <a:defRPr sz="2400"/>
            </a:lvl3pPr>
            <a:lvl4pPr marL="1828800" lvl="3" indent="-355600" algn="l">
              <a:lnSpc>
                <a:spcPct val="110000"/>
              </a:lnSpc>
              <a:spcBef>
                <a:spcPts val="500"/>
              </a:spcBef>
              <a:spcAft>
                <a:spcPts val="0"/>
              </a:spcAft>
              <a:buClr>
                <a:schemeClr val="dk1"/>
              </a:buClr>
              <a:buSzPts val="2000"/>
              <a:buChar char="•"/>
              <a:defRPr sz="2000"/>
            </a:lvl4pPr>
            <a:lvl5pPr marL="2286000" lvl="4" indent="-355600" algn="l">
              <a:lnSpc>
                <a:spcPct val="11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2"/>
          <p:cNvSpPr txBox="1">
            <a:spLocks noGrp="1"/>
          </p:cNvSpPr>
          <p:nvPr>
            <p:ph type="body" idx="2"/>
          </p:nvPr>
        </p:nvSpPr>
        <p:spPr>
          <a:xfrm>
            <a:off x="839788" y="2057400"/>
            <a:ext cx="3932237" cy="3811588"/>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chemeClr val="dk1"/>
              </a:buClr>
              <a:buSzPts val="1600"/>
              <a:buNone/>
              <a:defRPr sz="16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2"/>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2"/>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72" name="Google Shape;72;p12"/>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839788" y="457200"/>
            <a:ext cx="3932237" cy="16002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3"/>
          <p:cNvSpPr>
            <a:spLocks noGrp="1"/>
          </p:cNvSpPr>
          <p:nvPr>
            <p:ph type="pic" idx="2"/>
          </p:nvPr>
        </p:nvSpPr>
        <p:spPr>
          <a:xfrm>
            <a:off x="5183188" y="987425"/>
            <a:ext cx="6172200" cy="4873625"/>
          </a:xfrm>
          <a:prstGeom prst="rect">
            <a:avLst/>
          </a:prstGeom>
          <a:noFill/>
          <a:ln>
            <a:noFill/>
          </a:ln>
        </p:spPr>
      </p:sp>
      <p:sp>
        <p:nvSpPr>
          <p:cNvPr id="76" name="Google Shape;76;p13"/>
          <p:cNvSpPr txBox="1">
            <a:spLocks noGrp="1"/>
          </p:cNvSpPr>
          <p:nvPr>
            <p:ph type="body" idx="1"/>
          </p:nvPr>
        </p:nvSpPr>
        <p:spPr>
          <a:xfrm>
            <a:off x="839788" y="2057400"/>
            <a:ext cx="3932237" cy="3811588"/>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chemeClr val="dk1"/>
              </a:buClr>
              <a:buSzPts val="1600"/>
              <a:buNone/>
              <a:defRPr sz="16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3"/>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80" name="Google Shape;80;p13"/>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4"/>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4"/>
          <p:cNvSpPr txBox="1">
            <a:spLocks noGrp="1"/>
          </p:cNvSpPr>
          <p:nvPr>
            <p:ph type="body" idx="1"/>
          </p:nvPr>
        </p:nvSpPr>
        <p:spPr>
          <a:xfrm rot="5400000">
            <a:off x="3920331" y="-1256506"/>
            <a:ext cx="4351338" cy="10515600"/>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4"/>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4"/>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4"/>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87" name="Google Shape;87;p14"/>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5"/>
          <p:cNvSpPr txBox="1">
            <a:spLocks noGrp="1"/>
          </p:cNvSpPr>
          <p:nvPr>
            <p:ph type="title"/>
          </p:nvPr>
        </p:nvSpPr>
        <p:spPr>
          <a:xfrm rot="5400000">
            <a:off x="7133431" y="1956594"/>
            <a:ext cx="5811838" cy="2628900"/>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5"/>
          <p:cNvSpPr txBox="1">
            <a:spLocks noGrp="1"/>
          </p:cNvSpPr>
          <p:nvPr>
            <p:ph type="body" idx="1"/>
          </p:nvPr>
        </p:nvSpPr>
        <p:spPr>
          <a:xfrm rot="5400000">
            <a:off x="1799431" y="-596106"/>
            <a:ext cx="5811838" cy="7734300"/>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5"/>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5"/>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5"/>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94" name="Google Shape;94;p15"/>
          <p:cNvCxnSpPr/>
          <p:nvPr/>
        </p:nvCxnSpPr>
        <p:spPr>
          <a:xfrm rot="10800000" flipH="1">
            <a:off x="8313" y="261865"/>
            <a:ext cx="11353802" cy="1"/>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marR="0" lvl="0" algn="l" rtl="0">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109725" tIns="109725" rIns="109725" bIns="91425" anchor="t" anchorCtr="0">
            <a:noAutofit/>
          </a:bodyPr>
          <a:lstStyle>
            <a:lvl1pPr marL="457200" marR="0" lvl="0" indent="-406400" algn="l" rtl="0">
              <a:lnSpc>
                <a:spcPct val="11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11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11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emf"/><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3" Type="http://schemas.openxmlformats.org/officeDocument/2006/relationships/image" Target="../media/image7.png"/><Relationship Id="rId18" Type="http://schemas.openxmlformats.org/officeDocument/2006/relationships/image" Target="../media/image9.png"/><Relationship Id="rId26" Type="http://schemas.openxmlformats.org/officeDocument/2006/relationships/customXml" Target="../ink/ink16.xml"/><Relationship Id="rId39" Type="http://schemas.openxmlformats.org/officeDocument/2006/relationships/image" Target="../media/image19.png"/><Relationship Id="rId21" Type="http://schemas.openxmlformats.org/officeDocument/2006/relationships/customXml" Target="../ink/ink13.xml"/><Relationship Id="rId34" Type="http://schemas.openxmlformats.org/officeDocument/2006/relationships/customXml" Target="../ink/ink20.xml"/><Relationship Id="rId42" Type="http://schemas.openxmlformats.org/officeDocument/2006/relationships/customXml" Target="../ink/ink24.xml"/><Relationship Id="rId47" Type="http://schemas.openxmlformats.org/officeDocument/2006/relationships/image" Target="../media/image23.png"/><Relationship Id="rId7" Type="http://schemas.openxmlformats.org/officeDocument/2006/relationships/image" Target="../media/image50.png"/><Relationship Id="rId2" Type="http://schemas.openxmlformats.org/officeDocument/2006/relationships/image" Target="../media/image24.png"/><Relationship Id="rId16" Type="http://schemas.openxmlformats.org/officeDocument/2006/relationships/customXml" Target="../ink/ink10.xml"/><Relationship Id="rId29"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customXml" Target="../ink/ink4.xml"/><Relationship Id="rId11" Type="http://schemas.openxmlformats.org/officeDocument/2006/relationships/customXml" Target="../ink/ink7.xml"/><Relationship Id="rId24" Type="http://schemas.openxmlformats.org/officeDocument/2006/relationships/image" Target="../media/image12.png"/><Relationship Id="rId32" Type="http://schemas.openxmlformats.org/officeDocument/2006/relationships/customXml" Target="../ink/ink19.xml"/><Relationship Id="rId37" Type="http://schemas.openxmlformats.org/officeDocument/2006/relationships/image" Target="../media/image18.png"/><Relationship Id="rId40" Type="http://schemas.openxmlformats.org/officeDocument/2006/relationships/customXml" Target="../ink/ink23.xml"/><Relationship Id="rId45" Type="http://schemas.openxmlformats.org/officeDocument/2006/relationships/image" Target="../media/image22.png"/><Relationship Id="rId5" Type="http://schemas.openxmlformats.org/officeDocument/2006/relationships/image" Target="../media/image40.png"/><Relationship Id="rId15" Type="http://schemas.openxmlformats.org/officeDocument/2006/relationships/image" Target="../media/image8.png"/><Relationship Id="rId23" Type="http://schemas.openxmlformats.org/officeDocument/2006/relationships/customXml" Target="../ink/ink14.xml"/><Relationship Id="rId28" Type="http://schemas.openxmlformats.org/officeDocument/2006/relationships/customXml" Target="../ink/ink17.xml"/><Relationship Id="rId36" Type="http://schemas.openxmlformats.org/officeDocument/2006/relationships/customXml" Target="../ink/ink21.xml"/><Relationship Id="rId10" Type="http://schemas.openxmlformats.org/officeDocument/2006/relationships/customXml" Target="../ink/ink6.xml"/><Relationship Id="rId19" Type="http://schemas.openxmlformats.org/officeDocument/2006/relationships/customXml" Target="../ink/ink12.xml"/><Relationship Id="rId31" Type="http://schemas.openxmlformats.org/officeDocument/2006/relationships/image" Target="../media/image15.png"/><Relationship Id="rId44" Type="http://schemas.openxmlformats.org/officeDocument/2006/relationships/customXml" Target="../ink/ink25.xml"/><Relationship Id="rId4" Type="http://schemas.openxmlformats.org/officeDocument/2006/relationships/customXml" Target="../ink/ink3.xml"/><Relationship Id="rId9" Type="http://schemas.openxmlformats.org/officeDocument/2006/relationships/image" Target="../media/image6.png"/><Relationship Id="rId14" Type="http://schemas.openxmlformats.org/officeDocument/2006/relationships/customXml" Target="../ink/ink9.xml"/><Relationship Id="rId22" Type="http://schemas.openxmlformats.org/officeDocument/2006/relationships/image" Target="../media/image11.png"/><Relationship Id="rId27" Type="http://schemas.openxmlformats.org/officeDocument/2006/relationships/image" Target="../media/image13.png"/><Relationship Id="rId30" Type="http://schemas.openxmlformats.org/officeDocument/2006/relationships/customXml" Target="../ink/ink18.xml"/><Relationship Id="rId35" Type="http://schemas.openxmlformats.org/officeDocument/2006/relationships/image" Target="../media/image17.png"/><Relationship Id="rId43" Type="http://schemas.openxmlformats.org/officeDocument/2006/relationships/image" Target="../media/image21.png"/><Relationship Id="rId8" Type="http://schemas.openxmlformats.org/officeDocument/2006/relationships/customXml" Target="../ink/ink5.xml"/><Relationship Id="rId3" Type="http://schemas.openxmlformats.org/officeDocument/2006/relationships/image" Target="../media/image4.png"/><Relationship Id="rId12" Type="http://schemas.openxmlformats.org/officeDocument/2006/relationships/customXml" Target="../ink/ink8.xml"/><Relationship Id="rId17" Type="http://schemas.openxmlformats.org/officeDocument/2006/relationships/customXml" Target="../ink/ink11.xml"/><Relationship Id="rId25" Type="http://schemas.openxmlformats.org/officeDocument/2006/relationships/customXml" Target="../ink/ink15.xml"/><Relationship Id="rId33" Type="http://schemas.openxmlformats.org/officeDocument/2006/relationships/image" Target="../media/image16.png"/><Relationship Id="rId38" Type="http://schemas.openxmlformats.org/officeDocument/2006/relationships/customXml" Target="../ink/ink22.xml"/><Relationship Id="rId46" Type="http://schemas.openxmlformats.org/officeDocument/2006/relationships/customXml" Target="../ink/ink26.xml"/><Relationship Id="rId20" Type="http://schemas.openxmlformats.org/officeDocument/2006/relationships/image" Target="../media/image10.png"/><Relationship Id="rId41"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99" name="Google Shape;99;p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0" name="Google Shape;100;p1"/>
          <p:cNvSpPr/>
          <p:nvPr/>
        </p:nvSpPr>
        <p:spPr>
          <a:xfrm>
            <a:off x="8878" y="0"/>
            <a:ext cx="12192000" cy="6858000"/>
          </a:xfrm>
          <a:prstGeom prst="rect">
            <a:avLst/>
          </a:prstGeom>
          <a:gradFill>
            <a:gsLst>
              <a:gs pos="0">
                <a:schemeClr val="accent2"/>
              </a:gs>
              <a:gs pos="100000">
                <a:schemeClr val="accent4"/>
              </a:gs>
            </a:gsLst>
            <a:lin ang="189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Open Sans"/>
              <a:ea typeface="Open Sans"/>
              <a:cs typeface="Open Sans"/>
              <a:sym typeface="Open Sans"/>
            </a:endParaRPr>
          </a:p>
        </p:txBody>
      </p:sp>
      <p:sp>
        <p:nvSpPr>
          <p:cNvPr id="102" name="Google Shape;102;p1"/>
          <p:cNvSpPr txBox="1">
            <a:spLocks noGrp="1"/>
          </p:cNvSpPr>
          <p:nvPr>
            <p:ph type="ctrTitle"/>
          </p:nvPr>
        </p:nvSpPr>
        <p:spPr>
          <a:xfrm>
            <a:off x="1256275" y="2271449"/>
            <a:ext cx="9679449" cy="2847058"/>
          </a:xfrm>
          <a:prstGeom prst="rect">
            <a:avLst/>
          </a:prstGeom>
          <a:noFill/>
          <a:ln>
            <a:noFill/>
          </a:ln>
        </p:spPr>
        <p:txBody>
          <a:bodyPr spcFirstLastPara="1" wrap="square" lIns="109725" tIns="109725" rIns="109725" bIns="91425" anchor="b" anchorCtr="0">
            <a:normAutofit/>
          </a:bodyPr>
          <a:lstStyle/>
          <a:p>
            <a:pPr marL="0" lvl="0" indent="0" algn="l" rtl="0">
              <a:lnSpc>
                <a:spcPct val="110000"/>
              </a:lnSpc>
              <a:spcBef>
                <a:spcPts val="0"/>
              </a:spcBef>
              <a:spcAft>
                <a:spcPts val="0"/>
              </a:spcAft>
              <a:buClr>
                <a:srgbClr val="FFFFFF"/>
              </a:buClr>
              <a:buSzPts val="7200"/>
              <a:buFont typeface="Arial"/>
              <a:buNone/>
            </a:pPr>
            <a:r>
              <a:rPr lang="en-US" sz="7200" dirty="0" err="1">
                <a:solidFill>
                  <a:srgbClr val="FFFFFF"/>
                </a:solidFill>
              </a:rPr>
              <a:t>進捗報告</a:t>
            </a:r>
            <a:endParaRPr dirty="0"/>
          </a:p>
        </p:txBody>
      </p:sp>
      <p:sp>
        <p:nvSpPr>
          <p:cNvPr id="103" name="Google Shape;103;p1"/>
          <p:cNvSpPr txBox="1">
            <a:spLocks noGrp="1"/>
          </p:cNvSpPr>
          <p:nvPr>
            <p:ph type="subTitle" idx="1"/>
          </p:nvPr>
        </p:nvSpPr>
        <p:spPr>
          <a:xfrm>
            <a:off x="1256275" y="5098254"/>
            <a:ext cx="9679449" cy="750259"/>
          </a:xfrm>
          <a:prstGeom prst="rect">
            <a:avLst/>
          </a:prstGeom>
          <a:noFill/>
          <a:ln>
            <a:noFill/>
          </a:ln>
        </p:spPr>
        <p:txBody>
          <a:bodyPr spcFirstLastPara="1" wrap="square" lIns="109725" tIns="109725" rIns="109725" bIns="91425" anchor="ctr" anchorCtr="0">
            <a:normAutofit/>
          </a:bodyPr>
          <a:lstStyle/>
          <a:p>
            <a:pPr marL="0" lvl="0" indent="0" algn="l" rtl="0">
              <a:lnSpc>
                <a:spcPct val="110000"/>
              </a:lnSpc>
              <a:spcBef>
                <a:spcPts val="0"/>
              </a:spcBef>
              <a:spcAft>
                <a:spcPts val="0"/>
              </a:spcAft>
              <a:buClr>
                <a:srgbClr val="FFFFFF"/>
              </a:buClr>
              <a:buSzPts val="2400"/>
              <a:buNone/>
            </a:pPr>
            <a:r>
              <a:rPr lang="en-US" dirty="0">
                <a:solidFill>
                  <a:srgbClr val="FFFFFF"/>
                </a:solidFill>
              </a:rPr>
              <a:t>Al21120　三輪昇汰　2025/ 11/ 2</a:t>
            </a:r>
            <a:r>
              <a:rPr lang="en-US" altLang="ja-JP" dirty="0">
                <a:solidFill>
                  <a:srgbClr val="FFFFFF"/>
                </a:solidFill>
              </a:rPr>
              <a:t>8</a:t>
            </a:r>
            <a:endParaRPr dirty="0">
              <a:solidFill>
                <a:srgbClr val="FFFFFF"/>
              </a:solidFill>
            </a:endParaRPr>
          </a:p>
        </p:txBody>
      </p:sp>
      <p:cxnSp>
        <p:nvCxnSpPr>
          <p:cNvPr id="104" name="Google Shape;104;p1"/>
          <p:cNvCxnSpPr/>
          <p:nvPr/>
        </p:nvCxnSpPr>
        <p:spPr>
          <a:xfrm>
            <a:off x="8878" y="806470"/>
            <a:ext cx="8453437" cy="0"/>
          </a:xfrm>
          <a:prstGeom prst="straightConnector1">
            <a:avLst/>
          </a:prstGeom>
          <a:noFill/>
          <a:ln w="25400" cap="sq" cmpd="sng">
            <a:solidFill>
              <a:srgbClr val="FFFFFF"/>
            </a:solidFill>
            <a:prstDash val="solid"/>
            <a:bevel/>
            <a:headEnd type="none" w="sm" len="sm"/>
            <a:tailEnd type="none" w="sm" len="sm"/>
          </a:ln>
        </p:spPr>
      </p:cxnSp>
      <p:sp>
        <p:nvSpPr>
          <p:cNvPr id="105" name="Google Shape;105;p1"/>
          <p:cNvSpPr/>
          <p:nvPr/>
        </p:nvSpPr>
        <p:spPr>
          <a:xfrm>
            <a:off x="544954" y="2875093"/>
            <a:ext cx="139039" cy="139039"/>
          </a:xfrm>
          <a:custGeom>
            <a:avLst/>
            <a:gdLst/>
            <a:ahLst/>
            <a:cxnLst/>
            <a:rect l="l" t="t" r="r" b="b"/>
            <a:pathLst>
              <a:path w="139039" h="139039" extrusionOk="0">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6" name="Google Shape;106;p1"/>
          <p:cNvSpPr/>
          <p:nvPr/>
        </p:nvSpPr>
        <p:spPr>
          <a:xfrm>
            <a:off x="903734" y="3104388"/>
            <a:ext cx="91138" cy="91138"/>
          </a:xfrm>
          <a:custGeom>
            <a:avLst/>
            <a:gdLst/>
            <a:ahLst/>
            <a:cxnLst/>
            <a:rect l="l" t="t" r="r" b="b"/>
            <a:pathLst>
              <a:path w="91138" h="91138" extrusionOk="0">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7" name="Google Shape;107;p1"/>
          <p:cNvSpPr/>
          <p:nvPr/>
        </p:nvSpPr>
        <p:spPr>
          <a:xfrm>
            <a:off x="529414" y="3619532"/>
            <a:ext cx="127714" cy="127714"/>
          </a:xfrm>
          <a:custGeom>
            <a:avLst/>
            <a:gdLst/>
            <a:ahLst/>
            <a:cxnLst/>
            <a:rect l="l" t="t" r="r" b="b"/>
            <a:pathLst>
              <a:path w="127714" h="127714" extrusionOk="0">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8" name="Google Shape;108;p1"/>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D3F7A5-9521-35AE-BD22-9EF1010AF156}"/>
              </a:ext>
            </a:extLst>
          </p:cNvPr>
          <p:cNvSpPr>
            <a:spLocks noGrp="1"/>
          </p:cNvSpPr>
          <p:nvPr>
            <p:ph type="title"/>
          </p:nvPr>
        </p:nvSpPr>
        <p:spPr/>
        <p:txBody>
          <a:bodyPr/>
          <a:lstStyle/>
          <a:p>
            <a:r>
              <a:rPr kumimoji="1" lang="ja-JP" altLang="en-US" dirty="0"/>
              <a:t>進捗</a:t>
            </a:r>
          </a:p>
        </p:txBody>
      </p:sp>
      <p:sp>
        <p:nvSpPr>
          <p:cNvPr id="3" name="テキスト プレースホルダー 2">
            <a:extLst>
              <a:ext uri="{FF2B5EF4-FFF2-40B4-BE49-F238E27FC236}">
                <a16:creationId xmlns:a16="http://schemas.microsoft.com/office/drawing/2014/main" id="{17749FC9-58F7-959A-2E15-9DB9754FE213}"/>
              </a:ext>
            </a:extLst>
          </p:cNvPr>
          <p:cNvSpPr>
            <a:spLocks noGrp="1"/>
          </p:cNvSpPr>
          <p:nvPr>
            <p:ph type="body" idx="1"/>
          </p:nvPr>
        </p:nvSpPr>
        <p:spPr/>
        <p:txBody>
          <a:bodyPr/>
          <a:lstStyle/>
          <a:p>
            <a:r>
              <a:rPr kumimoji="1" lang="ja-JP" altLang="en-US" dirty="0"/>
              <a:t>研究の要旨案</a:t>
            </a:r>
            <a:endParaRPr kumimoji="1" lang="en-US" altLang="ja-JP" dirty="0"/>
          </a:p>
          <a:p>
            <a:r>
              <a:rPr kumimoji="1" lang="ja-JP" altLang="en-US" dirty="0"/>
              <a:t>学習したモデルのテスト</a:t>
            </a:r>
            <a:endParaRPr kumimoji="1" lang="en-US" altLang="ja-JP" dirty="0"/>
          </a:p>
          <a:p>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3B9F3788-848D-BD36-2DF4-1D192DE7509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2999739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C3C039-C81A-855B-389D-994313BAC6C9}"/>
              </a:ext>
            </a:extLst>
          </p:cNvPr>
          <p:cNvSpPr>
            <a:spLocks noGrp="1"/>
          </p:cNvSpPr>
          <p:nvPr>
            <p:ph type="title"/>
          </p:nvPr>
        </p:nvSpPr>
        <p:spPr/>
        <p:txBody>
          <a:bodyPr/>
          <a:lstStyle/>
          <a:p>
            <a:r>
              <a:rPr kumimoji="1" lang="ja-JP" altLang="en-US" dirty="0"/>
              <a:t>題目</a:t>
            </a:r>
          </a:p>
        </p:txBody>
      </p:sp>
      <p:sp>
        <p:nvSpPr>
          <p:cNvPr id="3" name="テキスト プレースホルダー 2">
            <a:extLst>
              <a:ext uri="{FF2B5EF4-FFF2-40B4-BE49-F238E27FC236}">
                <a16:creationId xmlns:a16="http://schemas.microsoft.com/office/drawing/2014/main" id="{C980EF79-82E8-ECE6-3DDE-9A54D870C612}"/>
              </a:ext>
            </a:extLst>
          </p:cNvPr>
          <p:cNvSpPr>
            <a:spLocks noGrp="1"/>
          </p:cNvSpPr>
          <p:nvPr>
            <p:ph type="body" idx="1"/>
          </p:nvPr>
        </p:nvSpPr>
        <p:spPr>
          <a:xfrm>
            <a:off x="765372" y="1690688"/>
            <a:ext cx="11534522" cy="4351338"/>
          </a:xfrm>
        </p:spPr>
        <p:txBody>
          <a:bodyPr/>
          <a:lstStyle/>
          <a:p>
            <a:r>
              <a:rPr lang="en-US" altLang="ja-JP" dirty="0"/>
              <a:t>YouTube</a:t>
            </a:r>
            <a:r>
              <a:rPr lang="ja-JP" altLang="en-US" dirty="0"/>
              <a:t>字幕と視聴者コメントを用いたトピック境界検出に基づく</a:t>
            </a:r>
            <a:endParaRPr lang="en-US" altLang="ja-JP" dirty="0"/>
          </a:p>
          <a:p>
            <a:pPr marL="114300" indent="0">
              <a:buNone/>
            </a:pPr>
            <a:r>
              <a:rPr lang="ja-JP" altLang="en-US" dirty="0"/>
              <a:t>　注目度の高い動画区間の抽出</a:t>
            </a:r>
            <a:endParaRPr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F2C16075-D7EC-258D-2A49-EA5C8B0B3F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40171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EBA932-743B-45F5-FF68-589031519ACA}"/>
              </a:ext>
            </a:extLst>
          </p:cNvPr>
          <p:cNvSpPr>
            <a:spLocks noGrp="1"/>
          </p:cNvSpPr>
          <p:nvPr>
            <p:ph type="title"/>
          </p:nvPr>
        </p:nvSpPr>
        <p:spPr/>
        <p:txBody>
          <a:bodyPr/>
          <a:lstStyle/>
          <a:p>
            <a:r>
              <a:rPr kumimoji="1" lang="ja-JP" altLang="en-US" dirty="0"/>
              <a:t>要旨</a:t>
            </a:r>
          </a:p>
        </p:txBody>
      </p:sp>
      <p:sp>
        <p:nvSpPr>
          <p:cNvPr id="3" name="テキスト プレースホルダー 2">
            <a:extLst>
              <a:ext uri="{FF2B5EF4-FFF2-40B4-BE49-F238E27FC236}">
                <a16:creationId xmlns:a16="http://schemas.microsoft.com/office/drawing/2014/main" id="{7B0299E9-1336-93A2-B6CC-2194503A918D}"/>
              </a:ext>
            </a:extLst>
          </p:cNvPr>
          <p:cNvSpPr>
            <a:spLocks noGrp="1"/>
          </p:cNvSpPr>
          <p:nvPr>
            <p:ph type="body" idx="1"/>
          </p:nvPr>
        </p:nvSpPr>
        <p:spPr/>
        <p:txBody>
          <a:bodyPr/>
          <a:lstStyle/>
          <a:p>
            <a:pPr marL="114300" indent="0">
              <a:buNone/>
            </a:pPr>
            <a:r>
              <a:rPr lang="ja-JP" altLang="en-US" sz="2000" dirty="0"/>
              <a:t>　近年，動画共有プラットフォームは情報発信や エンターテインメントの場として利用されている．しかし，長時間化する動画コンテンツにおいて，視聴者が効率的に重要な情報や注目すべき区間を把握することは困難であり，重要区間の抽出技術が求められる．</a:t>
            </a:r>
            <a:endParaRPr lang="en-US" altLang="ja-JP" sz="2000" dirty="0"/>
          </a:p>
          <a:p>
            <a:pPr marL="114300" indent="0">
              <a:buNone/>
            </a:pPr>
            <a:r>
              <a:rPr lang="ja-JP" altLang="en-US" sz="2000" dirty="0"/>
              <a:t>　本研究では，</a:t>
            </a:r>
            <a:r>
              <a:rPr lang="en-US" altLang="ja-JP" sz="2000" dirty="0" err="1"/>
              <a:t>Youtube</a:t>
            </a:r>
            <a:r>
              <a:rPr lang="ja-JP" altLang="en-US" sz="2000" dirty="0"/>
              <a:t>の発話字幕と視聴者コメントを統合的に分析することで，話題の切り替わり点を検出し，注目度の高い区間を特定する手法を提案する．</a:t>
            </a:r>
            <a:r>
              <a:rPr lang="en-US" altLang="ja-JP" sz="2000" dirty="0"/>
              <a:t>BERT</a:t>
            </a:r>
            <a:r>
              <a:rPr lang="ja-JP" altLang="en-US" sz="2000" dirty="0"/>
              <a:t>による文脈連続性</a:t>
            </a:r>
            <a:r>
              <a:rPr lang="ja-JP" altLang="en-US" sz="2000"/>
              <a:t>評価とコサイン類似度</a:t>
            </a:r>
            <a:r>
              <a:rPr lang="ja-JP" altLang="en-US" sz="2000" dirty="0"/>
              <a:t>評価を組み合わせ，コメント情報を統合することで，視聴者の関心を反映したトピック境界検出を実現する</a:t>
            </a:r>
            <a:r>
              <a:rPr lang="ja-JP" altLang="en-US" sz="1600" dirty="0"/>
              <a:t>．</a:t>
            </a:r>
            <a:endParaRPr lang="en-US" altLang="ja-JP" sz="1600" dirty="0"/>
          </a:p>
          <a:p>
            <a:pPr marL="114300" indent="0">
              <a:buNone/>
            </a:pPr>
            <a:r>
              <a:rPr lang="ja-JP" altLang="en-US" sz="1600" dirty="0"/>
              <a:t>（２５４文字）</a:t>
            </a:r>
            <a:endParaRPr lang="en-US" altLang="ja-JP" sz="1600" dirty="0"/>
          </a:p>
          <a:p>
            <a:endParaRPr kumimoji="1" lang="ja-JP" altLang="en-US" dirty="0"/>
          </a:p>
        </p:txBody>
      </p:sp>
      <p:sp>
        <p:nvSpPr>
          <p:cNvPr id="4" name="スライド番号プレースホルダー 3">
            <a:extLst>
              <a:ext uri="{FF2B5EF4-FFF2-40B4-BE49-F238E27FC236}">
                <a16:creationId xmlns:a16="http://schemas.microsoft.com/office/drawing/2014/main" id="{9ABC837A-0124-5290-F247-AEF33382E9E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2270114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6DD7D4-E076-929B-66C7-EF2AC9FA568E}"/>
              </a:ext>
            </a:extLst>
          </p:cNvPr>
          <p:cNvSpPr>
            <a:spLocks noGrp="1"/>
          </p:cNvSpPr>
          <p:nvPr>
            <p:ph type="title"/>
          </p:nvPr>
        </p:nvSpPr>
        <p:spPr/>
        <p:txBody>
          <a:bodyPr/>
          <a:lstStyle/>
          <a:p>
            <a:r>
              <a:rPr kumimoji="1" lang="ja-JP" altLang="en-US" dirty="0"/>
              <a:t>テスト内容</a:t>
            </a:r>
          </a:p>
        </p:txBody>
      </p:sp>
      <p:sp>
        <p:nvSpPr>
          <p:cNvPr id="3" name="テキスト プレースホルダー 2">
            <a:extLst>
              <a:ext uri="{FF2B5EF4-FFF2-40B4-BE49-F238E27FC236}">
                <a16:creationId xmlns:a16="http://schemas.microsoft.com/office/drawing/2014/main" id="{69A832D7-C90E-2B2F-2372-F67769388F43}"/>
              </a:ext>
            </a:extLst>
          </p:cNvPr>
          <p:cNvSpPr>
            <a:spLocks noGrp="1"/>
          </p:cNvSpPr>
          <p:nvPr>
            <p:ph type="body" idx="1"/>
          </p:nvPr>
        </p:nvSpPr>
        <p:spPr>
          <a:xfrm>
            <a:off x="609600" y="1401083"/>
            <a:ext cx="11353800" cy="4351338"/>
          </a:xfrm>
        </p:spPr>
        <p:txBody>
          <a:bodyPr/>
          <a:lstStyle/>
          <a:p>
            <a:r>
              <a:rPr kumimoji="1" lang="ja-JP" altLang="en-US" dirty="0"/>
              <a:t>学習データ：</a:t>
            </a:r>
            <a:r>
              <a:rPr kumimoji="1" lang="en-US" altLang="ja-JP" dirty="0" err="1"/>
              <a:t>ANNnewCH</a:t>
            </a:r>
            <a:r>
              <a:rPr kumimoji="1" lang="ja-JP" altLang="en-US" dirty="0"/>
              <a:t>の</a:t>
            </a:r>
            <a:r>
              <a:rPr kumimoji="1" lang="en-US" altLang="ja-JP" dirty="0"/>
              <a:t>LIVE</a:t>
            </a:r>
            <a:r>
              <a:rPr kumimoji="1" lang="ja-JP" altLang="en-US" dirty="0"/>
              <a:t>ニュースの字幕（７時間程度分）</a:t>
            </a:r>
            <a:endParaRPr kumimoji="1" lang="en-US" altLang="ja-JP" dirty="0"/>
          </a:p>
          <a:p>
            <a:r>
              <a:rPr kumimoji="1" lang="ja-JP" altLang="en-US" dirty="0"/>
              <a:t>テストデータ生成手順</a:t>
            </a:r>
            <a:r>
              <a:rPr kumimoji="1" lang="en-US" altLang="ja-JP" dirty="0"/>
              <a:t> : LIVE</a:t>
            </a:r>
            <a:r>
              <a:rPr kumimoji="1" lang="ja-JP" altLang="en-US" dirty="0"/>
              <a:t>ニュースからクリップされた</a:t>
            </a:r>
            <a:r>
              <a:rPr kumimoji="1" lang="en-US" altLang="ja-JP" dirty="0"/>
              <a:t>1</a:t>
            </a:r>
            <a:r>
              <a:rPr kumimoji="1" lang="ja-JP" altLang="en-US" dirty="0"/>
              <a:t>分～２分程度の</a:t>
            </a:r>
            <a:r>
              <a:rPr kumimoji="1" lang="en-US" altLang="ja-JP" dirty="0" err="1"/>
              <a:t>ANNnewCH</a:t>
            </a:r>
            <a:r>
              <a:rPr kumimoji="1" lang="ja-JP" altLang="en-US" dirty="0"/>
              <a:t>に投稿されている動画の字幕を複数を繋げて動画境界の発話文に正解境界ラベルを付与．（学習データに含まれないダイジェスト動画を使用）</a:t>
            </a:r>
            <a:endParaRPr kumimoji="1" lang="en-US" altLang="ja-JP" dirty="0"/>
          </a:p>
          <a:p>
            <a:endParaRPr kumimoji="1" lang="en-US" altLang="ja-JP" dirty="0"/>
          </a:p>
          <a:p>
            <a:endParaRPr kumimoji="1" lang="en-US" altLang="ja-JP" dirty="0"/>
          </a:p>
          <a:p>
            <a:endParaRPr kumimoji="1" lang="en-US" altLang="ja-JP" dirty="0"/>
          </a:p>
          <a:p>
            <a:r>
              <a:rPr kumimoji="1" lang="ja-JP" altLang="en-US" dirty="0"/>
              <a:t>境界推論手法：ランダム，学習なし，学習あり（７エポック分）</a:t>
            </a:r>
            <a:endParaRPr kumimoji="1" lang="en-US" altLang="ja-JP" dirty="0"/>
          </a:p>
        </p:txBody>
      </p:sp>
      <p:sp>
        <p:nvSpPr>
          <p:cNvPr id="4" name="スライド番号プレースホルダー 3">
            <a:extLst>
              <a:ext uri="{FF2B5EF4-FFF2-40B4-BE49-F238E27FC236}">
                <a16:creationId xmlns:a16="http://schemas.microsoft.com/office/drawing/2014/main" id="{5D649D38-F674-4227-BB95-02A989E503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dirty="0"/>
          </a:p>
        </p:txBody>
      </p:sp>
      <p:pic>
        <p:nvPicPr>
          <p:cNvPr id="5" name="図 4">
            <a:extLst>
              <a:ext uri="{FF2B5EF4-FFF2-40B4-BE49-F238E27FC236}">
                <a16:creationId xmlns:a16="http://schemas.microsoft.com/office/drawing/2014/main" id="{4F553B82-A75B-8776-EBDD-4821220205B5}"/>
              </a:ext>
            </a:extLst>
          </p:cNvPr>
          <p:cNvPicPr>
            <a:picLocks noChangeAspect="1"/>
          </p:cNvPicPr>
          <p:nvPr/>
        </p:nvPicPr>
        <p:blipFill>
          <a:blip r:embed="rId2"/>
          <a:stretch>
            <a:fillRect/>
          </a:stretch>
        </p:blipFill>
        <p:spPr>
          <a:xfrm>
            <a:off x="7927501" y="3756366"/>
            <a:ext cx="3426299" cy="1996055"/>
          </a:xfrm>
          <a:prstGeom prst="rect">
            <a:avLst/>
          </a:prstGeom>
        </p:spPr>
      </p:pic>
      <mc:AlternateContent xmlns:mc="http://schemas.openxmlformats.org/markup-compatibility/2006" xmlns:p14="http://schemas.microsoft.com/office/powerpoint/2010/main">
        <mc:Choice Requires="p14">
          <p:contentPart p14:bwMode="auto" r:id="rId3">
            <p14:nvContentPartPr>
              <p14:cNvPr id="11" name="インク 10">
                <a:extLst>
                  <a:ext uri="{FF2B5EF4-FFF2-40B4-BE49-F238E27FC236}">
                    <a16:creationId xmlns:a16="http://schemas.microsoft.com/office/drawing/2014/main" id="{6916E5B3-E957-3F5D-14CA-229F8FE4FB64}"/>
                  </a:ext>
                </a:extLst>
              </p14:cNvPr>
              <p14:cNvContentPartPr/>
              <p14:nvPr/>
            </p14:nvContentPartPr>
            <p14:xfrm>
              <a:off x="7069809" y="5274103"/>
              <a:ext cx="360" cy="360"/>
            </p14:xfrm>
          </p:contentPart>
        </mc:Choice>
        <mc:Fallback xmlns="">
          <p:pic>
            <p:nvPicPr>
              <p:cNvPr id="11" name="インク 10">
                <a:extLst>
                  <a:ext uri="{FF2B5EF4-FFF2-40B4-BE49-F238E27FC236}">
                    <a16:creationId xmlns:a16="http://schemas.microsoft.com/office/drawing/2014/main" id="{6916E5B3-E957-3F5D-14CA-229F8FE4FB64}"/>
                  </a:ext>
                </a:extLst>
              </p:cNvPr>
              <p:cNvPicPr/>
              <p:nvPr/>
            </p:nvPicPr>
            <p:blipFill>
              <a:blip r:embed="rId4"/>
              <a:stretch>
                <a:fillRect/>
              </a:stretch>
            </p:blipFill>
            <p:spPr>
              <a:xfrm>
                <a:off x="7061169" y="526510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インク 12">
                <a:extLst>
                  <a:ext uri="{FF2B5EF4-FFF2-40B4-BE49-F238E27FC236}">
                    <a16:creationId xmlns:a16="http://schemas.microsoft.com/office/drawing/2014/main" id="{BF5BCD8E-286C-56DB-6097-4142F6AA2857}"/>
                  </a:ext>
                </a:extLst>
              </p14:cNvPr>
              <p14:cNvContentPartPr/>
              <p14:nvPr/>
            </p14:nvContentPartPr>
            <p14:xfrm>
              <a:off x="7672809" y="4577503"/>
              <a:ext cx="295560" cy="745560"/>
            </p14:xfrm>
          </p:contentPart>
        </mc:Choice>
        <mc:Fallback xmlns="">
          <p:pic>
            <p:nvPicPr>
              <p:cNvPr id="13" name="インク 12">
                <a:extLst>
                  <a:ext uri="{FF2B5EF4-FFF2-40B4-BE49-F238E27FC236}">
                    <a16:creationId xmlns:a16="http://schemas.microsoft.com/office/drawing/2014/main" id="{BF5BCD8E-286C-56DB-6097-4142F6AA2857}"/>
                  </a:ext>
                </a:extLst>
              </p:cNvPr>
              <p:cNvPicPr/>
              <p:nvPr/>
            </p:nvPicPr>
            <p:blipFill>
              <a:blip r:embed="rId6"/>
              <a:stretch>
                <a:fillRect/>
              </a:stretch>
            </p:blipFill>
            <p:spPr>
              <a:xfrm>
                <a:off x="7663809" y="4568863"/>
                <a:ext cx="313200" cy="763200"/>
              </a:xfrm>
              <a:prstGeom prst="rect">
                <a:avLst/>
              </a:prstGeom>
            </p:spPr>
          </p:pic>
        </mc:Fallback>
      </mc:AlternateContent>
      <p:sp>
        <p:nvSpPr>
          <p:cNvPr id="14" name="テキスト ボックス 13">
            <a:extLst>
              <a:ext uri="{FF2B5EF4-FFF2-40B4-BE49-F238E27FC236}">
                <a16:creationId xmlns:a16="http://schemas.microsoft.com/office/drawing/2014/main" id="{35702F8D-EA62-326D-FC27-CC440B20BB51}"/>
              </a:ext>
            </a:extLst>
          </p:cNvPr>
          <p:cNvSpPr txBox="1"/>
          <p:nvPr/>
        </p:nvSpPr>
        <p:spPr>
          <a:xfrm>
            <a:off x="7003466" y="4754393"/>
            <a:ext cx="817123" cy="369332"/>
          </a:xfrm>
          <a:prstGeom prst="rect">
            <a:avLst/>
          </a:prstGeom>
          <a:noFill/>
        </p:spPr>
        <p:txBody>
          <a:bodyPr wrap="square" rtlCol="0">
            <a:spAutoFit/>
          </a:bodyPr>
          <a:lstStyle/>
          <a:p>
            <a:r>
              <a:rPr kumimoji="1" lang="ja-JP" altLang="en-US" sz="1800" dirty="0"/>
              <a:t>追加</a:t>
            </a:r>
          </a:p>
        </p:txBody>
      </p:sp>
    </p:spTree>
    <p:extLst>
      <p:ext uri="{BB962C8B-B14F-4D97-AF65-F5344CB8AC3E}">
        <p14:creationId xmlns:p14="http://schemas.microsoft.com/office/powerpoint/2010/main" val="3500930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B820E6-DD15-62E3-B16F-155E3BF6B41E}"/>
              </a:ext>
            </a:extLst>
          </p:cNvPr>
          <p:cNvSpPr>
            <a:spLocks noGrp="1"/>
          </p:cNvSpPr>
          <p:nvPr>
            <p:ph type="title"/>
          </p:nvPr>
        </p:nvSpPr>
        <p:spPr/>
        <p:txBody>
          <a:bodyPr/>
          <a:lstStyle/>
          <a:p>
            <a:r>
              <a:rPr kumimoji="1" lang="ja-JP" altLang="en-US" dirty="0"/>
              <a:t>テスト結果</a:t>
            </a:r>
          </a:p>
        </p:txBody>
      </p:sp>
      <p:sp>
        <p:nvSpPr>
          <p:cNvPr id="4" name="スライド番号プレースホルダー 3">
            <a:extLst>
              <a:ext uri="{FF2B5EF4-FFF2-40B4-BE49-F238E27FC236}">
                <a16:creationId xmlns:a16="http://schemas.microsoft.com/office/drawing/2014/main" id="{5FD8C694-C4EB-0397-B965-E595833C59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dirty="0"/>
          </a:p>
        </p:txBody>
      </p:sp>
      <p:pic>
        <p:nvPicPr>
          <p:cNvPr id="10" name="図 9">
            <a:extLst>
              <a:ext uri="{FF2B5EF4-FFF2-40B4-BE49-F238E27FC236}">
                <a16:creationId xmlns:a16="http://schemas.microsoft.com/office/drawing/2014/main" id="{C314F892-778B-6A15-85D9-51EA1FB79133}"/>
              </a:ext>
            </a:extLst>
          </p:cNvPr>
          <p:cNvPicPr>
            <a:picLocks noChangeAspect="1"/>
          </p:cNvPicPr>
          <p:nvPr/>
        </p:nvPicPr>
        <p:blipFill>
          <a:blip r:embed="rId2"/>
          <a:stretch>
            <a:fillRect/>
          </a:stretch>
        </p:blipFill>
        <p:spPr>
          <a:xfrm>
            <a:off x="1515568" y="1618229"/>
            <a:ext cx="9439543" cy="3621542"/>
          </a:xfrm>
          <a:prstGeom prst="rect">
            <a:avLst/>
          </a:prstGeom>
        </p:spPr>
      </p:pic>
      <p:sp>
        <p:nvSpPr>
          <p:cNvPr id="11" name="テキスト ボックス 10">
            <a:extLst>
              <a:ext uri="{FF2B5EF4-FFF2-40B4-BE49-F238E27FC236}">
                <a16:creationId xmlns:a16="http://schemas.microsoft.com/office/drawing/2014/main" id="{A2C78442-7B4E-E196-655F-74441ACE5718}"/>
              </a:ext>
            </a:extLst>
          </p:cNvPr>
          <p:cNvSpPr txBox="1"/>
          <p:nvPr/>
        </p:nvSpPr>
        <p:spPr>
          <a:xfrm>
            <a:off x="945684" y="5569545"/>
            <a:ext cx="10408116" cy="646331"/>
          </a:xfrm>
          <a:prstGeom prst="rect">
            <a:avLst/>
          </a:prstGeom>
          <a:noFill/>
        </p:spPr>
        <p:txBody>
          <a:bodyPr wrap="square" rtlCol="0">
            <a:spAutoFit/>
          </a:bodyPr>
          <a:lstStyle/>
          <a:p>
            <a:r>
              <a:rPr kumimoji="1" lang="ja-JP" altLang="en-US" sz="1800" dirty="0"/>
              <a:t>ファインチューニングを行うことによってモデルの</a:t>
            </a:r>
            <a:r>
              <a:rPr kumimoji="1" lang="en-US" altLang="ja-JP" sz="1800" dirty="0"/>
              <a:t>PK,WD</a:t>
            </a:r>
            <a:r>
              <a:rPr kumimoji="1" lang="ja-JP" altLang="en-US" sz="1800" dirty="0"/>
              <a:t>の値は下がり制度の向上が期待できそう</a:t>
            </a:r>
            <a:endParaRPr kumimoji="1" lang="en-US" altLang="ja-JP" sz="1800" dirty="0"/>
          </a:p>
          <a:p>
            <a:r>
              <a:rPr kumimoji="1" lang="ja-JP" altLang="en-US" sz="1800" dirty="0"/>
              <a:t>しかし学習のエポックを重ねるごとでの目立った</a:t>
            </a:r>
            <a:r>
              <a:rPr kumimoji="1" lang="en-US" altLang="ja-JP" sz="1800" dirty="0" err="1"/>
              <a:t>Pk,WD</a:t>
            </a:r>
            <a:r>
              <a:rPr kumimoji="1" lang="ja-JP" altLang="en-US" sz="1800" dirty="0"/>
              <a:t>精度の向上は現状あまり見られない</a:t>
            </a:r>
          </a:p>
        </p:txBody>
      </p:sp>
    </p:spTree>
    <p:extLst>
      <p:ext uri="{BB962C8B-B14F-4D97-AF65-F5344CB8AC3E}">
        <p14:creationId xmlns:p14="http://schemas.microsoft.com/office/powerpoint/2010/main" val="2289232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9E3755-AC4E-E4A7-32A1-69B861A4B9F3}"/>
              </a:ext>
            </a:extLst>
          </p:cNvPr>
          <p:cNvSpPr>
            <a:spLocks noGrp="1"/>
          </p:cNvSpPr>
          <p:nvPr>
            <p:ph type="title"/>
          </p:nvPr>
        </p:nvSpPr>
        <p:spPr>
          <a:xfrm>
            <a:off x="891540" y="0"/>
            <a:ext cx="10515600" cy="1325563"/>
          </a:xfrm>
        </p:spPr>
        <p:txBody>
          <a:bodyPr/>
          <a:lstStyle/>
          <a:p>
            <a:r>
              <a:rPr lang="ja-JP" altLang="en-US" dirty="0"/>
              <a:t>進捗と</a:t>
            </a:r>
            <a:r>
              <a:rPr lang="en-US" altLang="ja-JP" dirty="0" err="1"/>
              <a:t>予定</a:t>
            </a:r>
            <a:endParaRPr kumimoji="1" lang="ja-JP" altLang="en-US" dirty="0"/>
          </a:p>
        </p:txBody>
      </p:sp>
      <p:sp>
        <p:nvSpPr>
          <p:cNvPr id="3" name="テキスト プレースホルダー 2">
            <a:extLst>
              <a:ext uri="{FF2B5EF4-FFF2-40B4-BE49-F238E27FC236}">
                <a16:creationId xmlns:a16="http://schemas.microsoft.com/office/drawing/2014/main" id="{01D4E1BB-7302-AB79-C28E-82A33BBCDE92}"/>
              </a:ext>
            </a:extLst>
          </p:cNvPr>
          <p:cNvSpPr>
            <a:spLocks noGrp="1"/>
          </p:cNvSpPr>
          <p:nvPr>
            <p:ph type="body" idx="1"/>
          </p:nvPr>
        </p:nvSpPr>
        <p:spPr>
          <a:xfrm>
            <a:off x="784860" y="929014"/>
            <a:ext cx="10515600" cy="5641908"/>
          </a:xfrm>
        </p:spPr>
        <p:txBody>
          <a:bodyPr/>
          <a:lstStyle/>
          <a:p>
            <a:r>
              <a:rPr kumimoji="1" lang="ja-JP" altLang="en-US" dirty="0"/>
              <a:t>予定</a:t>
            </a:r>
            <a:endParaRPr kumimoji="1" lang="en-US" altLang="ja-JP" dirty="0"/>
          </a:p>
          <a:p>
            <a:pPr lvl="1"/>
            <a:r>
              <a:rPr kumimoji="1" lang="ja-JP" altLang="en-US" dirty="0"/>
              <a:t>トピック精度の測り方についての決定✅</a:t>
            </a:r>
            <a:endParaRPr kumimoji="1" lang="en-US" altLang="ja-JP" dirty="0"/>
          </a:p>
          <a:p>
            <a:pPr lvl="1"/>
            <a:r>
              <a:rPr kumimoji="1" lang="ja-JP" altLang="en-US" dirty="0"/>
              <a:t>トピック分割処理の実装✅</a:t>
            </a:r>
            <a:endParaRPr kumimoji="1" lang="en-US" altLang="ja-JP" dirty="0"/>
          </a:p>
          <a:p>
            <a:pPr lvl="1"/>
            <a:r>
              <a:rPr kumimoji="1" lang="ja-JP" altLang="en-US" dirty="0"/>
              <a:t>評価データの作成✅</a:t>
            </a:r>
            <a:endParaRPr kumimoji="1" lang="en-US" altLang="ja-JP" dirty="0"/>
          </a:p>
          <a:p>
            <a:pPr lvl="1"/>
            <a:r>
              <a:rPr kumimoji="1" lang="ja-JP" altLang="en-US" dirty="0"/>
              <a:t>モデルの学習を行う✅（今後学習を続ける可能性あり）</a:t>
            </a:r>
            <a:endParaRPr kumimoji="1" lang="en-US" altLang="ja-JP" dirty="0"/>
          </a:p>
          <a:p>
            <a:pPr lvl="1"/>
            <a:r>
              <a:rPr kumimoji="1" lang="ja-JP" altLang="en-US" dirty="0"/>
              <a:t>発表題目案✅</a:t>
            </a:r>
            <a:r>
              <a:rPr kumimoji="1" lang="en-US" altLang="ja-JP" dirty="0"/>
              <a:t>,</a:t>
            </a:r>
            <a:r>
              <a:rPr kumimoji="1" lang="ja-JP" altLang="en-US" dirty="0"/>
              <a:t>要旨の作成✅</a:t>
            </a:r>
            <a:endParaRPr kumimoji="1" lang="en-US" altLang="ja-JP" dirty="0"/>
          </a:p>
          <a:p>
            <a:pPr lvl="1"/>
            <a:r>
              <a:rPr kumimoji="1" lang="ja-JP" altLang="en-US" dirty="0"/>
              <a:t>学習したモデルで</a:t>
            </a:r>
            <a:r>
              <a:rPr kumimoji="1" lang="en-US" altLang="ja-JP" dirty="0"/>
              <a:t>PK</a:t>
            </a:r>
            <a:r>
              <a:rPr kumimoji="1" lang="ja-JP" altLang="en-US" dirty="0"/>
              <a:t>と</a:t>
            </a:r>
            <a:r>
              <a:rPr kumimoji="1" lang="en-US" altLang="ja-JP" dirty="0"/>
              <a:t>WD</a:t>
            </a:r>
            <a:r>
              <a:rPr kumimoji="1" lang="ja-JP" altLang="en-US" dirty="0"/>
              <a:t>を測る（途中）</a:t>
            </a:r>
            <a:endParaRPr kumimoji="1" lang="en-US" altLang="ja-JP" dirty="0"/>
          </a:p>
          <a:p>
            <a:pPr lvl="1"/>
            <a:r>
              <a:rPr kumimoji="1" lang="ja-JP" altLang="en-US" dirty="0"/>
              <a:t>実験結果をまとめる（途中）</a:t>
            </a:r>
            <a:endParaRPr kumimoji="1" lang="en-US" altLang="ja-JP" dirty="0"/>
          </a:p>
          <a:p>
            <a:pPr lvl="1"/>
            <a:r>
              <a:rPr kumimoji="1" lang="ja-JP" altLang="en-US" dirty="0"/>
              <a:t>コメントを利用した手法の実装と</a:t>
            </a:r>
            <a:r>
              <a:rPr kumimoji="1" lang="en-US" altLang="ja-JP" dirty="0"/>
              <a:t>Pk</a:t>
            </a:r>
            <a:r>
              <a:rPr kumimoji="1" lang="ja-JP" altLang="en-US" dirty="0"/>
              <a:t>，</a:t>
            </a:r>
            <a:r>
              <a:rPr kumimoji="1" lang="en-US" altLang="ja-JP" dirty="0"/>
              <a:t>WD</a:t>
            </a:r>
            <a:r>
              <a:rPr kumimoji="1" lang="ja-JP" altLang="en-US" dirty="0"/>
              <a:t>の測定（今週</a:t>
            </a:r>
            <a:r>
              <a:rPr kumimoji="1" lang="en-US" altLang="ja-JP" dirty="0"/>
              <a:t>~</a:t>
            </a:r>
            <a:r>
              <a:rPr kumimoji="1" lang="ja-JP" altLang="en-US" dirty="0"/>
              <a:t>来週）</a:t>
            </a:r>
            <a:endParaRPr kumimoji="1" lang="en-US" altLang="ja-JP" dirty="0"/>
          </a:p>
          <a:p>
            <a:pPr lvl="1"/>
            <a:r>
              <a:rPr kumimoji="1" lang="ja-JP" altLang="en-US" dirty="0"/>
              <a:t>結果データからみられる傾向を自分の主観で分析</a:t>
            </a:r>
            <a:endParaRPr kumimoji="1" lang="en-US" altLang="ja-JP" dirty="0"/>
          </a:p>
          <a:p>
            <a:pPr lvl="1"/>
            <a:r>
              <a:rPr kumimoji="1" lang="ja-JP" altLang="en-US" dirty="0"/>
              <a:t>人間による定性的評価を行う（オプション）</a:t>
            </a:r>
            <a:endParaRPr kumimoji="1" lang="en-US" altLang="ja-JP" dirty="0"/>
          </a:p>
          <a:p>
            <a:pPr lvl="1"/>
            <a:r>
              <a:rPr kumimoji="1" lang="ja-JP" altLang="en-US" dirty="0"/>
              <a:t>論文原稿の作成</a:t>
            </a:r>
            <a:endParaRPr kumimoji="1" lang="en-US" altLang="ja-JP" dirty="0"/>
          </a:p>
          <a:p>
            <a:pPr lvl="1"/>
            <a:endParaRPr kumimoji="1" lang="ja-JP" altLang="en-US" dirty="0"/>
          </a:p>
        </p:txBody>
      </p:sp>
      <p:sp>
        <p:nvSpPr>
          <p:cNvPr id="4" name="スライド番号プレースホルダー 3">
            <a:extLst>
              <a:ext uri="{FF2B5EF4-FFF2-40B4-BE49-F238E27FC236}">
                <a16:creationId xmlns:a16="http://schemas.microsoft.com/office/drawing/2014/main" id="{0B30A6C6-433C-05DC-5008-8997C14CC1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dirty="0"/>
          </a:p>
        </p:txBody>
      </p:sp>
    </p:spTree>
    <p:extLst>
      <p:ext uri="{BB962C8B-B14F-4D97-AF65-F5344CB8AC3E}">
        <p14:creationId xmlns:p14="http://schemas.microsoft.com/office/powerpoint/2010/main" val="2716303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テキスト プレースホルダー 2">
                <a:extLst>
                  <a:ext uri="{FF2B5EF4-FFF2-40B4-BE49-F238E27FC236}">
                    <a16:creationId xmlns:a16="http://schemas.microsoft.com/office/drawing/2014/main" id="{C532CAC0-22F7-F10B-6C2A-8A1DCF903D94}"/>
                  </a:ext>
                </a:extLst>
              </p:cNvPr>
              <p:cNvSpPr>
                <a:spLocks noGrp="1"/>
              </p:cNvSpPr>
              <p:nvPr>
                <p:ph type="body" idx="1"/>
              </p:nvPr>
            </p:nvSpPr>
            <p:spPr>
              <a:xfrm>
                <a:off x="838200" y="514715"/>
                <a:ext cx="10515600" cy="4895850"/>
              </a:xfrm>
            </p:spPr>
            <p:txBody>
              <a:bodyPr/>
              <a:lstStyle/>
              <a:p>
                <a:r>
                  <a:rPr kumimoji="1" lang="ja-JP" altLang="en-US" dirty="0"/>
                  <a:t>コメントの利用法</a:t>
                </a:r>
                <a:endParaRPr kumimoji="1" lang="en-US" altLang="ja-JP" dirty="0"/>
              </a:p>
              <a:p>
                <a:pPr lvl="1"/>
                <a:r>
                  <a:rPr kumimoji="1" lang="ja-JP" altLang="en-US" dirty="0"/>
                  <a:t>モデルによって決定したトピックセグメント内の</a:t>
                </a:r>
                <a:r>
                  <a:rPr kumimoji="1" lang="ja-JP" altLang="en-US" b="1" dirty="0"/>
                  <a:t>コメント速度</a:t>
                </a:r>
                <a:r>
                  <a:rPr kumimoji="1" lang="ja-JP" altLang="en-US" dirty="0"/>
                  <a:t>（コメント数</a:t>
                </a:r>
                <a:r>
                  <a:rPr kumimoji="1" lang="en-US" altLang="ja-JP" dirty="0"/>
                  <a:t>/</a:t>
                </a:r>
                <a:r>
                  <a:rPr kumimoji="1" lang="ja-JP" altLang="en-US" dirty="0"/>
                  <a:t>セグメント継続時間）を出来上がったセグメント内で算出し上位であったセグメントをおすすめする</a:t>
                </a:r>
                <a:endParaRPr kumimoji="1" lang="en-US" altLang="ja-JP" dirty="0"/>
              </a:p>
              <a:p>
                <a:pPr lvl="1"/>
                <a:r>
                  <a:rPr kumimoji="1" lang="ja-JP" altLang="en-US" dirty="0"/>
                  <a:t>発話</a:t>
                </a:r>
                <a14:m>
                  <m:oMath xmlns:m="http://schemas.openxmlformats.org/officeDocument/2006/math">
                    <m:sSub>
                      <m:sSubPr>
                        <m:ctrlPr>
                          <a:rPr kumimoji="1" lang="en-US" altLang="ja-JP" i="1">
                            <a:latin typeface="Cambria Math" panose="02040503050406030204" pitchFamily="18" charset="0"/>
                          </a:rPr>
                        </m:ctrlPr>
                      </m:sSubPr>
                      <m:e>
                        <m:r>
                          <a:rPr kumimoji="1" lang="en-US" altLang="ja-JP" b="0" i="1" smtClean="0">
                            <a:latin typeface="Cambria Math" panose="02040503050406030204" pitchFamily="18" charset="0"/>
                          </a:rPr>
                          <m:t>𝑢</m:t>
                        </m:r>
                      </m:e>
                      <m:sub>
                        <m:r>
                          <a:rPr kumimoji="1" lang="en-US" altLang="ja-JP" i="1">
                            <a:latin typeface="Cambria Math" panose="02040503050406030204" pitchFamily="18" charset="0"/>
                          </a:rPr>
                          <m:t>𝑖</m:t>
                        </m:r>
                      </m:sub>
                    </m:sSub>
                    <m:r>
                      <a:rPr kumimoji="1" lang="ja-JP" altLang="en-US" i="1" smtClean="0">
                        <a:latin typeface="Cambria Math" panose="02040503050406030204" pitchFamily="18" charset="0"/>
                      </a:rPr>
                      <m:t>の</m:t>
                    </m:r>
                  </m:oMath>
                </a14:m>
                <a:r>
                  <a:rPr kumimoji="1" lang="ja-JP" altLang="en-US" dirty="0"/>
                  <a:t>埋め込みベクトル</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h</m:t>
                        </m:r>
                      </m:e>
                      <m:sub>
                        <m:r>
                          <a:rPr kumimoji="1" lang="en-US" altLang="ja-JP" b="0" i="1" smtClean="0">
                            <a:latin typeface="Cambria Math" panose="02040503050406030204" pitchFamily="18" charset="0"/>
                          </a:rPr>
                          <m:t>𝑖</m:t>
                        </m:r>
                      </m:sub>
                    </m:sSub>
                    <m:r>
                      <a:rPr kumimoji="1" lang="ja-JP" altLang="en-US" i="1">
                        <a:latin typeface="Cambria Math" panose="02040503050406030204" pitchFamily="18" charset="0"/>
                      </a:rPr>
                      <m:t>を</m:t>
                    </m:r>
                  </m:oMath>
                </a14:m>
                <a:r>
                  <a:rPr kumimoji="1" lang="ja-JP" altLang="en-US" dirty="0"/>
                  <a:t>それに対応する時間帯のコメントの埋め込みベクトル</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𝑐</m:t>
                        </m:r>
                      </m:e>
                      <m:sub>
                        <m:r>
                          <a:rPr kumimoji="1" lang="en-US" altLang="ja-JP" b="0" i="1" smtClean="0">
                            <a:latin typeface="Cambria Math" panose="02040503050406030204" pitchFamily="18" charset="0"/>
                          </a:rPr>
                          <m:t>𝑖</m:t>
                        </m:r>
                      </m:sub>
                    </m:sSub>
                  </m:oMath>
                </a14:m>
                <a:r>
                  <a:rPr kumimoji="1" lang="ja-JP" altLang="en-US" dirty="0"/>
                  <a:t>を平均し</a:t>
                </a:r>
                <a14:m>
                  <m:oMath xmlns:m="http://schemas.openxmlformats.org/officeDocument/2006/math">
                    <m:r>
                      <a:rPr kumimoji="1" lang="ja-JP" altLang="en-US" i="1" dirty="0">
                        <a:latin typeface="Cambria Math" panose="02040503050406030204" pitchFamily="18" charset="0"/>
                      </a:rPr>
                      <m:t>発話とコメントを融合した</m:t>
                    </m:r>
                    <m:r>
                      <a:rPr kumimoji="1" lang="ja-JP" altLang="en-US" b="0" i="1" dirty="0">
                        <a:latin typeface="Cambria Math" panose="02040503050406030204" pitchFamily="18" charset="0"/>
                      </a:rPr>
                      <m:t>ベクトル</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𝑓</m:t>
                        </m:r>
                      </m:e>
                      <m:sub>
                        <m:r>
                          <a:rPr kumimoji="1" lang="en-US" altLang="ja-JP" b="0" i="1" smtClean="0">
                            <a:latin typeface="Cambria Math" panose="02040503050406030204" pitchFamily="18" charset="0"/>
                          </a:rPr>
                          <m:t>𝑖</m:t>
                        </m:r>
                      </m:sub>
                    </m:sSub>
                  </m:oMath>
                </a14:m>
                <a:r>
                  <a:rPr kumimoji="1" lang="ja-JP" altLang="en-US" dirty="0"/>
                  <a:t>とし</a:t>
                </a:r>
                <a:r>
                  <a:rPr kumimoji="1" lang="en-US" altLang="ja-JP" dirty="0"/>
                  <a:t> </a:t>
                </a:r>
                <a:r>
                  <a:rPr kumimoji="1" lang="ja-JP" altLang="en-US" dirty="0"/>
                  <a:t>その発話の埋め込みベクトルとして扱う→発話文だけでとらえられない場の雰囲気も取り入れる</a:t>
                </a:r>
                <a:endParaRPr kumimoji="1" lang="en-US" altLang="ja-JP" dirty="0"/>
              </a:p>
              <a:p>
                <a:endParaRPr kumimoji="1" lang="ja-JP" altLang="en-US" dirty="0"/>
              </a:p>
            </p:txBody>
          </p:sp>
        </mc:Choice>
        <mc:Fallback xmlns="">
          <p:sp>
            <p:nvSpPr>
              <p:cNvPr id="3" name="テキスト プレースホルダー 2">
                <a:extLst>
                  <a:ext uri="{FF2B5EF4-FFF2-40B4-BE49-F238E27FC236}">
                    <a16:creationId xmlns:a16="http://schemas.microsoft.com/office/drawing/2014/main" id="{C532CAC0-22F7-F10B-6C2A-8A1DCF903D94}"/>
                  </a:ext>
                </a:extLst>
              </p:cNvPr>
              <p:cNvSpPr>
                <a:spLocks noGrp="1" noRot="1" noChangeAspect="1" noMove="1" noResize="1" noEditPoints="1" noAdjustHandles="1" noChangeArrowheads="1" noChangeShapeType="1" noTextEdit="1"/>
              </p:cNvSpPr>
              <p:nvPr>
                <p:ph type="body" idx="1"/>
              </p:nvPr>
            </p:nvSpPr>
            <p:spPr>
              <a:xfrm>
                <a:off x="838200" y="514715"/>
                <a:ext cx="10515600" cy="4895850"/>
              </a:xfrm>
              <a:blipFill>
                <a:blip r:embed="rId2"/>
                <a:stretch>
                  <a:fillRect r="-696"/>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59504076-0ED1-85F9-21B1-68FDE288DFC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pic>
        <p:nvPicPr>
          <p:cNvPr id="6" name="図 5">
            <a:extLst>
              <a:ext uri="{FF2B5EF4-FFF2-40B4-BE49-F238E27FC236}">
                <a16:creationId xmlns:a16="http://schemas.microsoft.com/office/drawing/2014/main" id="{BC8DE8AA-F7E3-FE2B-FBE1-421117249CC8}"/>
              </a:ext>
            </a:extLst>
          </p:cNvPr>
          <p:cNvPicPr>
            <a:picLocks noChangeAspect="1"/>
          </p:cNvPicPr>
          <p:nvPr/>
        </p:nvPicPr>
        <p:blipFill>
          <a:blip r:embed="rId3"/>
          <a:stretch>
            <a:fillRect/>
          </a:stretch>
        </p:blipFill>
        <p:spPr>
          <a:xfrm>
            <a:off x="6579128" y="3791057"/>
            <a:ext cx="3552584" cy="3043971"/>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インク 7">
                <a:extLst>
                  <a:ext uri="{FF2B5EF4-FFF2-40B4-BE49-F238E27FC236}">
                    <a16:creationId xmlns:a16="http://schemas.microsoft.com/office/drawing/2014/main" id="{263B24BE-DDAC-0B2A-CF79-CEA83970E307}"/>
                  </a:ext>
                </a:extLst>
              </p14:cNvPr>
              <p14:cNvContentPartPr/>
              <p14:nvPr/>
            </p14:nvContentPartPr>
            <p14:xfrm>
              <a:off x="5211518" y="4710681"/>
              <a:ext cx="2136600" cy="8280"/>
            </p14:xfrm>
          </p:contentPart>
        </mc:Choice>
        <mc:Fallback xmlns="">
          <p:pic>
            <p:nvPicPr>
              <p:cNvPr id="8" name="インク 7">
                <a:extLst>
                  <a:ext uri="{FF2B5EF4-FFF2-40B4-BE49-F238E27FC236}">
                    <a16:creationId xmlns:a16="http://schemas.microsoft.com/office/drawing/2014/main" id="{263B24BE-DDAC-0B2A-CF79-CEA83970E307}"/>
                  </a:ext>
                </a:extLst>
              </p:cNvPr>
              <p:cNvPicPr/>
              <p:nvPr/>
            </p:nvPicPr>
            <p:blipFill>
              <a:blip r:embed="rId5"/>
              <a:stretch>
                <a:fillRect/>
              </a:stretch>
            </p:blipFill>
            <p:spPr>
              <a:xfrm>
                <a:off x="5202518" y="4701681"/>
                <a:ext cx="215424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インク 8">
                <a:extLst>
                  <a:ext uri="{FF2B5EF4-FFF2-40B4-BE49-F238E27FC236}">
                    <a16:creationId xmlns:a16="http://schemas.microsoft.com/office/drawing/2014/main" id="{3744FA75-4F71-2BB6-D23A-1A0AEDEC9461}"/>
                  </a:ext>
                </a:extLst>
              </p14:cNvPr>
              <p14:cNvContentPartPr/>
              <p14:nvPr/>
            </p14:nvContentPartPr>
            <p14:xfrm>
              <a:off x="7264958" y="4637961"/>
              <a:ext cx="145080" cy="151200"/>
            </p14:xfrm>
          </p:contentPart>
        </mc:Choice>
        <mc:Fallback xmlns="">
          <p:pic>
            <p:nvPicPr>
              <p:cNvPr id="9" name="インク 8">
                <a:extLst>
                  <a:ext uri="{FF2B5EF4-FFF2-40B4-BE49-F238E27FC236}">
                    <a16:creationId xmlns:a16="http://schemas.microsoft.com/office/drawing/2014/main" id="{3744FA75-4F71-2BB6-D23A-1A0AEDEC9461}"/>
                  </a:ext>
                </a:extLst>
              </p:cNvPr>
              <p:cNvPicPr/>
              <p:nvPr/>
            </p:nvPicPr>
            <p:blipFill>
              <a:blip r:embed="rId7"/>
              <a:stretch>
                <a:fillRect/>
              </a:stretch>
            </p:blipFill>
            <p:spPr>
              <a:xfrm>
                <a:off x="7255936" y="4628940"/>
                <a:ext cx="162764" cy="16888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14" name="インク 13">
                <a:extLst>
                  <a:ext uri="{FF2B5EF4-FFF2-40B4-BE49-F238E27FC236}">
                    <a16:creationId xmlns:a16="http://schemas.microsoft.com/office/drawing/2014/main" id="{8207F9C8-9998-FD64-A8B9-01E77CBC17A7}"/>
                  </a:ext>
                </a:extLst>
              </p14:cNvPr>
              <p14:cNvContentPartPr/>
              <p14:nvPr/>
            </p14:nvContentPartPr>
            <p14:xfrm>
              <a:off x="5624438" y="4726881"/>
              <a:ext cx="360" cy="360"/>
            </p14:xfrm>
          </p:contentPart>
        </mc:Choice>
        <mc:Fallback xmlns="">
          <p:pic>
            <p:nvPicPr>
              <p:cNvPr id="14" name="インク 13">
                <a:extLst>
                  <a:ext uri="{FF2B5EF4-FFF2-40B4-BE49-F238E27FC236}">
                    <a16:creationId xmlns:a16="http://schemas.microsoft.com/office/drawing/2014/main" id="{8207F9C8-9998-FD64-A8B9-01E77CBC17A7}"/>
                  </a:ext>
                </a:extLst>
              </p:cNvPr>
              <p:cNvPicPr/>
              <p:nvPr/>
            </p:nvPicPr>
            <p:blipFill>
              <a:blip r:embed="rId9"/>
              <a:stretch>
                <a:fillRect/>
              </a:stretch>
            </p:blipFill>
            <p:spPr>
              <a:xfrm>
                <a:off x="5606438" y="4618881"/>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15" name="インク 14">
                <a:extLst>
                  <a:ext uri="{FF2B5EF4-FFF2-40B4-BE49-F238E27FC236}">
                    <a16:creationId xmlns:a16="http://schemas.microsoft.com/office/drawing/2014/main" id="{2451F09A-83ED-C674-166C-99199BDD3591}"/>
                  </a:ext>
                </a:extLst>
              </p14:cNvPr>
              <p14:cNvContentPartPr/>
              <p14:nvPr/>
            </p14:nvContentPartPr>
            <p14:xfrm>
              <a:off x="5624438" y="4726881"/>
              <a:ext cx="360" cy="360"/>
            </p14:xfrm>
          </p:contentPart>
        </mc:Choice>
        <mc:Fallback xmlns="">
          <p:pic>
            <p:nvPicPr>
              <p:cNvPr id="15" name="インク 14">
                <a:extLst>
                  <a:ext uri="{FF2B5EF4-FFF2-40B4-BE49-F238E27FC236}">
                    <a16:creationId xmlns:a16="http://schemas.microsoft.com/office/drawing/2014/main" id="{2451F09A-83ED-C674-166C-99199BDD3591}"/>
                  </a:ext>
                </a:extLst>
              </p:cNvPr>
              <p:cNvPicPr/>
              <p:nvPr/>
            </p:nvPicPr>
            <p:blipFill>
              <a:blip r:embed="rId9"/>
              <a:stretch>
                <a:fillRect/>
              </a:stretch>
            </p:blipFill>
            <p:spPr>
              <a:xfrm>
                <a:off x="5606438" y="4618881"/>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16" name="インク 15">
                <a:extLst>
                  <a:ext uri="{FF2B5EF4-FFF2-40B4-BE49-F238E27FC236}">
                    <a16:creationId xmlns:a16="http://schemas.microsoft.com/office/drawing/2014/main" id="{2669116D-F0F5-B77E-C8B0-C8ECED15B715}"/>
                  </a:ext>
                </a:extLst>
              </p14:cNvPr>
              <p14:cNvContentPartPr/>
              <p14:nvPr/>
            </p14:nvContentPartPr>
            <p14:xfrm>
              <a:off x="5624438" y="4726881"/>
              <a:ext cx="360" cy="360"/>
            </p14:xfrm>
          </p:contentPart>
        </mc:Choice>
        <mc:Fallback xmlns="">
          <p:pic>
            <p:nvPicPr>
              <p:cNvPr id="16" name="インク 15">
                <a:extLst>
                  <a:ext uri="{FF2B5EF4-FFF2-40B4-BE49-F238E27FC236}">
                    <a16:creationId xmlns:a16="http://schemas.microsoft.com/office/drawing/2014/main" id="{2669116D-F0F5-B77E-C8B0-C8ECED15B715}"/>
                  </a:ext>
                </a:extLst>
              </p:cNvPr>
              <p:cNvPicPr/>
              <p:nvPr/>
            </p:nvPicPr>
            <p:blipFill>
              <a:blip r:embed="rId9"/>
              <a:stretch>
                <a:fillRect/>
              </a:stretch>
            </p:blipFill>
            <p:spPr>
              <a:xfrm>
                <a:off x="5606438" y="4618881"/>
                <a:ext cx="36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6" name="インク 35">
                <a:extLst>
                  <a:ext uri="{FF2B5EF4-FFF2-40B4-BE49-F238E27FC236}">
                    <a16:creationId xmlns:a16="http://schemas.microsoft.com/office/drawing/2014/main" id="{B0744E54-694F-4590-67E4-C1887B12ADCB}"/>
                  </a:ext>
                </a:extLst>
              </p14:cNvPr>
              <p14:cNvContentPartPr/>
              <p14:nvPr/>
            </p14:nvContentPartPr>
            <p14:xfrm>
              <a:off x="3306038" y="4411521"/>
              <a:ext cx="434880" cy="520200"/>
            </p14:xfrm>
          </p:contentPart>
        </mc:Choice>
        <mc:Fallback xmlns="">
          <p:pic>
            <p:nvPicPr>
              <p:cNvPr id="36" name="インク 35">
                <a:extLst>
                  <a:ext uri="{FF2B5EF4-FFF2-40B4-BE49-F238E27FC236}">
                    <a16:creationId xmlns:a16="http://schemas.microsoft.com/office/drawing/2014/main" id="{B0744E54-694F-4590-67E4-C1887B12ADCB}"/>
                  </a:ext>
                </a:extLst>
              </p:cNvPr>
              <p:cNvPicPr/>
              <p:nvPr/>
            </p:nvPicPr>
            <p:blipFill>
              <a:blip r:embed="rId13"/>
              <a:stretch>
                <a:fillRect/>
              </a:stretch>
            </p:blipFill>
            <p:spPr>
              <a:xfrm>
                <a:off x="3297045" y="4402521"/>
                <a:ext cx="452505" cy="537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7" name="インク 36">
                <a:extLst>
                  <a:ext uri="{FF2B5EF4-FFF2-40B4-BE49-F238E27FC236}">
                    <a16:creationId xmlns:a16="http://schemas.microsoft.com/office/drawing/2014/main" id="{804E141A-15FD-3821-F0E6-4B08F1956FD3}"/>
                  </a:ext>
                </a:extLst>
              </p14:cNvPr>
              <p14:cNvContentPartPr/>
              <p14:nvPr/>
            </p14:nvContentPartPr>
            <p14:xfrm>
              <a:off x="8674455" y="2556863"/>
              <a:ext cx="360" cy="360"/>
            </p14:xfrm>
          </p:contentPart>
        </mc:Choice>
        <mc:Fallback xmlns="">
          <p:pic>
            <p:nvPicPr>
              <p:cNvPr id="37" name="インク 36">
                <a:extLst>
                  <a:ext uri="{FF2B5EF4-FFF2-40B4-BE49-F238E27FC236}">
                    <a16:creationId xmlns:a16="http://schemas.microsoft.com/office/drawing/2014/main" id="{804E141A-15FD-3821-F0E6-4B08F1956FD3}"/>
                  </a:ext>
                </a:extLst>
              </p:cNvPr>
              <p:cNvPicPr/>
              <p:nvPr/>
            </p:nvPicPr>
            <p:blipFill>
              <a:blip r:embed="rId15"/>
              <a:stretch>
                <a:fillRect/>
              </a:stretch>
            </p:blipFill>
            <p:spPr>
              <a:xfrm>
                <a:off x="8665455" y="254822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8" name="インク 37">
                <a:extLst>
                  <a:ext uri="{FF2B5EF4-FFF2-40B4-BE49-F238E27FC236}">
                    <a16:creationId xmlns:a16="http://schemas.microsoft.com/office/drawing/2014/main" id="{90442F2B-0C3D-295F-7B0C-64EF72A5115F}"/>
                  </a:ext>
                </a:extLst>
              </p14:cNvPr>
              <p14:cNvContentPartPr/>
              <p14:nvPr/>
            </p14:nvContentPartPr>
            <p14:xfrm>
              <a:off x="9483735" y="2823983"/>
              <a:ext cx="360" cy="360"/>
            </p14:xfrm>
          </p:contentPart>
        </mc:Choice>
        <mc:Fallback xmlns="">
          <p:pic>
            <p:nvPicPr>
              <p:cNvPr id="38" name="インク 37">
                <a:extLst>
                  <a:ext uri="{FF2B5EF4-FFF2-40B4-BE49-F238E27FC236}">
                    <a16:creationId xmlns:a16="http://schemas.microsoft.com/office/drawing/2014/main" id="{90442F2B-0C3D-295F-7B0C-64EF72A5115F}"/>
                  </a:ext>
                </a:extLst>
              </p:cNvPr>
              <p:cNvPicPr/>
              <p:nvPr/>
            </p:nvPicPr>
            <p:blipFill>
              <a:blip r:embed="rId15"/>
              <a:stretch>
                <a:fillRect/>
              </a:stretch>
            </p:blipFill>
            <p:spPr>
              <a:xfrm>
                <a:off x="9474735" y="2814983"/>
                <a:ext cx="18000" cy="18000"/>
              </a:xfrm>
              <a:prstGeom prst="rect">
                <a:avLst/>
              </a:prstGeom>
            </p:spPr>
          </p:pic>
        </mc:Fallback>
      </mc:AlternateContent>
      <p:grpSp>
        <p:nvGrpSpPr>
          <p:cNvPr id="41" name="グループ化 40">
            <a:extLst>
              <a:ext uri="{FF2B5EF4-FFF2-40B4-BE49-F238E27FC236}">
                <a16:creationId xmlns:a16="http://schemas.microsoft.com/office/drawing/2014/main" id="{5BC8FA74-B9B4-03DF-52CE-24D9D559EFA1}"/>
              </a:ext>
            </a:extLst>
          </p:cNvPr>
          <p:cNvGrpSpPr/>
          <p:nvPr/>
        </p:nvGrpSpPr>
        <p:grpSpPr>
          <a:xfrm>
            <a:off x="3823235" y="4627603"/>
            <a:ext cx="91440" cy="358920"/>
            <a:chOff x="1953492" y="4626225"/>
            <a:chExt cx="91440" cy="358920"/>
          </a:xfrm>
        </p:grpSpPr>
        <mc:AlternateContent xmlns:mc="http://schemas.openxmlformats.org/markup-compatibility/2006" xmlns:p14="http://schemas.microsoft.com/office/powerpoint/2010/main">
          <mc:Choice Requires="p14">
            <p:contentPart p14:bwMode="auto" r:id="rId17">
              <p14:nvContentPartPr>
                <p14:cNvPr id="39" name="インク 38">
                  <a:extLst>
                    <a:ext uri="{FF2B5EF4-FFF2-40B4-BE49-F238E27FC236}">
                      <a16:creationId xmlns:a16="http://schemas.microsoft.com/office/drawing/2014/main" id="{80FBEE6D-49CC-0AEE-8F3F-72B89700AEF9}"/>
                    </a:ext>
                  </a:extLst>
                </p14:cNvPr>
                <p14:cNvContentPartPr/>
                <p14:nvPr/>
              </p14:nvContentPartPr>
              <p14:xfrm>
                <a:off x="1953492" y="4761945"/>
                <a:ext cx="91440" cy="223200"/>
              </p14:xfrm>
            </p:contentPart>
          </mc:Choice>
          <mc:Fallback xmlns="">
            <p:pic>
              <p:nvPicPr>
                <p:cNvPr id="39" name="インク 38">
                  <a:extLst>
                    <a:ext uri="{FF2B5EF4-FFF2-40B4-BE49-F238E27FC236}">
                      <a16:creationId xmlns:a16="http://schemas.microsoft.com/office/drawing/2014/main" id="{80FBEE6D-49CC-0AEE-8F3F-72B89700AEF9}"/>
                    </a:ext>
                  </a:extLst>
                </p:cNvPr>
                <p:cNvPicPr/>
                <p:nvPr/>
              </p:nvPicPr>
              <p:blipFill>
                <a:blip r:embed="rId18"/>
                <a:stretch>
                  <a:fillRect/>
                </a:stretch>
              </p:blipFill>
              <p:spPr>
                <a:xfrm>
                  <a:off x="1944492" y="4753305"/>
                  <a:ext cx="10908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0" name="インク 39">
                  <a:extLst>
                    <a:ext uri="{FF2B5EF4-FFF2-40B4-BE49-F238E27FC236}">
                      <a16:creationId xmlns:a16="http://schemas.microsoft.com/office/drawing/2014/main" id="{C743CD25-DA54-F0A2-6E9E-9EF54EF8CD07}"/>
                    </a:ext>
                  </a:extLst>
                </p14:cNvPr>
                <p14:cNvContentPartPr/>
                <p14:nvPr/>
              </p14:nvContentPartPr>
              <p14:xfrm>
                <a:off x="2000292" y="4626225"/>
                <a:ext cx="33120" cy="93600"/>
              </p14:xfrm>
            </p:contentPart>
          </mc:Choice>
          <mc:Fallback xmlns="">
            <p:pic>
              <p:nvPicPr>
                <p:cNvPr id="40" name="インク 39">
                  <a:extLst>
                    <a:ext uri="{FF2B5EF4-FFF2-40B4-BE49-F238E27FC236}">
                      <a16:creationId xmlns:a16="http://schemas.microsoft.com/office/drawing/2014/main" id="{C743CD25-DA54-F0A2-6E9E-9EF54EF8CD07}"/>
                    </a:ext>
                  </a:extLst>
                </p:cNvPr>
                <p:cNvPicPr/>
                <p:nvPr/>
              </p:nvPicPr>
              <p:blipFill>
                <a:blip r:embed="rId20"/>
                <a:stretch>
                  <a:fillRect/>
                </a:stretch>
              </p:blipFill>
              <p:spPr>
                <a:xfrm>
                  <a:off x="1991652" y="4617585"/>
                  <a:ext cx="50760" cy="111240"/>
                </a:xfrm>
                <a:prstGeom prst="rect">
                  <a:avLst/>
                </a:prstGeom>
              </p:spPr>
            </p:pic>
          </mc:Fallback>
        </mc:AlternateContent>
      </p:grpSp>
      <p:grpSp>
        <p:nvGrpSpPr>
          <p:cNvPr id="45" name="グループ化 44">
            <a:extLst>
              <a:ext uri="{FF2B5EF4-FFF2-40B4-BE49-F238E27FC236}">
                <a16:creationId xmlns:a16="http://schemas.microsoft.com/office/drawing/2014/main" id="{3810B2A8-0C35-1A93-EBEF-F527EF0A0A03}"/>
              </a:ext>
            </a:extLst>
          </p:cNvPr>
          <p:cNvGrpSpPr/>
          <p:nvPr/>
        </p:nvGrpSpPr>
        <p:grpSpPr>
          <a:xfrm>
            <a:off x="4528835" y="4527523"/>
            <a:ext cx="597240" cy="471240"/>
            <a:chOff x="2659092" y="4526145"/>
            <a:chExt cx="597240" cy="471240"/>
          </a:xfrm>
        </p:grpSpPr>
        <mc:AlternateContent xmlns:mc="http://schemas.openxmlformats.org/markup-compatibility/2006" xmlns:p14="http://schemas.microsoft.com/office/powerpoint/2010/main">
          <mc:Choice Requires="p14">
            <p:contentPart p14:bwMode="auto" r:id="rId21">
              <p14:nvContentPartPr>
                <p14:cNvPr id="42" name="インク 41">
                  <a:extLst>
                    <a:ext uri="{FF2B5EF4-FFF2-40B4-BE49-F238E27FC236}">
                      <a16:creationId xmlns:a16="http://schemas.microsoft.com/office/drawing/2014/main" id="{4CA8000C-02F7-5632-7D3B-6EBAD2507026}"/>
                    </a:ext>
                  </a:extLst>
                </p14:cNvPr>
                <p14:cNvContentPartPr/>
                <p14:nvPr/>
              </p14:nvContentPartPr>
              <p14:xfrm>
                <a:off x="2659092" y="4526145"/>
                <a:ext cx="292680" cy="383040"/>
              </p14:xfrm>
            </p:contentPart>
          </mc:Choice>
          <mc:Fallback xmlns="">
            <p:pic>
              <p:nvPicPr>
                <p:cNvPr id="42" name="インク 41">
                  <a:extLst>
                    <a:ext uri="{FF2B5EF4-FFF2-40B4-BE49-F238E27FC236}">
                      <a16:creationId xmlns:a16="http://schemas.microsoft.com/office/drawing/2014/main" id="{4CA8000C-02F7-5632-7D3B-6EBAD2507026}"/>
                    </a:ext>
                  </a:extLst>
                </p:cNvPr>
                <p:cNvPicPr/>
                <p:nvPr/>
              </p:nvPicPr>
              <p:blipFill>
                <a:blip r:embed="rId22"/>
                <a:stretch>
                  <a:fillRect/>
                </a:stretch>
              </p:blipFill>
              <p:spPr>
                <a:xfrm>
                  <a:off x="2650452" y="4517505"/>
                  <a:ext cx="310320" cy="400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43" name="インク 42">
                  <a:extLst>
                    <a:ext uri="{FF2B5EF4-FFF2-40B4-BE49-F238E27FC236}">
                      <a16:creationId xmlns:a16="http://schemas.microsoft.com/office/drawing/2014/main" id="{AC08F35E-B578-1490-EB44-4A5721EB7EED}"/>
                    </a:ext>
                  </a:extLst>
                </p14:cNvPr>
                <p14:cNvContentPartPr/>
                <p14:nvPr/>
              </p14:nvContentPartPr>
              <p14:xfrm>
                <a:off x="3069132" y="4798665"/>
                <a:ext cx="187200" cy="198720"/>
              </p14:xfrm>
            </p:contentPart>
          </mc:Choice>
          <mc:Fallback xmlns="">
            <p:pic>
              <p:nvPicPr>
                <p:cNvPr id="43" name="インク 42">
                  <a:extLst>
                    <a:ext uri="{FF2B5EF4-FFF2-40B4-BE49-F238E27FC236}">
                      <a16:creationId xmlns:a16="http://schemas.microsoft.com/office/drawing/2014/main" id="{AC08F35E-B578-1490-EB44-4A5721EB7EED}"/>
                    </a:ext>
                  </a:extLst>
                </p:cNvPr>
                <p:cNvPicPr/>
                <p:nvPr/>
              </p:nvPicPr>
              <p:blipFill>
                <a:blip r:embed="rId24"/>
                <a:stretch>
                  <a:fillRect/>
                </a:stretch>
              </p:blipFill>
              <p:spPr>
                <a:xfrm>
                  <a:off x="3060132" y="4790025"/>
                  <a:ext cx="20484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44" name="インク 43">
                  <a:extLst>
                    <a:ext uri="{FF2B5EF4-FFF2-40B4-BE49-F238E27FC236}">
                      <a16:creationId xmlns:a16="http://schemas.microsoft.com/office/drawing/2014/main" id="{F949C88F-EDD4-2EC1-4F52-92B6B0990A50}"/>
                    </a:ext>
                  </a:extLst>
                </p14:cNvPr>
                <p14:cNvContentPartPr/>
                <p14:nvPr/>
              </p14:nvContentPartPr>
              <p14:xfrm>
                <a:off x="3132132" y="4653225"/>
                <a:ext cx="1800" cy="360"/>
              </p14:xfrm>
            </p:contentPart>
          </mc:Choice>
          <mc:Fallback xmlns="">
            <p:pic>
              <p:nvPicPr>
                <p:cNvPr id="44" name="インク 43">
                  <a:extLst>
                    <a:ext uri="{FF2B5EF4-FFF2-40B4-BE49-F238E27FC236}">
                      <a16:creationId xmlns:a16="http://schemas.microsoft.com/office/drawing/2014/main" id="{F949C88F-EDD4-2EC1-4F52-92B6B0990A50}"/>
                    </a:ext>
                  </a:extLst>
                </p:cNvPr>
                <p:cNvPicPr/>
                <p:nvPr/>
              </p:nvPicPr>
              <p:blipFill>
                <a:blip r:embed="rId15"/>
                <a:stretch>
                  <a:fillRect/>
                </a:stretch>
              </p:blipFill>
              <p:spPr>
                <a:xfrm>
                  <a:off x="3123492" y="4644585"/>
                  <a:ext cx="1944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
            <p14:nvContentPartPr>
              <p14:cNvPr id="46" name="インク 45">
                <a:extLst>
                  <a:ext uri="{FF2B5EF4-FFF2-40B4-BE49-F238E27FC236}">
                    <a16:creationId xmlns:a16="http://schemas.microsoft.com/office/drawing/2014/main" id="{1DA7B01E-D5B0-9A71-F1E7-ED4DB80B8F7A}"/>
                  </a:ext>
                </a:extLst>
              </p14:cNvPr>
              <p14:cNvContentPartPr/>
              <p14:nvPr/>
            </p14:nvContentPartPr>
            <p14:xfrm>
              <a:off x="3738635" y="5152483"/>
              <a:ext cx="1063080" cy="228600"/>
            </p14:xfrm>
          </p:contentPart>
        </mc:Choice>
        <mc:Fallback xmlns="">
          <p:pic>
            <p:nvPicPr>
              <p:cNvPr id="46" name="インク 45">
                <a:extLst>
                  <a:ext uri="{FF2B5EF4-FFF2-40B4-BE49-F238E27FC236}">
                    <a16:creationId xmlns:a16="http://schemas.microsoft.com/office/drawing/2014/main" id="{1DA7B01E-D5B0-9A71-F1E7-ED4DB80B8F7A}"/>
                  </a:ext>
                </a:extLst>
              </p:cNvPr>
              <p:cNvPicPr/>
              <p:nvPr/>
            </p:nvPicPr>
            <p:blipFill>
              <a:blip r:embed="rId27"/>
              <a:stretch>
                <a:fillRect/>
              </a:stretch>
            </p:blipFill>
            <p:spPr>
              <a:xfrm>
                <a:off x="3729635" y="5143483"/>
                <a:ext cx="1080720" cy="246240"/>
              </a:xfrm>
              <a:prstGeom prst="rect">
                <a:avLst/>
              </a:prstGeom>
            </p:spPr>
          </p:pic>
        </mc:Fallback>
      </mc:AlternateContent>
      <p:grpSp>
        <p:nvGrpSpPr>
          <p:cNvPr id="54" name="グループ化 53">
            <a:extLst>
              <a:ext uri="{FF2B5EF4-FFF2-40B4-BE49-F238E27FC236}">
                <a16:creationId xmlns:a16="http://schemas.microsoft.com/office/drawing/2014/main" id="{53C98A3E-47CA-CF28-1480-0FCB7540AC7D}"/>
              </a:ext>
            </a:extLst>
          </p:cNvPr>
          <p:cNvGrpSpPr/>
          <p:nvPr/>
        </p:nvGrpSpPr>
        <p:grpSpPr>
          <a:xfrm>
            <a:off x="3705155" y="5579443"/>
            <a:ext cx="1148040" cy="479520"/>
            <a:chOff x="1835412" y="5578065"/>
            <a:chExt cx="1148040" cy="479520"/>
          </a:xfrm>
        </p:grpSpPr>
        <mc:AlternateContent xmlns:mc="http://schemas.openxmlformats.org/markup-compatibility/2006" xmlns:p14="http://schemas.microsoft.com/office/powerpoint/2010/main">
          <mc:Choice Requires="p14">
            <p:contentPart p14:bwMode="auto" r:id="rId28">
              <p14:nvContentPartPr>
                <p14:cNvPr id="51" name="インク 50">
                  <a:extLst>
                    <a:ext uri="{FF2B5EF4-FFF2-40B4-BE49-F238E27FC236}">
                      <a16:creationId xmlns:a16="http://schemas.microsoft.com/office/drawing/2014/main" id="{F9F111D0-68CE-B9B6-AEC3-A24ACD95800B}"/>
                    </a:ext>
                  </a:extLst>
                </p14:cNvPr>
                <p14:cNvContentPartPr/>
                <p14:nvPr/>
              </p14:nvContentPartPr>
              <p14:xfrm>
                <a:off x="1835412" y="5592825"/>
                <a:ext cx="388800" cy="290520"/>
              </p14:xfrm>
            </p:contentPart>
          </mc:Choice>
          <mc:Fallback xmlns="">
            <p:pic>
              <p:nvPicPr>
                <p:cNvPr id="51" name="インク 50">
                  <a:extLst>
                    <a:ext uri="{FF2B5EF4-FFF2-40B4-BE49-F238E27FC236}">
                      <a16:creationId xmlns:a16="http://schemas.microsoft.com/office/drawing/2014/main" id="{F9F111D0-68CE-B9B6-AEC3-A24ACD95800B}"/>
                    </a:ext>
                  </a:extLst>
                </p:cNvPr>
                <p:cNvPicPr/>
                <p:nvPr/>
              </p:nvPicPr>
              <p:blipFill>
                <a:blip r:embed="rId29"/>
                <a:stretch>
                  <a:fillRect/>
                </a:stretch>
              </p:blipFill>
              <p:spPr>
                <a:xfrm>
                  <a:off x="1826412" y="5583825"/>
                  <a:ext cx="40644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2" name="インク 51">
                  <a:extLst>
                    <a:ext uri="{FF2B5EF4-FFF2-40B4-BE49-F238E27FC236}">
                      <a16:creationId xmlns:a16="http://schemas.microsoft.com/office/drawing/2014/main" id="{7944E8A5-2AAE-E1E2-9957-96883AF22A5D}"/>
                    </a:ext>
                  </a:extLst>
                </p14:cNvPr>
                <p14:cNvContentPartPr/>
                <p14:nvPr/>
              </p14:nvContentPartPr>
              <p14:xfrm>
                <a:off x="2335812" y="5648985"/>
                <a:ext cx="207360" cy="203040"/>
              </p14:xfrm>
            </p:contentPart>
          </mc:Choice>
          <mc:Fallback xmlns="">
            <p:pic>
              <p:nvPicPr>
                <p:cNvPr id="52" name="インク 51">
                  <a:extLst>
                    <a:ext uri="{FF2B5EF4-FFF2-40B4-BE49-F238E27FC236}">
                      <a16:creationId xmlns:a16="http://schemas.microsoft.com/office/drawing/2014/main" id="{7944E8A5-2AAE-E1E2-9957-96883AF22A5D}"/>
                    </a:ext>
                  </a:extLst>
                </p:cNvPr>
                <p:cNvPicPr/>
                <p:nvPr/>
              </p:nvPicPr>
              <p:blipFill>
                <a:blip r:embed="rId31"/>
                <a:stretch>
                  <a:fillRect/>
                </a:stretch>
              </p:blipFill>
              <p:spPr>
                <a:xfrm>
                  <a:off x="2326812" y="5640345"/>
                  <a:ext cx="22500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3" name="インク 52">
                  <a:extLst>
                    <a:ext uri="{FF2B5EF4-FFF2-40B4-BE49-F238E27FC236}">
                      <a16:creationId xmlns:a16="http://schemas.microsoft.com/office/drawing/2014/main" id="{880AA440-56BC-91B3-F1EA-7E14E5A9945C}"/>
                    </a:ext>
                  </a:extLst>
                </p14:cNvPr>
                <p14:cNvContentPartPr/>
                <p14:nvPr/>
              </p14:nvContentPartPr>
              <p14:xfrm>
                <a:off x="2688612" y="5578065"/>
                <a:ext cx="294840" cy="479520"/>
              </p14:xfrm>
            </p:contentPart>
          </mc:Choice>
          <mc:Fallback xmlns="">
            <p:pic>
              <p:nvPicPr>
                <p:cNvPr id="53" name="インク 52">
                  <a:extLst>
                    <a:ext uri="{FF2B5EF4-FFF2-40B4-BE49-F238E27FC236}">
                      <a16:creationId xmlns:a16="http://schemas.microsoft.com/office/drawing/2014/main" id="{880AA440-56BC-91B3-F1EA-7E14E5A9945C}"/>
                    </a:ext>
                  </a:extLst>
                </p:cNvPr>
                <p:cNvPicPr/>
                <p:nvPr/>
              </p:nvPicPr>
              <p:blipFill>
                <a:blip r:embed="rId33"/>
                <a:stretch>
                  <a:fillRect/>
                </a:stretch>
              </p:blipFill>
              <p:spPr>
                <a:xfrm>
                  <a:off x="2679612" y="5569065"/>
                  <a:ext cx="312480" cy="497160"/>
                </a:xfrm>
                <a:prstGeom prst="rect">
                  <a:avLst/>
                </a:prstGeom>
              </p:spPr>
            </p:pic>
          </mc:Fallback>
        </mc:AlternateContent>
      </p:grpSp>
      <p:grpSp>
        <p:nvGrpSpPr>
          <p:cNvPr id="63" name="グループ化 62">
            <a:extLst>
              <a:ext uri="{FF2B5EF4-FFF2-40B4-BE49-F238E27FC236}">
                <a16:creationId xmlns:a16="http://schemas.microsoft.com/office/drawing/2014/main" id="{6D2CE7A7-A25F-5349-72C0-DD1B9883304B}"/>
              </a:ext>
            </a:extLst>
          </p:cNvPr>
          <p:cNvGrpSpPr/>
          <p:nvPr/>
        </p:nvGrpSpPr>
        <p:grpSpPr>
          <a:xfrm>
            <a:off x="4132835" y="6130603"/>
            <a:ext cx="572040" cy="708840"/>
            <a:chOff x="2263092" y="6129225"/>
            <a:chExt cx="572040" cy="708840"/>
          </a:xfrm>
        </p:grpSpPr>
        <mc:AlternateContent xmlns:mc="http://schemas.openxmlformats.org/markup-compatibility/2006" xmlns:p14="http://schemas.microsoft.com/office/powerpoint/2010/main">
          <mc:Choice Requires="p14">
            <p:contentPart p14:bwMode="auto" r:id="rId34">
              <p14:nvContentPartPr>
                <p14:cNvPr id="55" name="インク 54">
                  <a:extLst>
                    <a:ext uri="{FF2B5EF4-FFF2-40B4-BE49-F238E27FC236}">
                      <a16:creationId xmlns:a16="http://schemas.microsoft.com/office/drawing/2014/main" id="{11A6A45B-1D33-997C-1746-0D515EF900E4}"/>
                    </a:ext>
                  </a:extLst>
                </p14:cNvPr>
                <p14:cNvContentPartPr/>
                <p14:nvPr/>
              </p14:nvContentPartPr>
              <p14:xfrm>
                <a:off x="2371812" y="6129225"/>
                <a:ext cx="360" cy="153360"/>
              </p14:xfrm>
            </p:contentPart>
          </mc:Choice>
          <mc:Fallback xmlns="">
            <p:pic>
              <p:nvPicPr>
                <p:cNvPr id="55" name="インク 54">
                  <a:extLst>
                    <a:ext uri="{FF2B5EF4-FFF2-40B4-BE49-F238E27FC236}">
                      <a16:creationId xmlns:a16="http://schemas.microsoft.com/office/drawing/2014/main" id="{11A6A45B-1D33-997C-1746-0D515EF900E4}"/>
                    </a:ext>
                  </a:extLst>
                </p:cNvPr>
                <p:cNvPicPr/>
                <p:nvPr/>
              </p:nvPicPr>
              <p:blipFill>
                <a:blip r:embed="rId35"/>
                <a:stretch>
                  <a:fillRect/>
                </a:stretch>
              </p:blipFill>
              <p:spPr>
                <a:xfrm>
                  <a:off x="2363172" y="6120225"/>
                  <a:ext cx="1800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56" name="インク 55">
                  <a:extLst>
                    <a:ext uri="{FF2B5EF4-FFF2-40B4-BE49-F238E27FC236}">
                      <a16:creationId xmlns:a16="http://schemas.microsoft.com/office/drawing/2014/main" id="{B4287A14-7024-A2EC-E177-B0613E457294}"/>
                    </a:ext>
                  </a:extLst>
                </p14:cNvPr>
                <p14:cNvContentPartPr/>
                <p14:nvPr/>
              </p14:nvContentPartPr>
              <p14:xfrm>
                <a:off x="2507172" y="6129225"/>
                <a:ext cx="18000" cy="172080"/>
              </p14:xfrm>
            </p:contentPart>
          </mc:Choice>
          <mc:Fallback xmlns="">
            <p:pic>
              <p:nvPicPr>
                <p:cNvPr id="56" name="インク 55">
                  <a:extLst>
                    <a:ext uri="{FF2B5EF4-FFF2-40B4-BE49-F238E27FC236}">
                      <a16:creationId xmlns:a16="http://schemas.microsoft.com/office/drawing/2014/main" id="{B4287A14-7024-A2EC-E177-B0613E457294}"/>
                    </a:ext>
                  </a:extLst>
                </p:cNvPr>
                <p:cNvPicPr/>
                <p:nvPr/>
              </p:nvPicPr>
              <p:blipFill>
                <a:blip r:embed="rId37"/>
                <a:stretch>
                  <a:fillRect/>
                </a:stretch>
              </p:blipFill>
              <p:spPr>
                <a:xfrm>
                  <a:off x="2498532" y="6120225"/>
                  <a:ext cx="3564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7" name="インク 56">
                  <a:extLst>
                    <a:ext uri="{FF2B5EF4-FFF2-40B4-BE49-F238E27FC236}">
                      <a16:creationId xmlns:a16="http://schemas.microsoft.com/office/drawing/2014/main" id="{E41A323C-FE01-32EA-E0B8-99363DA0F0F4}"/>
                    </a:ext>
                  </a:extLst>
                </p14:cNvPr>
                <p14:cNvContentPartPr/>
                <p14:nvPr/>
              </p14:nvContentPartPr>
              <p14:xfrm>
                <a:off x="2263092" y="6201225"/>
                <a:ext cx="401400" cy="167400"/>
              </p14:xfrm>
            </p:contentPart>
          </mc:Choice>
          <mc:Fallback xmlns="">
            <p:pic>
              <p:nvPicPr>
                <p:cNvPr id="57" name="インク 56">
                  <a:extLst>
                    <a:ext uri="{FF2B5EF4-FFF2-40B4-BE49-F238E27FC236}">
                      <a16:creationId xmlns:a16="http://schemas.microsoft.com/office/drawing/2014/main" id="{E41A323C-FE01-32EA-E0B8-99363DA0F0F4}"/>
                    </a:ext>
                  </a:extLst>
                </p:cNvPr>
                <p:cNvPicPr/>
                <p:nvPr/>
              </p:nvPicPr>
              <p:blipFill>
                <a:blip r:embed="rId39"/>
                <a:stretch>
                  <a:fillRect/>
                </a:stretch>
              </p:blipFill>
              <p:spPr>
                <a:xfrm>
                  <a:off x="2254452" y="6192585"/>
                  <a:ext cx="41904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58" name="インク 57">
                  <a:extLst>
                    <a:ext uri="{FF2B5EF4-FFF2-40B4-BE49-F238E27FC236}">
                      <a16:creationId xmlns:a16="http://schemas.microsoft.com/office/drawing/2014/main" id="{C19ABC2E-0739-9F41-29E2-CB2571C7540E}"/>
                    </a:ext>
                  </a:extLst>
                </p14:cNvPr>
                <p14:cNvContentPartPr/>
                <p14:nvPr/>
              </p14:nvContentPartPr>
              <p14:xfrm>
                <a:off x="2488092" y="6472665"/>
                <a:ext cx="101520" cy="365400"/>
              </p14:xfrm>
            </p:contentPart>
          </mc:Choice>
          <mc:Fallback xmlns="">
            <p:pic>
              <p:nvPicPr>
                <p:cNvPr id="58" name="インク 57">
                  <a:extLst>
                    <a:ext uri="{FF2B5EF4-FFF2-40B4-BE49-F238E27FC236}">
                      <a16:creationId xmlns:a16="http://schemas.microsoft.com/office/drawing/2014/main" id="{C19ABC2E-0739-9F41-29E2-CB2571C7540E}"/>
                    </a:ext>
                  </a:extLst>
                </p:cNvPr>
                <p:cNvPicPr/>
                <p:nvPr/>
              </p:nvPicPr>
              <p:blipFill>
                <a:blip r:embed="rId41"/>
                <a:stretch>
                  <a:fillRect/>
                </a:stretch>
              </p:blipFill>
              <p:spPr>
                <a:xfrm>
                  <a:off x="2479092" y="6464025"/>
                  <a:ext cx="119160" cy="383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9" name="インク 58">
                  <a:extLst>
                    <a:ext uri="{FF2B5EF4-FFF2-40B4-BE49-F238E27FC236}">
                      <a16:creationId xmlns:a16="http://schemas.microsoft.com/office/drawing/2014/main" id="{BB4687B7-2073-BD0B-E218-A7314E200F5E}"/>
                    </a:ext>
                  </a:extLst>
                </p14:cNvPr>
                <p14:cNvContentPartPr/>
                <p14:nvPr/>
              </p14:nvContentPartPr>
              <p14:xfrm>
                <a:off x="2462172" y="6653385"/>
                <a:ext cx="198720" cy="10440"/>
              </p14:xfrm>
            </p:contentPart>
          </mc:Choice>
          <mc:Fallback xmlns="">
            <p:pic>
              <p:nvPicPr>
                <p:cNvPr id="59" name="インク 58">
                  <a:extLst>
                    <a:ext uri="{FF2B5EF4-FFF2-40B4-BE49-F238E27FC236}">
                      <a16:creationId xmlns:a16="http://schemas.microsoft.com/office/drawing/2014/main" id="{BB4687B7-2073-BD0B-E218-A7314E200F5E}"/>
                    </a:ext>
                  </a:extLst>
                </p:cNvPr>
                <p:cNvPicPr/>
                <p:nvPr/>
              </p:nvPicPr>
              <p:blipFill>
                <a:blip r:embed="rId43"/>
                <a:stretch>
                  <a:fillRect/>
                </a:stretch>
              </p:blipFill>
              <p:spPr>
                <a:xfrm>
                  <a:off x="2453532" y="6644385"/>
                  <a:ext cx="21636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61" name="インク 60">
                  <a:extLst>
                    <a:ext uri="{FF2B5EF4-FFF2-40B4-BE49-F238E27FC236}">
                      <a16:creationId xmlns:a16="http://schemas.microsoft.com/office/drawing/2014/main" id="{C6ABF03A-1AFB-A0EF-75E7-99B564C54CFE}"/>
                    </a:ext>
                  </a:extLst>
                </p14:cNvPr>
                <p14:cNvContentPartPr/>
                <p14:nvPr/>
              </p14:nvContentPartPr>
              <p14:xfrm>
                <a:off x="2755932" y="6690105"/>
                <a:ext cx="79200" cy="110520"/>
              </p14:xfrm>
            </p:contentPart>
          </mc:Choice>
          <mc:Fallback xmlns="">
            <p:pic>
              <p:nvPicPr>
                <p:cNvPr id="61" name="インク 60">
                  <a:extLst>
                    <a:ext uri="{FF2B5EF4-FFF2-40B4-BE49-F238E27FC236}">
                      <a16:creationId xmlns:a16="http://schemas.microsoft.com/office/drawing/2014/main" id="{C6ABF03A-1AFB-A0EF-75E7-99B564C54CFE}"/>
                    </a:ext>
                  </a:extLst>
                </p:cNvPr>
                <p:cNvPicPr/>
                <p:nvPr/>
              </p:nvPicPr>
              <p:blipFill>
                <a:blip r:embed="rId45"/>
                <a:stretch>
                  <a:fillRect/>
                </a:stretch>
              </p:blipFill>
              <p:spPr>
                <a:xfrm>
                  <a:off x="2746932" y="6681465"/>
                  <a:ext cx="9684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2" name="インク 61">
                  <a:extLst>
                    <a:ext uri="{FF2B5EF4-FFF2-40B4-BE49-F238E27FC236}">
                      <a16:creationId xmlns:a16="http://schemas.microsoft.com/office/drawing/2014/main" id="{8BA83F71-CA2E-6303-CBC6-DD4810E505FB}"/>
                    </a:ext>
                  </a:extLst>
                </p14:cNvPr>
                <p14:cNvContentPartPr/>
                <p14:nvPr/>
              </p14:nvContentPartPr>
              <p14:xfrm>
                <a:off x="2751972" y="6589305"/>
                <a:ext cx="11880" cy="11160"/>
              </p14:xfrm>
            </p:contentPart>
          </mc:Choice>
          <mc:Fallback xmlns="">
            <p:pic>
              <p:nvPicPr>
                <p:cNvPr id="62" name="インク 61">
                  <a:extLst>
                    <a:ext uri="{FF2B5EF4-FFF2-40B4-BE49-F238E27FC236}">
                      <a16:creationId xmlns:a16="http://schemas.microsoft.com/office/drawing/2014/main" id="{8BA83F71-CA2E-6303-CBC6-DD4810E505FB}"/>
                    </a:ext>
                  </a:extLst>
                </p:cNvPr>
                <p:cNvPicPr/>
                <p:nvPr/>
              </p:nvPicPr>
              <p:blipFill>
                <a:blip r:embed="rId47"/>
                <a:stretch>
                  <a:fillRect/>
                </a:stretch>
              </p:blipFill>
              <p:spPr>
                <a:xfrm>
                  <a:off x="2743332" y="6580305"/>
                  <a:ext cx="29520" cy="28800"/>
                </a:xfrm>
                <a:prstGeom prst="rect">
                  <a:avLst/>
                </a:prstGeom>
              </p:spPr>
            </p:pic>
          </mc:Fallback>
        </mc:AlternateContent>
      </p:grpSp>
    </p:spTree>
    <p:extLst>
      <p:ext uri="{BB962C8B-B14F-4D97-AF65-F5344CB8AC3E}">
        <p14:creationId xmlns:p14="http://schemas.microsoft.com/office/powerpoint/2010/main" val="3809559490"/>
      </p:ext>
    </p:extLst>
  </p:cSld>
  <p:clrMapOvr>
    <a:masterClrMapping/>
  </p:clrMapOvr>
</p:sld>
</file>

<file path=ppt/theme/theme1.xml><?xml version="1.0" encoding="utf-8"?>
<a:theme xmlns:a="http://schemas.openxmlformats.org/drawingml/2006/main" name="GradientVTI">
  <a:themeElements>
    <a:clrScheme name="Office">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18556</TotalTime>
  <Words>496</Words>
  <Application>Microsoft Office PowerPoint</Application>
  <PresentationFormat>ワイド画面</PresentationFormat>
  <Paragraphs>47</Paragraphs>
  <Slides>8</Slides>
  <Notes>1</Notes>
  <HiddenSlides>1</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8</vt:i4>
      </vt:variant>
    </vt:vector>
  </HeadingPairs>
  <TitlesOfParts>
    <vt:vector size="12" baseType="lpstr">
      <vt:lpstr>Open Sans</vt:lpstr>
      <vt:lpstr>Arial</vt:lpstr>
      <vt:lpstr>Cambria Math</vt:lpstr>
      <vt:lpstr>GradientVTI</vt:lpstr>
      <vt:lpstr>進捗報告</vt:lpstr>
      <vt:lpstr>進捗</vt:lpstr>
      <vt:lpstr>題目</vt:lpstr>
      <vt:lpstr>要旨</vt:lpstr>
      <vt:lpstr>テスト内容</vt:lpstr>
      <vt:lpstr>テスト結果</vt:lpstr>
      <vt:lpstr>進捗と予定</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昇汰 三輪</dc:creator>
  <cp:lastModifiedBy>三輪　昇汰</cp:lastModifiedBy>
  <cp:revision>44</cp:revision>
  <dcterms:created xsi:type="dcterms:W3CDTF">2025-05-18T22:20:18Z</dcterms:created>
  <dcterms:modified xsi:type="dcterms:W3CDTF">2025-11-28T02:31:29Z</dcterms:modified>
</cp:coreProperties>
</file>