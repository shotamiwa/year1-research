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56" r:id="rId2"/>
    <p:sldId id="266" r:id="rId3"/>
    <p:sldId id="271" r:id="rId4"/>
    <p:sldId id="282" r:id="rId5"/>
    <p:sldId id="283" r:id="rId6"/>
    <p:sldId id="269" r:id="rId7"/>
    <p:sldId id="284" r:id="rId8"/>
    <p:sldId id="272" r:id="rId9"/>
  </p:sldIdLst>
  <p:sldSz cx="12192000" cy="6858000"/>
  <p:notesSz cx="6858000" cy="9144000"/>
  <p:embeddedFontLst>
    <p:embeddedFont>
      <p:font typeface="BIZ UDゴシック" panose="020B0400000000000000" pitchFamily="49" charset="-128"/>
      <p:regular r:id="rId11"/>
      <p:bold r:id="rId12"/>
    </p:embeddedFont>
    <p:embeddedFont>
      <p:font typeface="BIZ UD明朝 Medium" panose="02020500000000000000" pitchFamily="17" charset="-128"/>
      <p:regular r:id="rId13"/>
    </p:embeddedFont>
    <p:embeddedFont>
      <p:font typeface="Open Sans" panose="020B0606030504020204" pitchFamily="3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SP1TDKl9SlnSq0ofYxIRhWNpP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16252-574D-44B4-B3B2-BC42012E9720}" v="88" dt="2025-10-26T05:56:38.92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108" y="4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6.fntdata"/><Relationship Id="rId29" Type="http://customschemas.google.com/relationships/presentationmetadata" Target="NUL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昇汰 三輪" userId="ce91b2adc13b8b7b" providerId="LiveId" clId="{245B5E97-ACAF-49E7-B93A-FC9B929706B1}"/>
    <pc:docChg chg="undo custSel addSld delSld modSld">
      <pc:chgData name="昇汰 三輪" userId="ce91b2adc13b8b7b" providerId="LiveId" clId="{245B5E97-ACAF-49E7-B93A-FC9B929706B1}" dt="2025-10-26T05:56:44.047" v="1922" actId="20577"/>
      <pc:docMkLst>
        <pc:docMk/>
      </pc:docMkLst>
      <pc:sldChg chg="modSp mod">
        <pc:chgData name="昇汰 三輪" userId="ce91b2adc13b8b7b" providerId="LiveId" clId="{245B5E97-ACAF-49E7-B93A-FC9B929706B1}" dt="2025-10-26T05:31:58.386" v="1595" actId="20577"/>
        <pc:sldMkLst>
          <pc:docMk/>
          <pc:sldMk cId="2235334275" sldId="267"/>
        </pc:sldMkLst>
        <pc:spChg chg="mod">
          <ac:chgData name="昇汰 三輪" userId="ce91b2adc13b8b7b" providerId="LiveId" clId="{245B5E97-ACAF-49E7-B93A-FC9B929706B1}" dt="2025-10-26T05:31:58.386" v="1595" actId="20577"/>
          <ac:spMkLst>
            <pc:docMk/>
            <pc:sldMk cId="2235334275" sldId="267"/>
            <ac:spMk id="3" creationId="{2CBC8E78-E2C8-C8B5-040A-33338019B14B}"/>
          </ac:spMkLst>
        </pc:spChg>
      </pc:sldChg>
      <pc:sldChg chg="del">
        <pc:chgData name="昇汰 三輪" userId="ce91b2adc13b8b7b" providerId="LiveId" clId="{245B5E97-ACAF-49E7-B93A-FC9B929706B1}" dt="2025-10-26T05:09:20.401" v="1069" actId="47"/>
        <pc:sldMkLst>
          <pc:docMk/>
          <pc:sldMk cId="2992740550" sldId="268"/>
        </pc:sldMkLst>
      </pc:sldChg>
      <pc:sldChg chg="modSp mod">
        <pc:chgData name="昇汰 三輪" userId="ce91b2adc13b8b7b" providerId="LiveId" clId="{245B5E97-ACAF-49E7-B93A-FC9B929706B1}" dt="2025-10-26T02:16:27.987" v="939"/>
        <pc:sldMkLst>
          <pc:docMk/>
          <pc:sldMk cId="2252224369" sldId="269"/>
        </pc:sldMkLst>
        <pc:spChg chg="mod">
          <ac:chgData name="昇汰 三輪" userId="ce91b2adc13b8b7b" providerId="LiveId" clId="{245B5E97-ACAF-49E7-B93A-FC9B929706B1}" dt="2025-10-26T02:16:06.212" v="937" actId="20577"/>
          <ac:spMkLst>
            <pc:docMk/>
            <pc:sldMk cId="2252224369" sldId="269"/>
            <ac:spMk id="2" creationId="{F6379E91-F926-5D06-C684-8AB160AC4791}"/>
          </ac:spMkLst>
        </pc:spChg>
        <pc:spChg chg="mod">
          <ac:chgData name="昇汰 三輪" userId="ce91b2adc13b8b7b" providerId="LiveId" clId="{245B5E97-ACAF-49E7-B93A-FC9B929706B1}" dt="2025-10-26T02:16:27.987" v="939"/>
          <ac:spMkLst>
            <pc:docMk/>
            <pc:sldMk cId="2252224369" sldId="269"/>
            <ac:spMk id="3" creationId="{5C62C3A4-BB45-61AA-069A-13E46439F9C3}"/>
          </ac:spMkLst>
        </pc:spChg>
      </pc:sldChg>
      <pc:sldChg chg="add">
        <pc:chgData name="昇汰 三輪" userId="ce91b2adc13b8b7b" providerId="LiveId" clId="{245B5E97-ACAF-49E7-B93A-FC9B929706B1}" dt="2025-10-24T10:08:28.811" v="0"/>
        <pc:sldMkLst>
          <pc:docMk/>
          <pc:sldMk cId="2361122966" sldId="271"/>
        </pc:sldMkLst>
      </pc:sldChg>
      <pc:sldChg chg="modSp add mod">
        <pc:chgData name="昇汰 三輪" userId="ce91b2adc13b8b7b" providerId="LiveId" clId="{245B5E97-ACAF-49E7-B93A-FC9B929706B1}" dt="2025-10-26T05:56:44.047" v="1922" actId="20577"/>
        <pc:sldMkLst>
          <pc:docMk/>
          <pc:sldMk cId="2716303098" sldId="272"/>
        </pc:sldMkLst>
        <pc:spChg chg="mod">
          <ac:chgData name="昇汰 三輪" userId="ce91b2adc13b8b7b" providerId="LiveId" clId="{245B5E97-ACAF-49E7-B93A-FC9B929706B1}" dt="2025-10-26T05:09:31.960" v="1089" actId="20577"/>
          <ac:spMkLst>
            <pc:docMk/>
            <pc:sldMk cId="2716303098" sldId="272"/>
            <ac:spMk id="2" creationId="{5F9E3755-AC4E-E4A7-32A1-69B861A4B9F3}"/>
          </ac:spMkLst>
        </pc:spChg>
        <pc:spChg chg="mod">
          <ac:chgData name="昇汰 三輪" userId="ce91b2adc13b8b7b" providerId="LiveId" clId="{245B5E97-ACAF-49E7-B93A-FC9B929706B1}" dt="2025-10-26T05:56:44.047" v="1922" actId="20577"/>
          <ac:spMkLst>
            <pc:docMk/>
            <pc:sldMk cId="2716303098" sldId="272"/>
            <ac:spMk id="3" creationId="{01D4E1BB-7302-AB79-C28E-82A33BBCDE92}"/>
          </ac:spMkLst>
        </pc:spChg>
      </pc:sldChg>
      <pc:sldChg chg="addSp delSp modSp new mod">
        <pc:chgData name="昇汰 三輪" userId="ce91b2adc13b8b7b" providerId="LiveId" clId="{245B5E97-ACAF-49E7-B93A-FC9B929706B1}" dt="2025-10-24T12:50:42.251" v="73"/>
        <pc:sldMkLst>
          <pc:docMk/>
          <pc:sldMk cId="65381647" sldId="273"/>
        </pc:sldMkLst>
        <pc:spChg chg="mod">
          <ac:chgData name="昇汰 三輪" userId="ce91b2adc13b8b7b" providerId="LiveId" clId="{245B5E97-ACAF-49E7-B93A-FC9B929706B1}" dt="2025-10-24T12:37:47.973" v="47" actId="20577"/>
          <ac:spMkLst>
            <pc:docMk/>
            <pc:sldMk cId="65381647" sldId="273"/>
            <ac:spMk id="2" creationId="{6194FE25-4750-4FB7-8665-EC12E1863398}"/>
          </ac:spMkLst>
        </pc:spChg>
        <pc:spChg chg="mod">
          <ac:chgData name="昇汰 三輪" userId="ce91b2adc13b8b7b" providerId="LiveId" clId="{245B5E97-ACAF-49E7-B93A-FC9B929706B1}" dt="2025-10-24T12:50:42.251" v="73"/>
          <ac:spMkLst>
            <pc:docMk/>
            <pc:sldMk cId="65381647" sldId="273"/>
            <ac:spMk id="3" creationId="{BD9DB25B-0F1D-C2D9-1136-BBA25768D4FB}"/>
          </ac:spMkLst>
        </pc:spChg>
      </pc:sldChg>
      <pc:sldChg chg="addSp delSp modSp new mod">
        <pc:chgData name="昇汰 三輪" userId="ce91b2adc13b8b7b" providerId="LiveId" clId="{245B5E97-ACAF-49E7-B93A-FC9B929706B1}" dt="2025-10-24T13:58:42.408" v="482" actId="20577"/>
        <pc:sldMkLst>
          <pc:docMk/>
          <pc:sldMk cId="2904271851" sldId="274"/>
        </pc:sldMkLst>
        <pc:spChg chg="mod">
          <ac:chgData name="昇汰 三輪" userId="ce91b2adc13b8b7b" providerId="LiveId" clId="{245B5E97-ACAF-49E7-B93A-FC9B929706B1}" dt="2025-10-24T12:56:58.828" v="77"/>
          <ac:spMkLst>
            <pc:docMk/>
            <pc:sldMk cId="2904271851" sldId="274"/>
            <ac:spMk id="2" creationId="{396FCAF8-CD90-C8B7-D134-1239EBC3B24C}"/>
          </ac:spMkLst>
        </pc:spChg>
        <pc:spChg chg="mod">
          <ac:chgData name="昇汰 三輪" userId="ce91b2adc13b8b7b" providerId="LiveId" clId="{245B5E97-ACAF-49E7-B93A-FC9B929706B1}" dt="2025-10-24T13:58:42.408" v="482" actId="20577"/>
          <ac:spMkLst>
            <pc:docMk/>
            <pc:sldMk cId="2904271851" sldId="274"/>
            <ac:spMk id="3" creationId="{94C7DB20-4AB9-5B3A-C816-30EDA3C1BB46}"/>
          </ac:spMkLst>
        </pc:spChg>
      </pc:sldChg>
      <pc:sldChg chg="addSp delSp modSp new mod">
        <pc:chgData name="昇汰 三輪" userId="ce91b2adc13b8b7b" providerId="LiveId" clId="{245B5E97-ACAF-49E7-B93A-FC9B929706B1}" dt="2025-10-24T14:01:20.270" v="566" actId="20577"/>
        <pc:sldMkLst>
          <pc:docMk/>
          <pc:sldMk cId="4192633302" sldId="275"/>
        </pc:sldMkLst>
        <pc:spChg chg="mod">
          <ac:chgData name="昇汰 三輪" userId="ce91b2adc13b8b7b" providerId="LiveId" clId="{245B5E97-ACAF-49E7-B93A-FC9B929706B1}" dt="2025-10-24T14:01:20.270" v="566" actId="20577"/>
          <ac:spMkLst>
            <pc:docMk/>
            <pc:sldMk cId="4192633302" sldId="275"/>
            <ac:spMk id="2" creationId="{C593E69F-367D-31FD-9268-4C0038904531}"/>
          </ac:spMkLst>
        </pc:spChg>
        <pc:spChg chg="mod">
          <ac:chgData name="昇汰 三輪" userId="ce91b2adc13b8b7b" providerId="LiveId" clId="{245B5E97-ACAF-49E7-B93A-FC9B929706B1}" dt="2025-10-24T14:01:07.589" v="549" actId="20577"/>
          <ac:spMkLst>
            <pc:docMk/>
            <pc:sldMk cId="4192633302" sldId="275"/>
            <ac:spMk id="3" creationId="{7A48C012-0928-90AF-F151-A8D36C792C4E}"/>
          </ac:spMkLst>
        </pc:spChg>
        <pc:graphicFrameChg chg="add del mod modGraphic">
          <ac:chgData name="昇汰 三輪" userId="ce91b2adc13b8b7b" providerId="LiveId" clId="{245B5E97-ACAF-49E7-B93A-FC9B929706B1}" dt="2025-10-24T13:45:57.410" v="474" actId="1076"/>
          <ac:graphicFrameMkLst>
            <pc:docMk/>
            <pc:sldMk cId="4192633302" sldId="275"/>
            <ac:graphicFrameMk id="8" creationId="{CE332FF0-38BD-0E34-0367-44A7C9383EEA}"/>
          </ac:graphicFrameMkLst>
        </pc:graphicFrameChg>
      </pc:sldChg>
      <pc:sldChg chg="addSp modSp new mod">
        <pc:chgData name="昇汰 三輪" userId="ce91b2adc13b8b7b" providerId="LiveId" clId="{245B5E97-ACAF-49E7-B93A-FC9B929706B1}" dt="2025-10-24T14:56:54.921" v="673" actId="20577"/>
        <pc:sldMkLst>
          <pc:docMk/>
          <pc:sldMk cId="2756500221" sldId="276"/>
        </pc:sldMkLst>
        <pc:spChg chg="mod">
          <ac:chgData name="昇汰 三輪" userId="ce91b2adc13b8b7b" providerId="LiveId" clId="{245B5E97-ACAF-49E7-B93A-FC9B929706B1}" dt="2025-10-24T14:03:22.799" v="646" actId="20577"/>
          <ac:spMkLst>
            <pc:docMk/>
            <pc:sldMk cId="2756500221" sldId="276"/>
            <ac:spMk id="2" creationId="{0EF53CE9-497C-D04A-2330-83A4EE5EFE6C}"/>
          </ac:spMkLst>
        </pc:spChg>
        <pc:spChg chg="mod">
          <ac:chgData name="昇汰 三輪" userId="ce91b2adc13b8b7b" providerId="LiveId" clId="{245B5E97-ACAF-49E7-B93A-FC9B929706B1}" dt="2025-10-24T14:01:38.907" v="607" actId="20577"/>
          <ac:spMkLst>
            <pc:docMk/>
            <pc:sldMk cId="2756500221" sldId="276"/>
            <ac:spMk id="3" creationId="{00022C85-0C92-BCA4-1360-29ED294471D5}"/>
          </ac:spMkLst>
        </pc:spChg>
        <pc:graphicFrameChg chg="add mod modGraphic">
          <ac:chgData name="昇汰 三輪" userId="ce91b2adc13b8b7b" providerId="LiveId" clId="{245B5E97-ACAF-49E7-B93A-FC9B929706B1}" dt="2025-10-24T14:56:54.921" v="673" actId="20577"/>
          <ac:graphicFrameMkLst>
            <pc:docMk/>
            <pc:sldMk cId="2756500221" sldId="276"/>
            <ac:graphicFrameMk id="5" creationId="{73F0EF51-1A4C-51AE-79C8-42983B91B413}"/>
          </ac:graphicFrameMkLst>
        </pc:graphicFrameChg>
      </pc:sldChg>
      <pc:sldChg chg="modSp new mod">
        <pc:chgData name="昇汰 三輪" userId="ce91b2adc13b8b7b" providerId="LiveId" clId="{245B5E97-ACAF-49E7-B93A-FC9B929706B1}" dt="2025-10-25T22:57:19.580" v="912"/>
        <pc:sldMkLst>
          <pc:docMk/>
          <pc:sldMk cId="2380804988" sldId="277"/>
        </pc:sldMkLst>
        <pc:spChg chg="mod">
          <ac:chgData name="昇汰 三輪" userId="ce91b2adc13b8b7b" providerId="LiveId" clId="{245B5E97-ACAF-49E7-B93A-FC9B929706B1}" dt="2025-10-25T22:57:19.580" v="912"/>
          <ac:spMkLst>
            <pc:docMk/>
            <pc:sldMk cId="2380804988" sldId="277"/>
            <ac:spMk id="3" creationId="{91A040C9-032F-FBB5-A044-912D4E2B244F}"/>
          </ac:spMkLst>
        </pc:spChg>
      </pc:sldChg>
      <pc:sldChg chg="addSp delSp modSp new mod">
        <pc:chgData name="昇汰 三輪" userId="ce91b2adc13b8b7b" providerId="LiveId" clId="{245B5E97-ACAF-49E7-B93A-FC9B929706B1}" dt="2025-10-26T03:51:20.779" v="957" actId="20577"/>
        <pc:sldMkLst>
          <pc:docMk/>
          <pc:sldMk cId="1813477586" sldId="278"/>
        </pc:sldMkLst>
        <pc:spChg chg="mod">
          <ac:chgData name="昇汰 三輪" userId="ce91b2adc13b8b7b" providerId="LiveId" clId="{245B5E97-ACAF-49E7-B93A-FC9B929706B1}" dt="2025-10-26T02:55:29.564" v="944" actId="20577"/>
          <ac:spMkLst>
            <pc:docMk/>
            <pc:sldMk cId="1813477586" sldId="278"/>
            <ac:spMk id="2" creationId="{6A419532-134F-E3F9-6BE8-CA709A2142BE}"/>
          </ac:spMkLst>
        </pc:spChg>
        <pc:spChg chg="mod">
          <ac:chgData name="昇汰 三輪" userId="ce91b2adc13b8b7b" providerId="LiveId" clId="{245B5E97-ACAF-49E7-B93A-FC9B929706B1}" dt="2025-10-26T03:51:20.779" v="957" actId="20577"/>
          <ac:spMkLst>
            <pc:docMk/>
            <pc:sldMk cId="1813477586" sldId="278"/>
            <ac:spMk id="3" creationId="{DCFBA780-CC12-2A2D-38D3-6650D5A7A602}"/>
          </ac:spMkLst>
        </pc:spChg>
        <pc:spChg chg="add del">
          <ac:chgData name="昇汰 三輪" userId="ce91b2adc13b8b7b" providerId="LiveId" clId="{245B5E97-ACAF-49E7-B93A-FC9B929706B1}" dt="2025-10-26T02:55:26.947" v="942" actId="22"/>
          <ac:spMkLst>
            <pc:docMk/>
            <pc:sldMk cId="1813477586" sldId="278"/>
            <ac:spMk id="6" creationId="{AA240674-808D-2F87-24FC-B4AEFF2F4E22}"/>
          </ac:spMkLst>
        </pc:spChg>
      </pc:sldChg>
      <pc:sldChg chg="modSp new mod">
        <pc:chgData name="昇汰 三輪" userId="ce91b2adc13b8b7b" providerId="LiveId" clId="{245B5E97-ACAF-49E7-B93A-FC9B929706B1}" dt="2025-10-26T05:35:33.426" v="1622" actId="14100"/>
        <pc:sldMkLst>
          <pc:docMk/>
          <pc:sldMk cId="3760213938" sldId="279"/>
        </pc:sldMkLst>
        <pc:spChg chg="mod">
          <ac:chgData name="昇汰 三輪" userId="ce91b2adc13b8b7b" providerId="LiveId" clId="{245B5E97-ACAF-49E7-B93A-FC9B929706B1}" dt="2025-10-26T03:50:15.601" v="953"/>
          <ac:spMkLst>
            <pc:docMk/>
            <pc:sldMk cId="3760213938" sldId="279"/>
            <ac:spMk id="2" creationId="{A345990D-550E-E060-7C51-F02A3127FFE2}"/>
          </ac:spMkLst>
        </pc:spChg>
        <pc:spChg chg="mod">
          <ac:chgData name="昇汰 三輪" userId="ce91b2adc13b8b7b" providerId="LiveId" clId="{245B5E97-ACAF-49E7-B93A-FC9B929706B1}" dt="2025-10-26T05:35:33.426" v="1622" actId="14100"/>
          <ac:spMkLst>
            <pc:docMk/>
            <pc:sldMk cId="3760213938" sldId="279"/>
            <ac:spMk id="3" creationId="{96F59029-2388-7E94-DCBE-B346964BCAC9}"/>
          </ac:spMkLst>
        </pc:spChg>
      </pc:sldChg>
      <pc:sldChg chg="addSp delSp modSp new mod">
        <pc:chgData name="昇汰 三輪" userId="ce91b2adc13b8b7b" providerId="LiveId" clId="{245B5E97-ACAF-49E7-B93A-FC9B929706B1}" dt="2025-10-26T05:54:10.805" v="1802"/>
        <pc:sldMkLst>
          <pc:docMk/>
          <pc:sldMk cId="274613918" sldId="280"/>
        </pc:sldMkLst>
        <pc:spChg chg="mod">
          <ac:chgData name="昇汰 三輪" userId="ce91b2adc13b8b7b" providerId="LiveId" clId="{245B5E97-ACAF-49E7-B93A-FC9B929706B1}" dt="2025-10-26T03:51:34.590" v="961"/>
          <ac:spMkLst>
            <pc:docMk/>
            <pc:sldMk cId="274613918" sldId="280"/>
            <ac:spMk id="2" creationId="{D78F1B1D-FFAB-92C2-9469-C5C32A69F29F}"/>
          </ac:spMkLst>
        </pc:spChg>
        <pc:spChg chg="mod">
          <ac:chgData name="昇汰 三輪" userId="ce91b2adc13b8b7b" providerId="LiveId" clId="{245B5E97-ACAF-49E7-B93A-FC9B929706B1}" dt="2025-10-26T05:54:10.805" v="1802"/>
          <ac:spMkLst>
            <pc:docMk/>
            <pc:sldMk cId="274613918" sldId="280"/>
            <ac:spMk id="3" creationId="{8C9A4876-A985-729F-A2BD-B27D38C8BFBA}"/>
          </ac:spMkLst>
        </pc:spChg>
        <pc:spChg chg="add del">
          <ac:chgData name="昇汰 三輪" userId="ce91b2adc13b8b7b" providerId="LiveId" clId="{245B5E97-ACAF-49E7-B93A-FC9B929706B1}" dt="2025-10-26T03:51:33.882" v="960" actId="22"/>
          <ac:spMkLst>
            <pc:docMk/>
            <pc:sldMk cId="274613918" sldId="280"/>
            <ac:spMk id="6" creationId="{C02E3F9C-E2EF-BCBB-3B76-3531A2BAD90B}"/>
          </ac:spMkLst>
        </pc:spChg>
      </pc:sldChg>
      <pc:sldChg chg="modSp new mod">
        <pc:chgData name="昇汰 三輪" userId="ce91b2adc13b8b7b" providerId="LiveId" clId="{245B5E97-ACAF-49E7-B93A-FC9B929706B1}" dt="2025-10-26T05:53:56.496" v="1800" actId="20577"/>
        <pc:sldMkLst>
          <pc:docMk/>
          <pc:sldMk cId="141737389" sldId="281"/>
        </pc:sldMkLst>
        <pc:spChg chg="mod">
          <ac:chgData name="昇汰 三輪" userId="ce91b2adc13b8b7b" providerId="LiveId" clId="{245B5E97-ACAF-49E7-B93A-FC9B929706B1}" dt="2025-10-26T04:04:40.827" v="982"/>
          <ac:spMkLst>
            <pc:docMk/>
            <pc:sldMk cId="141737389" sldId="281"/>
            <ac:spMk id="2" creationId="{34849BC0-89B5-8F9E-CFBF-633958781F34}"/>
          </ac:spMkLst>
        </pc:spChg>
        <pc:spChg chg="mod">
          <ac:chgData name="昇汰 三輪" userId="ce91b2adc13b8b7b" providerId="LiveId" clId="{245B5E97-ACAF-49E7-B93A-FC9B929706B1}" dt="2025-10-26T05:53:56.496" v="1800" actId="20577"/>
          <ac:spMkLst>
            <pc:docMk/>
            <pc:sldMk cId="141737389" sldId="281"/>
            <ac:spMk id="3" creationId="{0FFE2057-F308-193D-2A60-BD7B06A62376}"/>
          </ac:spMkLst>
        </pc:spChg>
      </pc:sldChg>
      <pc:sldChg chg="addSp delSp modSp new mod">
        <pc:chgData name="昇汰 三輪" userId="ce91b2adc13b8b7b" providerId="LiveId" clId="{245B5E97-ACAF-49E7-B93A-FC9B929706B1}" dt="2025-10-26T05:44:08.349" v="1719" actId="113"/>
        <pc:sldMkLst>
          <pc:docMk/>
          <pc:sldMk cId="2057140211" sldId="282"/>
        </pc:sldMkLst>
        <pc:spChg chg="mod">
          <ac:chgData name="昇汰 三輪" userId="ce91b2adc13b8b7b" providerId="LiveId" clId="{245B5E97-ACAF-49E7-B93A-FC9B929706B1}" dt="2025-10-26T04:05:21.982" v="984"/>
          <ac:spMkLst>
            <pc:docMk/>
            <pc:sldMk cId="2057140211" sldId="282"/>
            <ac:spMk id="2" creationId="{85AF61A2-66C3-9A19-6604-F8FF2DA22612}"/>
          </ac:spMkLst>
        </pc:spChg>
        <pc:spChg chg="mod">
          <ac:chgData name="昇汰 三輪" userId="ce91b2adc13b8b7b" providerId="LiveId" clId="{245B5E97-ACAF-49E7-B93A-FC9B929706B1}" dt="2025-10-26T05:44:08.349" v="1719" actId="113"/>
          <ac:spMkLst>
            <pc:docMk/>
            <pc:sldMk cId="2057140211" sldId="282"/>
            <ac:spMk id="3" creationId="{80A12A53-C581-B4BA-1F2C-9C041A0A4E3C}"/>
          </ac:spMkLst>
        </pc:spChg>
        <pc:graphicFrameChg chg="add del mod modGraphic">
          <ac:chgData name="昇汰 三輪" userId="ce91b2adc13b8b7b" providerId="LiveId" clId="{245B5E97-ACAF-49E7-B93A-FC9B929706B1}" dt="2025-10-26T05:32:19.732" v="1596" actId="478"/>
          <ac:graphicFrameMkLst>
            <pc:docMk/>
            <pc:sldMk cId="2057140211" sldId="282"/>
            <ac:graphicFrameMk id="5" creationId="{EB2B78FB-BDDA-32C2-8D45-2D0EE74B0201}"/>
          </ac:graphicFrameMkLst>
        </pc:graphicFrameChg>
        <pc:graphicFrameChg chg="add del mod">
          <ac:chgData name="昇汰 三輪" userId="ce91b2adc13b8b7b" providerId="LiveId" clId="{245B5E97-ACAF-49E7-B93A-FC9B929706B1}" dt="2025-10-26T05:32:58.132" v="1600" actId="478"/>
          <ac:graphicFrameMkLst>
            <pc:docMk/>
            <pc:sldMk cId="2057140211" sldId="282"/>
            <ac:graphicFrameMk id="6" creationId="{852B5AAC-51F4-4DF0-D044-FABF35D46DE0}"/>
          </ac:graphicFrameMkLst>
        </pc:graphicFrameChg>
        <pc:graphicFrameChg chg="add mod modGraphic">
          <ac:chgData name="昇汰 三輪" userId="ce91b2adc13b8b7b" providerId="LiveId" clId="{245B5E97-ACAF-49E7-B93A-FC9B929706B1}" dt="2025-10-26T05:40:19.449" v="1637" actId="14100"/>
          <ac:graphicFrameMkLst>
            <pc:docMk/>
            <pc:sldMk cId="2057140211" sldId="282"/>
            <ac:graphicFrameMk id="7" creationId="{20DADA8F-07D6-9250-8414-06C6FF9299B1}"/>
          </ac:graphicFrameMkLst>
        </pc:graphicFrameChg>
      </pc:sldChg>
      <pc:sldChg chg="addSp modSp new mod">
        <pc:chgData name="昇汰 三輪" userId="ce91b2adc13b8b7b" providerId="LiveId" clId="{245B5E97-ACAF-49E7-B93A-FC9B929706B1}" dt="2025-10-26T05:44:31.634" v="1721" actId="14734"/>
        <pc:sldMkLst>
          <pc:docMk/>
          <pc:sldMk cId="1374905815" sldId="283"/>
        </pc:sldMkLst>
        <pc:spChg chg="mod">
          <ac:chgData name="昇汰 三輪" userId="ce91b2adc13b8b7b" providerId="LiveId" clId="{245B5E97-ACAF-49E7-B93A-FC9B929706B1}" dt="2025-10-26T05:36:47.519" v="1629"/>
          <ac:spMkLst>
            <pc:docMk/>
            <pc:sldMk cId="1374905815" sldId="283"/>
            <ac:spMk id="2" creationId="{FCC1BA26-E4D9-F4DC-4B3F-8577489BC406}"/>
          </ac:spMkLst>
        </pc:spChg>
        <pc:spChg chg="mod">
          <ac:chgData name="昇汰 三輪" userId="ce91b2adc13b8b7b" providerId="LiveId" clId="{245B5E97-ACAF-49E7-B93A-FC9B929706B1}" dt="2025-10-26T05:44:00.982" v="1716"/>
          <ac:spMkLst>
            <pc:docMk/>
            <pc:sldMk cId="1374905815" sldId="283"/>
            <ac:spMk id="3" creationId="{3315F7D3-1835-B499-86DB-B62C6FD7AB7D}"/>
          </ac:spMkLst>
        </pc:spChg>
        <pc:graphicFrameChg chg="add mod modGraphic">
          <ac:chgData name="昇汰 三輪" userId="ce91b2adc13b8b7b" providerId="LiveId" clId="{245B5E97-ACAF-49E7-B93A-FC9B929706B1}" dt="2025-10-26T05:44:31.634" v="1721" actId="14734"/>
          <ac:graphicFrameMkLst>
            <pc:docMk/>
            <pc:sldMk cId="1374905815" sldId="283"/>
            <ac:graphicFrameMk id="5" creationId="{E3C7E616-7D9E-7DDD-815B-93054456F7AB}"/>
          </ac:graphicFrameMkLst>
        </pc:graphicFrameChg>
        <pc:graphicFrameChg chg="add mod">
          <ac:chgData name="昇汰 三輪" userId="ce91b2adc13b8b7b" providerId="LiveId" clId="{245B5E97-ACAF-49E7-B93A-FC9B929706B1}" dt="2025-10-26T05:36:17.971" v="1625"/>
          <ac:graphicFrameMkLst>
            <pc:docMk/>
            <pc:sldMk cId="1374905815" sldId="283"/>
            <ac:graphicFrameMk id="6" creationId="{7D615020-6D64-2562-66A6-702B9D16611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
          <p:cNvSpPr txBox="1">
            <a:spLocks noGrp="1"/>
          </p:cNvSpPr>
          <p:nvPr>
            <p:ph type="ctrTitle"/>
          </p:nvPr>
        </p:nvSpPr>
        <p:spPr>
          <a:xfrm>
            <a:off x="1524000" y="1122363"/>
            <a:ext cx="9144000" cy="23876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0"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
          <p:cNvSpPr txBox="1">
            <a:spLocks noGrp="1"/>
          </p:cNvSpPr>
          <p:nvPr>
            <p:ph type="subTitle" idx="1"/>
          </p:nvPr>
        </p:nvSpPr>
        <p:spPr>
          <a:xfrm>
            <a:off x="1524000" y="3602038"/>
            <a:ext cx="9144000" cy="1655762"/>
          </a:xfrm>
          <a:prstGeom prst="rect">
            <a:avLst/>
          </a:prstGeom>
          <a:noFill/>
          <a:ln>
            <a:noFill/>
          </a:ln>
        </p:spPr>
        <p:txBody>
          <a:bodyPr spcFirstLastPara="1" wrap="square" lIns="109725" tIns="109725" rIns="109725" bIns="91425" anchor="t" anchorCtr="0">
            <a:noAutofit/>
          </a:bodyPr>
          <a:lstStyle>
            <a:lvl1pPr lvl="0" algn="l">
              <a:lnSpc>
                <a:spcPct val="110000"/>
              </a:lnSpc>
              <a:spcBef>
                <a:spcPts val="1000"/>
              </a:spcBef>
              <a:spcAft>
                <a:spcPts val="0"/>
              </a:spcAft>
              <a:buClr>
                <a:schemeClr val="dk1"/>
              </a:buClr>
              <a:buSzPts val="2400"/>
              <a:buNone/>
              <a:defRPr sz="24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1" name="Google Shape;21;p5"/>
          <p:cNvCxnSpPr/>
          <p:nvPr/>
        </p:nvCxnSpPr>
        <p:spPr>
          <a:xfrm>
            <a:off x="715890" y="1114050"/>
            <a:ext cx="0" cy="5735637"/>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6"/>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6"/>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8" name="Google Shape;28;p6"/>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831850" y="1709738"/>
            <a:ext cx="10515600" cy="2852737"/>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1"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
          <p:cNvSpPr txBox="1">
            <a:spLocks noGrp="1"/>
          </p:cNvSpPr>
          <p:nvPr>
            <p:ph type="body" idx="1"/>
          </p:nvPr>
        </p:nvSpPr>
        <p:spPr>
          <a:xfrm>
            <a:off x="831850" y="4589463"/>
            <a:ext cx="10515600" cy="1500187"/>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rgbClr val="888888"/>
              </a:buClr>
              <a:buSzPts val="2400"/>
              <a:buNone/>
              <a:defRPr sz="2400">
                <a:solidFill>
                  <a:srgbClr val="888888"/>
                </a:solidFill>
              </a:defRPr>
            </a:lvl1pPr>
            <a:lvl2pPr marL="914400" lvl="1" indent="-228600" algn="l">
              <a:lnSpc>
                <a:spcPct val="110000"/>
              </a:lnSpc>
              <a:spcBef>
                <a:spcPts val="500"/>
              </a:spcBef>
              <a:spcAft>
                <a:spcPts val="0"/>
              </a:spcAft>
              <a:buClr>
                <a:srgbClr val="888888"/>
              </a:buClr>
              <a:buSzPts val="2000"/>
              <a:buNone/>
              <a:defRPr sz="2000">
                <a:solidFill>
                  <a:srgbClr val="888888"/>
                </a:solidFill>
              </a:defRPr>
            </a:lvl2pPr>
            <a:lvl3pPr marL="1371600" lvl="2" indent="-228600" algn="l">
              <a:lnSpc>
                <a:spcPct val="110000"/>
              </a:lnSpc>
              <a:spcBef>
                <a:spcPts val="500"/>
              </a:spcBef>
              <a:spcAft>
                <a:spcPts val="0"/>
              </a:spcAft>
              <a:buClr>
                <a:srgbClr val="888888"/>
              </a:buClr>
              <a:buSzPts val="1800"/>
              <a:buNone/>
              <a:defRPr sz="1800">
                <a:solidFill>
                  <a:srgbClr val="888888"/>
                </a:solidFill>
              </a:defRPr>
            </a:lvl3pPr>
            <a:lvl4pPr marL="1828800" lvl="3" indent="-228600" algn="l">
              <a:lnSpc>
                <a:spcPct val="110000"/>
              </a:lnSpc>
              <a:spcBef>
                <a:spcPts val="500"/>
              </a:spcBef>
              <a:spcAft>
                <a:spcPts val="0"/>
              </a:spcAft>
              <a:buClr>
                <a:srgbClr val="888888"/>
              </a:buClr>
              <a:buSzPts val="1600"/>
              <a:buNone/>
              <a:defRPr sz="1600">
                <a:solidFill>
                  <a:srgbClr val="888888"/>
                </a:solidFill>
              </a:defRPr>
            </a:lvl4pPr>
            <a:lvl5pPr marL="2286000" lvl="4" indent="-228600" algn="l">
              <a:lnSpc>
                <a:spcPct val="11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7"/>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35" name="Google Shape;35;p7"/>
          <p:cNvCxnSpPr/>
          <p:nvPr/>
        </p:nvCxnSpPr>
        <p:spPr>
          <a:xfrm>
            <a:off x="715890" y="1701425"/>
            <a:ext cx="0" cy="5148262"/>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838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8"/>
          <p:cNvSpPr txBox="1">
            <a:spLocks noGrp="1"/>
          </p:cNvSpPr>
          <p:nvPr>
            <p:ph type="body" idx="2"/>
          </p:nvPr>
        </p:nvSpPr>
        <p:spPr>
          <a:xfrm>
            <a:off x="6172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8"/>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43" name="Google Shape;43;p8"/>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839788"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
          <p:cNvSpPr txBox="1">
            <a:spLocks noGrp="1"/>
          </p:cNvSpPr>
          <p:nvPr>
            <p:ph type="body" idx="1"/>
          </p:nvPr>
        </p:nvSpPr>
        <p:spPr>
          <a:xfrm>
            <a:off x="839788" y="1681163"/>
            <a:ext cx="5157787"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9"/>
          <p:cNvSpPr txBox="1">
            <a:spLocks noGrp="1"/>
          </p:cNvSpPr>
          <p:nvPr>
            <p:ph type="body" idx="2"/>
          </p:nvPr>
        </p:nvSpPr>
        <p:spPr>
          <a:xfrm>
            <a:off x="839788" y="2505075"/>
            <a:ext cx="5157787"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9"/>
          <p:cNvSpPr txBox="1">
            <a:spLocks noGrp="1"/>
          </p:cNvSpPr>
          <p:nvPr>
            <p:ph type="body" idx="3"/>
          </p:nvPr>
        </p:nvSpPr>
        <p:spPr>
          <a:xfrm>
            <a:off x="6172200" y="1681163"/>
            <a:ext cx="5183188"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9"/>
          <p:cNvSpPr txBox="1">
            <a:spLocks noGrp="1"/>
          </p:cNvSpPr>
          <p:nvPr>
            <p:ph type="body" idx="4"/>
          </p:nvPr>
        </p:nvSpPr>
        <p:spPr>
          <a:xfrm>
            <a:off x="6172200" y="2505075"/>
            <a:ext cx="5183188"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9"/>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3" name="Google Shape;53;p9"/>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0"/>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0"/>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9" name="Google Shape;59;p10"/>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64" name="Google Shape;64;p11"/>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2"/>
          <p:cNvSpPr txBox="1">
            <a:spLocks noGrp="1"/>
          </p:cNvSpPr>
          <p:nvPr>
            <p:ph type="body" idx="1"/>
          </p:nvPr>
        </p:nvSpPr>
        <p:spPr>
          <a:xfrm>
            <a:off x="5183188" y="987425"/>
            <a:ext cx="6172200" cy="4873625"/>
          </a:xfrm>
          <a:prstGeom prst="rect">
            <a:avLst/>
          </a:prstGeom>
          <a:noFill/>
          <a:ln>
            <a:noFill/>
          </a:ln>
        </p:spPr>
        <p:txBody>
          <a:bodyPr spcFirstLastPara="1" wrap="square" lIns="109725" tIns="109725" rIns="109725" bIns="91425" anchor="t" anchorCtr="0">
            <a:noAutofit/>
          </a:bodyPr>
          <a:lstStyle>
            <a:lvl1pPr marL="457200" lvl="0" indent="-431800" algn="l">
              <a:lnSpc>
                <a:spcPct val="110000"/>
              </a:lnSpc>
              <a:spcBef>
                <a:spcPts val="1000"/>
              </a:spcBef>
              <a:spcAft>
                <a:spcPts val="0"/>
              </a:spcAft>
              <a:buClr>
                <a:schemeClr val="dk1"/>
              </a:buClr>
              <a:buSzPts val="3200"/>
              <a:buChar char="•"/>
              <a:defRPr sz="3200"/>
            </a:lvl1pPr>
            <a:lvl2pPr marL="914400" lvl="1" indent="-406400" algn="l">
              <a:lnSpc>
                <a:spcPct val="110000"/>
              </a:lnSpc>
              <a:spcBef>
                <a:spcPts val="500"/>
              </a:spcBef>
              <a:spcAft>
                <a:spcPts val="0"/>
              </a:spcAft>
              <a:buClr>
                <a:schemeClr val="dk1"/>
              </a:buClr>
              <a:buSzPts val="2800"/>
              <a:buChar char="•"/>
              <a:defRPr sz="2800"/>
            </a:lvl2pPr>
            <a:lvl3pPr marL="1371600" lvl="2" indent="-381000" algn="l">
              <a:lnSpc>
                <a:spcPct val="110000"/>
              </a:lnSpc>
              <a:spcBef>
                <a:spcPts val="500"/>
              </a:spcBef>
              <a:spcAft>
                <a:spcPts val="0"/>
              </a:spcAft>
              <a:buClr>
                <a:schemeClr val="dk1"/>
              </a:buClr>
              <a:buSzPts val="2400"/>
              <a:buChar char="•"/>
              <a:defRPr sz="24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2"/>
          <p:cNvSpPr txBox="1">
            <a:spLocks noGrp="1"/>
          </p:cNvSpPr>
          <p:nvPr>
            <p:ph type="body" idx="2"/>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2"/>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2"/>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72" name="Google Shape;72;p12"/>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3"/>
          <p:cNvSpPr>
            <a:spLocks noGrp="1"/>
          </p:cNvSpPr>
          <p:nvPr>
            <p:ph type="pic" idx="2"/>
          </p:nvPr>
        </p:nvSpPr>
        <p:spPr>
          <a:xfrm>
            <a:off x="5183188" y="987425"/>
            <a:ext cx="6172200" cy="4873625"/>
          </a:xfrm>
          <a:prstGeom prst="rect">
            <a:avLst/>
          </a:prstGeom>
          <a:noFill/>
          <a:ln>
            <a:noFill/>
          </a:ln>
        </p:spPr>
      </p:sp>
      <p:sp>
        <p:nvSpPr>
          <p:cNvPr id="76" name="Google Shape;76;p13"/>
          <p:cNvSpPr txBox="1">
            <a:spLocks noGrp="1"/>
          </p:cNvSpPr>
          <p:nvPr>
            <p:ph type="body" idx="1"/>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0" name="Google Shape;80;p13"/>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4"/>
          <p:cNvSpPr txBox="1">
            <a:spLocks noGrp="1"/>
          </p:cNvSpPr>
          <p:nvPr>
            <p:ph type="body" idx="1"/>
          </p:nvPr>
        </p:nvSpPr>
        <p:spPr>
          <a:xfrm rot="5400000">
            <a:off x="3920331" y="-1256506"/>
            <a:ext cx="4351338" cy="105156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7" name="Google Shape;87;p14"/>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rot="5400000">
            <a:off x="7133431" y="1956594"/>
            <a:ext cx="5811838" cy="2628900"/>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5"/>
          <p:cNvSpPr txBox="1">
            <a:spLocks noGrp="1"/>
          </p:cNvSpPr>
          <p:nvPr>
            <p:ph type="body" idx="1"/>
          </p:nvPr>
        </p:nvSpPr>
        <p:spPr>
          <a:xfrm rot="5400000">
            <a:off x="1799431" y="-596106"/>
            <a:ext cx="5811838" cy="77343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94" name="Google Shape;94;p15"/>
          <p:cNvCxnSpPr/>
          <p:nvPr/>
        </p:nvCxnSpPr>
        <p:spPr>
          <a:xfrm rot="10800000" flipH="1">
            <a:off x="8313" y="261865"/>
            <a:ext cx="11353802" cy="1"/>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marR="0" lvl="0" algn="l" rtl="0">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marR="0" lvl="0" indent="-406400" algn="l" rtl="0">
              <a:lnSpc>
                <a:spcPct val="11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0" name="Google Shape;100;p1"/>
          <p:cNvSpPr/>
          <p:nvPr/>
        </p:nvSpPr>
        <p:spPr>
          <a:xfrm>
            <a:off x="8878" y="0"/>
            <a:ext cx="12192000" cy="6858000"/>
          </a:xfrm>
          <a:prstGeom prst="rect">
            <a:avLst/>
          </a:prstGeom>
          <a:gradFill>
            <a:gsLst>
              <a:gs pos="0">
                <a:schemeClr val="accent2"/>
              </a:gs>
              <a:gs pos="100000">
                <a:schemeClr val="accent4"/>
              </a:gs>
            </a:gsLst>
            <a:lin ang="189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102" name="Google Shape;102;p1"/>
          <p:cNvSpPr txBox="1">
            <a:spLocks noGrp="1"/>
          </p:cNvSpPr>
          <p:nvPr>
            <p:ph type="ctrTitle"/>
          </p:nvPr>
        </p:nvSpPr>
        <p:spPr>
          <a:xfrm>
            <a:off x="1256275" y="2271449"/>
            <a:ext cx="9679449" cy="2847058"/>
          </a:xfrm>
          <a:prstGeom prst="rect">
            <a:avLst/>
          </a:prstGeom>
          <a:noFill/>
          <a:ln>
            <a:noFill/>
          </a:ln>
        </p:spPr>
        <p:txBody>
          <a:bodyPr spcFirstLastPara="1" wrap="square" lIns="109725" tIns="109725" rIns="109725" bIns="91425" anchor="b" anchorCtr="0">
            <a:normAutofit/>
          </a:bodyPr>
          <a:lstStyle/>
          <a:p>
            <a:pPr marL="0" lvl="0" indent="0" algn="l" rtl="0">
              <a:lnSpc>
                <a:spcPct val="110000"/>
              </a:lnSpc>
              <a:spcBef>
                <a:spcPts val="0"/>
              </a:spcBef>
              <a:spcAft>
                <a:spcPts val="0"/>
              </a:spcAft>
              <a:buClr>
                <a:srgbClr val="FFFFFF"/>
              </a:buClr>
              <a:buSzPts val="7200"/>
              <a:buFont typeface="Arial"/>
              <a:buNone/>
            </a:pPr>
            <a:r>
              <a:rPr lang="en-US" sz="7200" dirty="0" err="1">
                <a:solidFill>
                  <a:srgbClr val="FFFFFF"/>
                </a:solidFill>
              </a:rPr>
              <a:t>進捗報告</a:t>
            </a:r>
            <a:endParaRPr dirty="0"/>
          </a:p>
        </p:txBody>
      </p:sp>
      <p:sp>
        <p:nvSpPr>
          <p:cNvPr id="103" name="Google Shape;103;p1"/>
          <p:cNvSpPr txBox="1">
            <a:spLocks noGrp="1"/>
          </p:cNvSpPr>
          <p:nvPr>
            <p:ph type="subTitle" idx="1"/>
          </p:nvPr>
        </p:nvSpPr>
        <p:spPr>
          <a:xfrm>
            <a:off x="1256275" y="5098254"/>
            <a:ext cx="9679449" cy="750259"/>
          </a:xfrm>
          <a:prstGeom prst="rect">
            <a:avLst/>
          </a:prstGeom>
          <a:noFill/>
          <a:ln>
            <a:noFill/>
          </a:ln>
        </p:spPr>
        <p:txBody>
          <a:bodyPr spcFirstLastPara="1" wrap="square" lIns="109725" tIns="109725" rIns="109725" bIns="91425" anchor="ctr" anchorCtr="0">
            <a:normAutofit/>
          </a:bodyPr>
          <a:lstStyle/>
          <a:p>
            <a:pPr marL="0" lvl="0" indent="0" algn="l" rtl="0">
              <a:lnSpc>
                <a:spcPct val="110000"/>
              </a:lnSpc>
              <a:spcBef>
                <a:spcPts val="0"/>
              </a:spcBef>
              <a:spcAft>
                <a:spcPts val="0"/>
              </a:spcAft>
              <a:buClr>
                <a:srgbClr val="FFFFFF"/>
              </a:buClr>
              <a:buSzPts val="2400"/>
              <a:buNone/>
            </a:pPr>
            <a:r>
              <a:rPr lang="en-US" dirty="0">
                <a:solidFill>
                  <a:srgbClr val="FFFFFF"/>
                </a:solidFill>
              </a:rPr>
              <a:t>Al21120　三輪昇汰　2025/ 11/ 7</a:t>
            </a:r>
            <a:endParaRPr dirty="0">
              <a:solidFill>
                <a:srgbClr val="FFFFFF"/>
              </a:solidFill>
            </a:endParaRPr>
          </a:p>
        </p:txBody>
      </p:sp>
      <p:cxnSp>
        <p:nvCxnSpPr>
          <p:cNvPr id="104" name="Google Shape;104;p1"/>
          <p:cNvCxnSpPr/>
          <p:nvPr/>
        </p:nvCxnSpPr>
        <p:spPr>
          <a:xfrm>
            <a:off x="8878" y="806470"/>
            <a:ext cx="8453437" cy="0"/>
          </a:xfrm>
          <a:prstGeom prst="straightConnector1">
            <a:avLst/>
          </a:prstGeom>
          <a:noFill/>
          <a:ln w="25400" cap="sq" cmpd="sng">
            <a:solidFill>
              <a:srgbClr val="FFFFFF"/>
            </a:solidFill>
            <a:prstDash val="solid"/>
            <a:bevel/>
            <a:headEnd type="none" w="sm" len="sm"/>
            <a:tailEnd type="none" w="sm" len="sm"/>
          </a:ln>
        </p:spPr>
      </p:cxnSp>
      <p:sp>
        <p:nvSpPr>
          <p:cNvPr id="105" name="Google Shape;105;p1"/>
          <p:cNvSpPr/>
          <p:nvPr/>
        </p:nvSpPr>
        <p:spPr>
          <a:xfrm>
            <a:off x="544954" y="2875093"/>
            <a:ext cx="139039" cy="139039"/>
          </a:xfrm>
          <a:custGeom>
            <a:avLst/>
            <a:gdLst/>
            <a:ahLst/>
            <a:cxnLst/>
            <a:rect l="l" t="t" r="r" b="b"/>
            <a:pathLst>
              <a:path w="139039" h="139039" extrusionOk="0">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6" name="Google Shape;106;p1"/>
          <p:cNvSpPr/>
          <p:nvPr/>
        </p:nvSpPr>
        <p:spPr>
          <a:xfrm>
            <a:off x="903734" y="3104388"/>
            <a:ext cx="91138" cy="91138"/>
          </a:xfrm>
          <a:custGeom>
            <a:avLst/>
            <a:gdLst/>
            <a:ahLst/>
            <a:cxnLst/>
            <a:rect l="l" t="t" r="r" b="b"/>
            <a:pathLst>
              <a:path w="91138" h="91138" extrusionOk="0">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7" name="Google Shape;107;p1"/>
          <p:cNvSpPr/>
          <p:nvPr/>
        </p:nvSpPr>
        <p:spPr>
          <a:xfrm>
            <a:off x="529414" y="3619532"/>
            <a:ext cx="127714" cy="127714"/>
          </a:xfrm>
          <a:custGeom>
            <a:avLst/>
            <a:gdLst/>
            <a:ahLst/>
            <a:cxnLst/>
            <a:rect l="l" t="t" r="r" b="b"/>
            <a:pathLst>
              <a:path w="127714" h="127714" extrusionOk="0">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8" name="Google Shape;108;p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p>
            <a:pPr marL="0" lvl="0" indent="0" algn="l" rtl="0">
              <a:lnSpc>
                <a:spcPct val="110000"/>
              </a:lnSpc>
              <a:spcBef>
                <a:spcPts val="0"/>
              </a:spcBef>
              <a:spcAft>
                <a:spcPts val="0"/>
              </a:spcAft>
              <a:buClr>
                <a:schemeClr val="dk1"/>
              </a:buClr>
              <a:buSzPts val="4400"/>
              <a:buFont typeface="Arial"/>
              <a:buNone/>
            </a:pPr>
            <a:r>
              <a:rPr lang="ja-JP" dirty="0"/>
              <a:t>研究目標</a:t>
            </a:r>
            <a:endParaRPr dirty="0"/>
          </a:p>
        </p:txBody>
      </p:sp>
      <p:sp>
        <p:nvSpPr>
          <p:cNvPr id="114" name="Google Shape;114;p2"/>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p>
            <a:pPr marL="0" lvl="0" indent="0" algn="r" rtl="0">
              <a:spcBef>
                <a:spcPts val="0"/>
              </a:spcBef>
              <a:spcAft>
                <a:spcPts val="0"/>
              </a:spcAft>
              <a:buNone/>
            </a:pPr>
            <a:fld id="{00000000-1234-1234-1234-123412341234}" type="slidenum">
              <a:rPr lang="en-US" altLang="ja-JP"/>
              <a:t>2</a:t>
            </a:fld>
            <a:endParaRPr/>
          </a:p>
        </p:txBody>
      </p:sp>
      <p:sp>
        <p:nvSpPr>
          <p:cNvPr id="115" name="Google Shape;115;p2"/>
          <p:cNvSpPr txBox="1">
            <a:spLocks noGrp="1"/>
          </p:cNvSpPr>
          <p:nvPr>
            <p:ph type="body" idx="1"/>
          </p:nvPr>
        </p:nvSpPr>
        <p:spPr>
          <a:xfrm>
            <a:off x="838200" y="1825624"/>
            <a:ext cx="10359189" cy="2265113"/>
          </a:xfrm>
          <a:prstGeom prst="rect">
            <a:avLst/>
          </a:prstGeom>
          <a:noFill/>
          <a:ln>
            <a:noFill/>
          </a:ln>
        </p:spPr>
        <p:txBody>
          <a:bodyPr spcFirstLastPara="1" wrap="square" lIns="109725" tIns="109725" rIns="109725" bIns="91425" anchor="t" anchorCtr="0">
            <a:noAutofit/>
          </a:bodyPr>
          <a:lstStyle/>
          <a:p>
            <a:pPr marL="228600" lvl="0" indent="-228600" algn="l" rtl="0">
              <a:lnSpc>
                <a:spcPct val="110000"/>
              </a:lnSpc>
              <a:spcBef>
                <a:spcPts val="0"/>
              </a:spcBef>
              <a:spcAft>
                <a:spcPts val="0"/>
              </a:spcAft>
              <a:buClr>
                <a:schemeClr val="dk1"/>
              </a:buClr>
              <a:buSzPts val="2800"/>
              <a:buChar char="•"/>
            </a:pPr>
            <a:r>
              <a:rPr lang="en-US" altLang="ja-JP" dirty="0"/>
              <a:t> </a:t>
            </a:r>
            <a:r>
              <a:rPr lang="ja-JP" dirty="0"/>
              <a:t>Youtube</a:t>
            </a:r>
            <a:r>
              <a:rPr lang="ja-JP" altLang="en-US" dirty="0"/>
              <a:t>生配信</a:t>
            </a:r>
            <a:r>
              <a:rPr lang="ja-JP" dirty="0"/>
              <a:t>動画の字幕をトピック分割し</a:t>
            </a:r>
            <a:r>
              <a:rPr lang="ja-JP" altLang="en-US" dirty="0"/>
              <a:t>，</a:t>
            </a:r>
            <a:endParaRPr lang="en-US" altLang="ja-JP" dirty="0"/>
          </a:p>
          <a:p>
            <a:pPr marL="0" lvl="0" indent="0" algn="l" rtl="0">
              <a:lnSpc>
                <a:spcPct val="110000"/>
              </a:lnSpc>
              <a:spcBef>
                <a:spcPts val="0"/>
              </a:spcBef>
              <a:spcAft>
                <a:spcPts val="0"/>
              </a:spcAft>
              <a:buClr>
                <a:schemeClr val="dk1"/>
              </a:buClr>
              <a:buSzPts val="2800"/>
              <a:buNone/>
            </a:pPr>
            <a:r>
              <a:rPr lang="ja-JP" altLang="en-US" dirty="0"/>
              <a:t>　チャットログから</a:t>
            </a:r>
            <a:r>
              <a:rPr lang="ja-JP" dirty="0"/>
              <a:t>盛り上がり分析を行</a:t>
            </a:r>
            <a:r>
              <a:rPr lang="ja-JP" altLang="en-US" dirty="0"/>
              <a:t>うことで，</a:t>
            </a:r>
            <a:endParaRPr lang="en-US" altLang="ja-JP" dirty="0"/>
          </a:p>
          <a:p>
            <a:pPr marL="0" lvl="0" indent="0">
              <a:spcBef>
                <a:spcPts val="0"/>
              </a:spcBef>
              <a:buSzPts val="2800"/>
              <a:buNone/>
            </a:pPr>
            <a:r>
              <a:rPr lang="ja-JP" altLang="en-US" dirty="0"/>
              <a:t>　</a:t>
            </a:r>
            <a:r>
              <a:rPr lang="ja-JP" altLang="ja-JP" dirty="0"/>
              <a:t>長時間</a:t>
            </a:r>
            <a:r>
              <a:rPr lang="ja-JP" altLang="en-US" dirty="0"/>
              <a:t>の動画から</a:t>
            </a:r>
            <a:endParaRPr lang="en-US" altLang="ja-JP" dirty="0"/>
          </a:p>
          <a:p>
            <a:pPr marL="0" lvl="0" indent="0">
              <a:spcBef>
                <a:spcPts val="0"/>
              </a:spcBef>
              <a:buSzPts val="2800"/>
              <a:buNone/>
            </a:pPr>
            <a:r>
              <a:rPr lang="en-US" altLang="ja-JP" dirty="0"/>
              <a:t>   </a:t>
            </a:r>
            <a:r>
              <a:rPr lang="ja-JP" altLang="en-US" dirty="0"/>
              <a:t>トピックを捉えた</a:t>
            </a:r>
            <a:r>
              <a:rPr lang="ja-JP" altLang="ja-JP" dirty="0"/>
              <a:t>短時間で満足</a:t>
            </a:r>
            <a:r>
              <a:rPr lang="ja-JP" altLang="en-US" dirty="0"/>
              <a:t>感が得られる</a:t>
            </a:r>
            <a:r>
              <a:rPr lang="ja-JP" altLang="ja-JP" dirty="0"/>
              <a:t>動画</a:t>
            </a:r>
            <a:r>
              <a:rPr lang="ja-JP" altLang="en-US" dirty="0"/>
              <a:t>を</a:t>
            </a:r>
            <a:r>
              <a:rPr lang="ja-JP" altLang="ja-JP" dirty="0"/>
              <a:t>出力する</a:t>
            </a:r>
            <a:r>
              <a:rPr lang="ja-JP" altLang="en-US" dirty="0"/>
              <a:t>．</a:t>
            </a:r>
            <a:endParaRPr lang="en-US" altLang="ja-JP"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6B9210-3DE8-C4AA-3A6E-87C7543553F6}"/>
              </a:ext>
            </a:extLst>
          </p:cNvPr>
          <p:cNvSpPr>
            <a:spLocks noGrp="1"/>
          </p:cNvSpPr>
          <p:nvPr>
            <p:ph type="title"/>
          </p:nvPr>
        </p:nvSpPr>
        <p:spPr/>
        <p:txBody>
          <a:bodyPr/>
          <a:lstStyle/>
          <a:p>
            <a:r>
              <a:rPr kumimoji="1" lang="ja-JP" altLang="en-US" dirty="0"/>
              <a:t>進捗</a:t>
            </a:r>
          </a:p>
        </p:txBody>
      </p:sp>
      <p:sp>
        <p:nvSpPr>
          <p:cNvPr id="3" name="テキスト プレースホルダー 2">
            <a:extLst>
              <a:ext uri="{FF2B5EF4-FFF2-40B4-BE49-F238E27FC236}">
                <a16:creationId xmlns:a16="http://schemas.microsoft.com/office/drawing/2014/main" id="{2CBC8E78-E2C8-C8B5-040A-33338019B14B}"/>
              </a:ext>
            </a:extLst>
          </p:cNvPr>
          <p:cNvSpPr>
            <a:spLocks noGrp="1"/>
          </p:cNvSpPr>
          <p:nvPr>
            <p:ph type="body" idx="1"/>
          </p:nvPr>
        </p:nvSpPr>
        <p:spPr>
          <a:xfrm>
            <a:off x="602226" y="1814921"/>
            <a:ext cx="10867879" cy="4184825"/>
          </a:xfrm>
        </p:spPr>
        <p:txBody>
          <a:bodyPr/>
          <a:lstStyle/>
          <a:p>
            <a:r>
              <a:rPr kumimoji="1" lang="ja-JP" altLang="en-US" dirty="0"/>
              <a:t>分割精度評価用データの生成</a:t>
            </a:r>
            <a:endParaRPr kumimoji="1" lang="en-US" altLang="ja-JP" dirty="0"/>
          </a:p>
          <a:p>
            <a:r>
              <a:rPr kumimoji="1" lang="ja-JP" altLang="en-US" dirty="0"/>
              <a:t>トピック境界推論処理の実装 → 学習なしモデルでの分割実行</a:t>
            </a:r>
            <a:endParaRPr kumimoji="1" lang="en-US" altLang="ja-JP" dirty="0"/>
          </a:p>
          <a:p>
            <a:r>
              <a:rPr kumimoji="1" lang="en-US" altLang="ja-JP" dirty="0"/>
              <a:t>PK,WD</a:t>
            </a:r>
            <a:r>
              <a:rPr kumimoji="1" lang="ja-JP" altLang="en-US" dirty="0"/>
              <a:t>の出力</a:t>
            </a:r>
            <a:endParaRPr kumimoji="1" lang="en-US" altLang="ja-JP" dirty="0"/>
          </a:p>
        </p:txBody>
      </p:sp>
      <p:sp>
        <p:nvSpPr>
          <p:cNvPr id="4" name="スライド番号プレースホルダー 3">
            <a:extLst>
              <a:ext uri="{FF2B5EF4-FFF2-40B4-BE49-F238E27FC236}">
                <a16:creationId xmlns:a16="http://schemas.microsoft.com/office/drawing/2014/main" id="{7DF14AC2-756A-8C16-D186-2863C9AF93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2361122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AF61A2-66C3-9A19-6604-F8FF2DA22612}"/>
              </a:ext>
            </a:extLst>
          </p:cNvPr>
          <p:cNvSpPr>
            <a:spLocks noGrp="1"/>
          </p:cNvSpPr>
          <p:nvPr>
            <p:ph type="title"/>
          </p:nvPr>
        </p:nvSpPr>
        <p:spPr/>
        <p:txBody>
          <a:bodyPr/>
          <a:lstStyle/>
          <a:p>
            <a:r>
              <a:rPr lang="en-US" altLang="ja-JP" b="1" dirty="0"/>
              <a:t>PK</a:t>
            </a:r>
            <a:r>
              <a:rPr lang="ja-JP" altLang="en-US" b="1" dirty="0"/>
              <a:t>スコア</a:t>
            </a:r>
            <a:endParaRPr kumimoji="1" lang="ja-JP" altLang="en-US" dirty="0"/>
          </a:p>
        </p:txBody>
      </p:sp>
      <p:sp>
        <p:nvSpPr>
          <p:cNvPr id="3" name="テキスト プレースホルダー 2">
            <a:extLst>
              <a:ext uri="{FF2B5EF4-FFF2-40B4-BE49-F238E27FC236}">
                <a16:creationId xmlns:a16="http://schemas.microsoft.com/office/drawing/2014/main" id="{80A12A53-C581-B4BA-1F2C-9C041A0A4E3C}"/>
              </a:ext>
            </a:extLst>
          </p:cNvPr>
          <p:cNvSpPr>
            <a:spLocks noGrp="1"/>
          </p:cNvSpPr>
          <p:nvPr>
            <p:ph type="body" idx="1"/>
          </p:nvPr>
        </p:nvSpPr>
        <p:spPr>
          <a:xfrm>
            <a:off x="838200" y="1450487"/>
            <a:ext cx="10515600" cy="5270988"/>
          </a:xfrm>
        </p:spPr>
        <p:txBody>
          <a:bodyPr/>
          <a:lstStyle/>
          <a:p>
            <a:r>
              <a:rPr kumimoji="1" lang="ja-JP" altLang="en-US" dirty="0"/>
              <a:t>計算例</a:t>
            </a:r>
            <a:endParaRPr kumimoji="1" lang="en-US" altLang="ja-JP" dirty="0"/>
          </a:p>
          <a:p>
            <a:r>
              <a:rPr lang="ja-JP" altLang="en-US" b="1" dirty="0"/>
              <a:t>総文数</a:t>
            </a:r>
            <a:r>
              <a:rPr lang="en-US" altLang="ja-JP" dirty="0"/>
              <a:t>: 12</a:t>
            </a:r>
            <a:r>
              <a:rPr lang="ja-JP" altLang="en-US" dirty="0"/>
              <a:t>文</a:t>
            </a:r>
            <a:endParaRPr kumimoji="1" lang="en-US" altLang="ja-JP" dirty="0"/>
          </a:p>
          <a:p>
            <a:pPr lvl="1"/>
            <a:r>
              <a:rPr lang="zh-TW" altLang="en-US" b="1" dirty="0"/>
              <a:t>正解境界</a:t>
            </a:r>
            <a:r>
              <a:rPr lang="en-US" altLang="zh-TW" dirty="0"/>
              <a:t>: </a:t>
            </a:r>
            <a:r>
              <a:rPr lang="en-US" altLang="ja-JP" dirty="0"/>
              <a:t>{3, 6, 9}</a:t>
            </a:r>
            <a:endParaRPr lang="en-US" altLang="zh-TW" dirty="0"/>
          </a:p>
          <a:p>
            <a:pPr lvl="1"/>
            <a:r>
              <a:rPr lang="zh-TW" altLang="en-US" b="1" dirty="0"/>
              <a:t>予測境界</a:t>
            </a:r>
            <a:r>
              <a:rPr lang="en-US" altLang="zh-TW" dirty="0"/>
              <a:t>:</a:t>
            </a:r>
            <a:r>
              <a:rPr lang="en-US" altLang="ja-JP" dirty="0"/>
              <a:t>{4, 8}</a:t>
            </a:r>
            <a:endParaRPr kumimoji="1" lang="en-US" altLang="ja-JP" dirty="0"/>
          </a:p>
          <a:p>
            <a:endParaRPr kumimoji="1" lang="en-US" altLang="ja-JP" b="1" dirty="0"/>
          </a:p>
          <a:p>
            <a:pPr marL="114300" indent="0">
              <a:buNone/>
            </a:pPr>
            <a:endParaRPr kumimoji="1" lang="en-US" altLang="ja-JP" dirty="0"/>
          </a:p>
          <a:p>
            <a:r>
              <a:rPr lang="ja-JP" altLang="en-US" sz="2400" dirty="0"/>
              <a:t>不一致ウィンドウ数</a:t>
            </a:r>
            <a:r>
              <a:rPr lang="en-US" altLang="ja-JP" sz="2400" dirty="0"/>
              <a:t>: </a:t>
            </a:r>
            <a:r>
              <a:rPr lang="ja-JP" altLang="en-US" sz="2400" dirty="0"/>
              <a:t>１</a:t>
            </a:r>
          </a:p>
          <a:p>
            <a:r>
              <a:rPr lang="ja-JP" altLang="en-US" sz="2400" dirty="0"/>
              <a:t>総ウィンドウ数</a:t>
            </a:r>
            <a:r>
              <a:rPr lang="en-US" altLang="ja-JP" sz="2400" dirty="0"/>
              <a:t>: </a:t>
            </a:r>
            <a:r>
              <a:rPr lang="ja-JP" altLang="en-US" sz="2400" dirty="0"/>
              <a:t>７</a:t>
            </a:r>
          </a:p>
          <a:p>
            <a:r>
              <a:rPr lang="en-US" altLang="ja-JP" sz="2400" b="1" dirty="0"/>
              <a:t>PK</a:t>
            </a:r>
            <a:r>
              <a:rPr lang="ja-JP" altLang="en-US" sz="2400" b="1" dirty="0"/>
              <a:t>スコア </a:t>
            </a:r>
            <a:r>
              <a:rPr lang="en-US" altLang="ja-JP" sz="2400" b="1" dirty="0"/>
              <a:t>= 1/7 = 0.143</a:t>
            </a:r>
            <a:endParaRPr kumimoji="1" lang="ja-JP" altLang="en-US" dirty="0"/>
          </a:p>
        </p:txBody>
      </p:sp>
      <p:sp>
        <p:nvSpPr>
          <p:cNvPr id="4" name="スライド番号プレースホルダー 3">
            <a:extLst>
              <a:ext uri="{FF2B5EF4-FFF2-40B4-BE49-F238E27FC236}">
                <a16:creationId xmlns:a16="http://schemas.microsoft.com/office/drawing/2014/main" id="{7C3977C6-43B9-B165-2FA4-9F71BE4E54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graphicFrame>
        <p:nvGraphicFramePr>
          <p:cNvPr id="7" name="表 6">
            <a:extLst>
              <a:ext uri="{FF2B5EF4-FFF2-40B4-BE49-F238E27FC236}">
                <a16:creationId xmlns:a16="http://schemas.microsoft.com/office/drawing/2014/main" id="{20DADA8F-07D6-9250-8414-06C6FF9299B1}"/>
              </a:ext>
            </a:extLst>
          </p:cNvPr>
          <p:cNvGraphicFramePr>
            <a:graphicFrameLocks noGrp="1"/>
          </p:cNvGraphicFramePr>
          <p:nvPr>
            <p:extLst>
              <p:ext uri="{D42A27DB-BD31-4B8C-83A1-F6EECF244321}">
                <p14:modId xmlns:p14="http://schemas.microsoft.com/office/powerpoint/2010/main" val="3445333995"/>
              </p:ext>
            </p:extLst>
          </p:nvPr>
        </p:nvGraphicFramePr>
        <p:xfrm>
          <a:off x="4603262" y="1547355"/>
          <a:ext cx="7511665" cy="4002696"/>
        </p:xfrm>
        <a:graphic>
          <a:graphicData uri="http://schemas.openxmlformats.org/drawingml/2006/table">
            <a:tbl>
              <a:tblPr firstRow="1" bandRow="1">
                <a:tableStyleId>{5C22544A-7EE6-4342-B048-85BDC9FD1C3A}</a:tableStyleId>
              </a:tblPr>
              <a:tblGrid>
                <a:gridCol w="1502333">
                  <a:extLst>
                    <a:ext uri="{9D8B030D-6E8A-4147-A177-3AD203B41FA5}">
                      <a16:colId xmlns:a16="http://schemas.microsoft.com/office/drawing/2014/main" val="1530028058"/>
                    </a:ext>
                  </a:extLst>
                </a:gridCol>
                <a:gridCol w="1502333">
                  <a:extLst>
                    <a:ext uri="{9D8B030D-6E8A-4147-A177-3AD203B41FA5}">
                      <a16:colId xmlns:a16="http://schemas.microsoft.com/office/drawing/2014/main" val="2488415432"/>
                    </a:ext>
                  </a:extLst>
                </a:gridCol>
                <a:gridCol w="1502333">
                  <a:extLst>
                    <a:ext uri="{9D8B030D-6E8A-4147-A177-3AD203B41FA5}">
                      <a16:colId xmlns:a16="http://schemas.microsoft.com/office/drawing/2014/main" val="126359161"/>
                    </a:ext>
                  </a:extLst>
                </a:gridCol>
                <a:gridCol w="1502333">
                  <a:extLst>
                    <a:ext uri="{9D8B030D-6E8A-4147-A177-3AD203B41FA5}">
                      <a16:colId xmlns:a16="http://schemas.microsoft.com/office/drawing/2014/main" val="1293441972"/>
                    </a:ext>
                  </a:extLst>
                </a:gridCol>
                <a:gridCol w="1502333">
                  <a:extLst>
                    <a:ext uri="{9D8B030D-6E8A-4147-A177-3AD203B41FA5}">
                      <a16:colId xmlns:a16="http://schemas.microsoft.com/office/drawing/2014/main" val="1458870910"/>
                    </a:ext>
                  </a:extLst>
                </a:gridCol>
              </a:tblGrid>
              <a:tr h="544720">
                <a:tc>
                  <a:txBody>
                    <a:bodyPr/>
                    <a:lstStyle/>
                    <a:p>
                      <a:pPr algn="l">
                        <a:lnSpc>
                          <a:spcPts val="1875"/>
                        </a:lnSpc>
                        <a:buNone/>
                      </a:pPr>
                      <a:r>
                        <a:rPr lang="ja-JP" altLang="en-US" b="0" dirty="0">
                          <a:effectLst/>
                          <a:latin typeface="BIZ UDゴシック" panose="020B0400000000000000" pitchFamily="49" charset="-128"/>
                          <a:ea typeface="BIZ UDゴシック" panose="020B0400000000000000" pitchFamily="49" charset="-128"/>
                        </a:rPr>
                        <a:t>ウィンドウ</a:t>
                      </a:r>
                    </a:p>
                  </a:txBody>
                  <a:tcPr marR="152400" marT="95250" marB="95250" anchor="ctr"/>
                </a:tc>
                <a:tc>
                  <a:txBody>
                    <a:bodyPr/>
                    <a:lstStyle/>
                    <a:p>
                      <a:pPr algn="l">
                        <a:lnSpc>
                          <a:spcPts val="1875"/>
                        </a:lnSpc>
                        <a:buNone/>
                      </a:pPr>
                      <a:r>
                        <a:rPr lang="ja-JP" altLang="en-US" b="0">
                          <a:effectLst/>
                          <a:latin typeface="BIZ UDゴシック" panose="020B0400000000000000" pitchFamily="49" charset="-128"/>
                          <a:ea typeface="BIZ UDゴシック" panose="020B0400000000000000" pitchFamily="49" charset="-128"/>
                        </a:rPr>
                        <a:t>範囲</a:t>
                      </a:r>
                    </a:p>
                  </a:txBody>
                  <a:tcPr marL="152400" marR="152400" marT="95250" marB="95250" anchor="ctr"/>
                </a:tc>
                <a:tc>
                  <a:txBody>
                    <a:bodyPr/>
                    <a:lstStyle/>
                    <a:p>
                      <a:pPr algn="l">
                        <a:lnSpc>
                          <a:spcPts val="1875"/>
                        </a:lnSpc>
                        <a:buNone/>
                      </a:pPr>
                      <a:r>
                        <a:rPr lang="zh-TW" altLang="en-US" b="0" dirty="0">
                          <a:effectLst/>
                          <a:latin typeface="BIZ UDゴシック" panose="020B0400000000000000" pitchFamily="49" charset="-128"/>
                          <a:ea typeface="BIZ UDゴシック" panose="020B0400000000000000" pitchFamily="49" charset="-128"/>
                        </a:rPr>
                        <a:t>正解境界有無</a:t>
                      </a:r>
                    </a:p>
                  </a:txBody>
                  <a:tcPr marL="152400" marR="152400" marT="95250" marB="95250" anchor="ctr"/>
                </a:tc>
                <a:tc>
                  <a:txBody>
                    <a:bodyPr/>
                    <a:lstStyle/>
                    <a:p>
                      <a:pPr algn="l">
                        <a:lnSpc>
                          <a:spcPts val="1875"/>
                        </a:lnSpc>
                        <a:buNone/>
                      </a:pPr>
                      <a:r>
                        <a:rPr lang="zh-TW" altLang="en-US" b="0">
                          <a:effectLst/>
                          <a:latin typeface="BIZ UDゴシック" panose="020B0400000000000000" pitchFamily="49" charset="-128"/>
                          <a:ea typeface="BIZ UDゴシック" panose="020B0400000000000000" pitchFamily="49" charset="-128"/>
                        </a:rPr>
                        <a:t>予測境界有無</a:t>
                      </a:r>
                    </a:p>
                  </a:txBody>
                  <a:tcPr marL="152400" marR="152400" marT="95250" marB="95250" anchor="ctr"/>
                </a:tc>
                <a:tc>
                  <a:txBody>
                    <a:bodyPr/>
                    <a:lstStyle/>
                    <a:p>
                      <a:pPr algn="l">
                        <a:lnSpc>
                          <a:spcPts val="1875"/>
                        </a:lnSpc>
                        <a:buNone/>
                      </a:pPr>
                      <a:r>
                        <a:rPr lang="ja-JP" altLang="en-US" b="0">
                          <a:effectLst/>
                          <a:latin typeface="BIZ UDゴシック" panose="020B0400000000000000" pitchFamily="49" charset="-128"/>
                          <a:ea typeface="BIZ UDゴシック" panose="020B0400000000000000" pitchFamily="49" charset="-128"/>
                        </a:rPr>
                        <a:t>一致</a:t>
                      </a:r>
                      <a:r>
                        <a:rPr lang="en-US" altLang="ja-JP" b="0">
                          <a:effectLst/>
                          <a:latin typeface="BIZ UDゴシック" panose="020B0400000000000000" pitchFamily="49" charset="-128"/>
                          <a:ea typeface="BIZ UDゴシック" panose="020B0400000000000000" pitchFamily="49" charset="-128"/>
                        </a:rPr>
                        <a:t>/</a:t>
                      </a:r>
                      <a:r>
                        <a:rPr lang="ja-JP" altLang="en-US" b="0">
                          <a:effectLst/>
                          <a:latin typeface="BIZ UDゴシック" panose="020B0400000000000000" pitchFamily="49" charset="-128"/>
                          <a:ea typeface="BIZ UDゴシック" panose="020B0400000000000000" pitchFamily="49" charset="-128"/>
                        </a:rPr>
                        <a:t>不一致</a:t>
                      </a:r>
                    </a:p>
                  </a:txBody>
                  <a:tcPr marL="152400" marR="152400" marT="95250" marB="95250" anchor="ctr"/>
                </a:tc>
                <a:extLst>
                  <a:ext uri="{0D108BD9-81ED-4DB2-BD59-A6C34878D82A}">
                    <a16:rowId xmlns:a16="http://schemas.microsoft.com/office/drawing/2014/main" val="2978933739"/>
                  </a:ext>
                </a:extLst>
              </a:tr>
              <a:tr h="544720">
                <a:tc>
                  <a:txBody>
                    <a:bodyPr/>
                    <a:lstStyle/>
                    <a:p>
                      <a:pPr>
                        <a:lnSpc>
                          <a:spcPts val="1875"/>
                        </a:lnSpc>
                        <a:buNone/>
                      </a:pPr>
                      <a:r>
                        <a:rPr lang="en-US" altLang="ja-JP" b="0">
                          <a:effectLst/>
                          <a:latin typeface="BIZ UDゴシック" panose="020B0400000000000000" pitchFamily="49" charset="-128"/>
                          <a:ea typeface="BIZ UDゴシック" panose="020B0400000000000000" pitchFamily="49" charset="-128"/>
                        </a:rPr>
                        <a:t>1</a:t>
                      </a:r>
                    </a:p>
                  </a:txBody>
                  <a:tcPr marR="152400" marT="95250" marB="95250" anchor="ctr"/>
                </a:tc>
                <a:tc>
                  <a:txBody>
                    <a:bodyPr/>
                    <a:lstStyle/>
                    <a:p>
                      <a:pPr>
                        <a:lnSpc>
                          <a:spcPts val="1875"/>
                        </a:lnSpc>
                        <a:buNone/>
                      </a:pPr>
                      <a:r>
                        <a:rPr lang="en-US" altLang="ja-JP" b="0">
                          <a:effectLst/>
                          <a:latin typeface="BIZ UDゴシック" panose="020B0400000000000000" pitchFamily="49" charset="-128"/>
                          <a:ea typeface="BIZ UDゴシック" panose="020B0400000000000000" pitchFamily="49" charset="-128"/>
                        </a:rPr>
                        <a:t>[1-6]</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a:t>
                      </a:r>
                      <a:r>
                        <a:rPr lang="en-US" altLang="ja-JP" b="0" dirty="0">
                          <a:effectLst/>
                          <a:latin typeface="BIZ UDゴシック" panose="020B0400000000000000" pitchFamily="49" charset="-128"/>
                          <a:ea typeface="BIZ UDゴシック" panose="020B0400000000000000" pitchFamily="49" charset="-128"/>
                        </a:rPr>
                        <a:t>3,6)</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a:t>
                      </a:r>
                      <a:r>
                        <a:rPr lang="en-US" altLang="ja-JP" b="0" dirty="0">
                          <a:effectLst/>
                          <a:latin typeface="BIZ UDゴシック" panose="020B0400000000000000" pitchFamily="49" charset="-128"/>
                          <a:ea typeface="BIZ UDゴシック" panose="020B0400000000000000" pitchFamily="49" charset="-128"/>
                        </a:rPr>
                        <a:t>4)</a:t>
                      </a:r>
                    </a:p>
                  </a:txBody>
                  <a:tcPr marL="152400" marR="152400" marT="95250" marB="95250" anchor="ctr"/>
                </a:tc>
                <a:tc>
                  <a:txBody>
                    <a:bodyPr/>
                    <a:lstStyle/>
                    <a:p>
                      <a:pPr>
                        <a:lnSpc>
                          <a:spcPts val="1875"/>
                        </a:lnSpc>
                        <a:buNone/>
                      </a:pPr>
                      <a:r>
                        <a:rPr lang="ja-JP" altLang="en-US" b="1" dirty="0">
                          <a:effectLst/>
                          <a:latin typeface="BIZ UDゴシック" panose="020B0400000000000000" pitchFamily="49" charset="-128"/>
                          <a:ea typeface="BIZ UDゴシック" panose="020B0400000000000000" pitchFamily="49" charset="-128"/>
                        </a:rPr>
                        <a:t>一致</a:t>
                      </a:r>
                      <a:endParaRPr lang="ja-JP" altLang="en-US" b="0" dirty="0">
                        <a:effectLst/>
                        <a:latin typeface="BIZ UDゴシック" panose="020B0400000000000000" pitchFamily="49" charset="-128"/>
                        <a:ea typeface="BIZ UDゴシック" panose="020B0400000000000000" pitchFamily="49" charset="-128"/>
                      </a:endParaRPr>
                    </a:p>
                  </a:txBody>
                  <a:tcPr marL="152400" marT="95250" marB="95250" anchor="ctr"/>
                </a:tc>
                <a:extLst>
                  <a:ext uri="{0D108BD9-81ED-4DB2-BD59-A6C34878D82A}">
                    <a16:rowId xmlns:a16="http://schemas.microsoft.com/office/drawing/2014/main" val="2994014455"/>
                  </a:ext>
                </a:extLst>
              </a:tr>
              <a:tr h="347283">
                <a:tc>
                  <a:txBody>
                    <a:bodyPr/>
                    <a:lstStyle/>
                    <a:p>
                      <a:pPr>
                        <a:lnSpc>
                          <a:spcPts val="1875"/>
                        </a:lnSpc>
                        <a:buNone/>
                      </a:pPr>
                      <a:r>
                        <a:rPr lang="en-US" altLang="ja-JP" b="0">
                          <a:effectLst/>
                          <a:latin typeface="BIZ UDゴシック" panose="020B0400000000000000" pitchFamily="49" charset="-128"/>
                          <a:ea typeface="BIZ UDゴシック" panose="020B0400000000000000" pitchFamily="49" charset="-128"/>
                        </a:rPr>
                        <a:t>2</a:t>
                      </a:r>
                    </a:p>
                  </a:txBody>
                  <a:tcPr marR="152400" marT="95250" marB="95250" anchor="ctr"/>
                </a:tc>
                <a:tc>
                  <a:txBody>
                    <a:bodyPr/>
                    <a:lstStyle/>
                    <a:p>
                      <a:pPr>
                        <a:lnSpc>
                          <a:spcPts val="1875"/>
                        </a:lnSpc>
                        <a:buNone/>
                      </a:pPr>
                      <a:r>
                        <a:rPr lang="en-US" altLang="ja-JP" b="0">
                          <a:effectLst/>
                          <a:latin typeface="BIZ UDゴシック" panose="020B0400000000000000" pitchFamily="49" charset="-128"/>
                          <a:ea typeface="BIZ UDゴシック" panose="020B0400000000000000" pitchFamily="49" charset="-128"/>
                        </a:rPr>
                        <a:t>[2-7]</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a:t>
                      </a:r>
                      <a:r>
                        <a:rPr lang="en-US" altLang="ja-JP" b="0" dirty="0">
                          <a:effectLst/>
                          <a:latin typeface="BIZ UDゴシック" panose="020B0400000000000000" pitchFamily="49" charset="-128"/>
                          <a:ea typeface="BIZ UDゴシック" panose="020B0400000000000000" pitchFamily="49" charset="-128"/>
                        </a:rPr>
                        <a:t>3,6)</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a:t>
                      </a:r>
                      <a:r>
                        <a:rPr lang="en-US" altLang="ja-JP" b="0" dirty="0">
                          <a:effectLst/>
                          <a:latin typeface="BIZ UDゴシック" panose="020B0400000000000000" pitchFamily="49" charset="-128"/>
                          <a:ea typeface="BIZ UDゴシック" panose="020B0400000000000000" pitchFamily="49" charset="-128"/>
                        </a:rPr>
                        <a:t>4)</a:t>
                      </a:r>
                    </a:p>
                  </a:txBody>
                  <a:tcPr marL="152400" marR="152400" marT="95250" marB="95250" anchor="ctr"/>
                </a:tc>
                <a:tc>
                  <a:txBody>
                    <a:bodyPr/>
                    <a:lstStyle/>
                    <a:p>
                      <a:pPr>
                        <a:lnSpc>
                          <a:spcPts val="1875"/>
                        </a:lnSpc>
                        <a:buNone/>
                      </a:pPr>
                      <a:r>
                        <a:rPr lang="ja-JP" altLang="en-US" b="1" dirty="0">
                          <a:effectLst/>
                          <a:latin typeface="BIZ UDゴシック" panose="020B0400000000000000" pitchFamily="49" charset="-128"/>
                          <a:ea typeface="BIZ UDゴシック" panose="020B0400000000000000" pitchFamily="49" charset="-128"/>
                        </a:rPr>
                        <a:t>一致</a:t>
                      </a:r>
                      <a:endParaRPr lang="ja-JP" altLang="en-US" b="0" dirty="0">
                        <a:effectLst/>
                        <a:latin typeface="BIZ UDゴシック" panose="020B0400000000000000" pitchFamily="49" charset="-128"/>
                        <a:ea typeface="BIZ UDゴシック" panose="020B0400000000000000" pitchFamily="49" charset="-128"/>
                      </a:endParaRPr>
                    </a:p>
                  </a:txBody>
                  <a:tcPr marL="152400" marT="95250" marB="95250" anchor="ctr"/>
                </a:tc>
                <a:extLst>
                  <a:ext uri="{0D108BD9-81ED-4DB2-BD59-A6C34878D82A}">
                    <a16:rowId xmlns:a16="http://schemas.microsoft.com/office/drawing/2014/main" val="288357116"/>
                  </a:ext>
                </a:extLst>
              </a:tr>
              <a:tr h="347283">
                <a:tc>
                  <a:txBody>
                    <a:bodyPr/>
                    <a:lstStyle/>
                    <a:p>
                      <a:pPr>
                        <a:lnSpc>
                          <a:spcPts val="1875"/>
                        </a:lnSpc>
                        <a:buNone/>
                      </a:pPr>
                      <a:r>
                        <a:rPr lang="en-US" altLang="ja-JP" b="0">
                          <a:effectLst/>
                          <a:latin typeface="BIZ UDゴシック" panose="020B0400000000000000" pitchFamily="49" charset="-128"/>
                          <a:ea typeface="BIZ UDゴシック" panose="020B0400000000000000" pitchFamily="49" charset="-128"/>
                        </a:rPr>
                        <a:t>3</a:t>
                      </a:r>
                    </a:p>
                  </a:txBody>
                  <a:tcPr marR="152400" marT="95250" marB="95250" anchor="ctr"/>
                </a:tc>
                <a:tc>
                  <a:txBody>
                    <a:bodyPr/>
                    <a:lstStyle/>
                    <a:p>
                      <a:pPr>
                        <a:lnSpc>
                          <a:spcPts val="1875"/>
                        </a:lnSpc>
                        <a:buNone/>
                      </a:pPr>
                      <a:r>
                        <a:rPr lang="en-US" altLang="ja-JP" b="0" dirty="0">
                          <a:effectLst/>
                          <a:latin typeface="BIZ UDゴシック" panose="020B0400000000000000" pitchFamily="49" charset="-128"/>
                          <a:ea typeface="BIZ UDゴシック" panose="020B0400000000000000" pitchFamily="49" charset="-128"/>
                        </a:rPr>
                        <a:t>[3-8]</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a:t>
                      </a:r>
                      <a:r>
                        <a:rPr lang="en-US" altLang="ja-JP" b="0" dirty="0">
                          <a:effectLst/>
                          <a:latin typeface="BIZ UDゴシック" panose="020B0400000000000000" pitchFamily="49" charset="-128"/>
                          <a:ea typeface="BIZ UDゴシック" panose="020B0400000000000000" pitchFamily="49" charset="-128"/>
                        </a:rPr>
                        <a:t>3,6)</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a:t>
                      </a:r>
                      <a:r>
                        <a:rPr lang="en-US" altLang="ja-JP" b="0" dirty="0">
                          <a:effectLst/>
                          <a:latin typeface="BIZ UDゴシック" panose="020B0400000000000000" pitchFamily="49" charset="-128"/>
                          <a:ea typeface="BIZ UDゴシック" panose="020B0400000000000000" pitchFamily="49" charset="-128"/>
                        </a:rPr>
                        <a:t>4,8)</a:t>
                      </a:r>
                    </a:p>
                  </a:txBody>
                  <a:tcPr marL="152400" marR="152400" marT="95250" marB="95250" anchor="ctr"/>
                </a:tc>
                <a:tc>
                  <a:txBody>
                    <a:bodyPr/>
                    <a:lstStyle/>
                    <a:p>
                      <a:pPr>
                        <a:lnSpc>
                          <a:spcPts val="1875"/>
                        </a:lnSpc>
                        <a:buNone/>
                      </a:pPr>
                      <a:r>
                        <a:rPr lang="ja-JP" altLang="en-US" b="1">
                          <a:effectLst/>
                          <a:latin typeface="BIZ UDゴシック" panose="020B0400000000000000" pitchFamily="49" charset="-128"/>
                          <a:ea typeface="BIZ UDゴシック" panose="020B0400000000000000" pitchFamily="49" charset="-128"/>
                        </a:rPr>
                        <a:t>一致</a:t>
                      </a:r>
                      <a:endParaRPr lang="ja-JP" altLang="en-US" b="0">
                        <a:effectLst/>
                        <a:latin typeface="BIZ UDゴシック" panose="020B0400000000000000" pitchFamily="49" charset="-128"/>
                        <a:ea typeface="BIZ UDゴシック" panose="020B0400000000000000" pitchFamily="49" charset="-128"/>
                      </a:endParaRPr>
                    </a:p>
                  </a:txBody>
                  <a:tcPr marL="152400" marT="95250" marB="95250" anchor="ctr"/>
                </a:tc>
                <a:extLst>
                  <a:ext uri="{0D108BD9-81ED-4DB2-BD59-A6C34878D82A}">
                    <a16:rowId xmlns:a16="http://schemas.microsoft.com/office/drawing/2014/main" val="2621055161"/>
                  </a:ext>
                </a:extLst>
              </a:tr>
              <a:tr h="347283">
                <a:tc>
                  <a:txBody>
                    <a:bodyPr/>
                    <a:lstStyle/>
                    <a:p>
                      <a:pPr>
                        <a:lnSpc>
                          <a:spcPts val="1875"/>
                        </a:lnSpc>
                        <a:buNone/>
                      </a:pPr>
                      <a:r>
                        <a:rPr lang="en-US" altLang="ja-JP" b="0" dirty="0">
                          <a:effectLst/>
                          <a:latin typeface="BIZ UDゴシック" panose="020B0400000000000000" pitchFamily="49" charset="-128"/>
                          <a:ea typeface="BIZ UDゴシック" panose="020B0400000000000000" pitchFamily="49" charset="-128"/>
                        </a:rPr>
                        <a:t>4</a:t>
                      </a:r>
                    </a:p>
                  </a:txBody>
                  <a:tcPr marR="152400" marT="95250" marB="95250" anchor="ctr"/>
                </a:tc>
                <a:tc>
                  <a:txBody>
                    <a:bodyPr/>
                    <a:lstStyle/>
                    <a:p>
                      <a:pPr>
                        <a:lnSpc>
                          <a:spcPts val="1875"/>
                        </a:lnSpc>
                        <a:buNone/>
                      </a:pPr>
                      <a:r>
                        <a:rPr lang="en-US" altLang="ja-JP" b="0">
                          <a:effectLst/>
                          <a:latin typeface="BIZ UDゴシック" panose="020B0400000000000000" pitchFamily="49" charset="-128"/>
                          <a:ea typeface="BIZ UDゴシック" panose="020B0400000000000000" pitchFamily="49" charset="-128"/>
                        </a:rPr>
                        <a:t>[4-9]</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a:t>
                      </a:r>
                      <a:r>
                        <a:rPr lang="en-US" altLang="ja-JP" b="0" dirty="0">
                          <a:effectLst/>
                          <a:latin typeface="BIZ UDゴシック" panose="020B0400000000000000" pitchFamily="49" charset="-128"/>
                          <a:ea typeface="BIZ UDゴシック" panose="020B0400000000000000" pitchFamily="49" charset="-128"/>
                        </a:rPr>
                        <a:t>6,9)</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a:t>
                      </a:r>
                      <a:r>
                        <a:rPr lang="en-US" altLang="ja-JP" b="0" dirty="0">
                          <a:effectLst/>
                          <a:latin typeface="BIZ UDゴシック" panose="020B0400000000000000" pitchFamily="49" charset="-128"/>
                          <a:ea typeface="BIZ UDゴシック" panose="020B0400000000000000" pitchFamily="49" charset="-128"/>
                        </a:rPr>
                        <a:t>4,8)</a:t>
                      </a:r>
                    </a:p>
                  </a:txBody>
                  <a:tcPr marL="152400" marR="152400" marT="95250" marB="95250" anchor="ctr"/>
                </a:tc>
                <a:tc>
                  <a:txBody>
                    <a:bodyPr/>
                    <a:lstStyle/>
                    <a:p>
                      <a:pPr>
                        <a:lnSpc>
                          <a:spcPts val="1875"/>
                        </a:lnSpc>
                        <a:buNone/>
                      </a:pPr>
                      <a:r>
                        <a:rPr lang="ja-JP" altLang="en-US" b="1">
                          <a:effectLst/>
                          <a:latin typeface="BIZ UDゴシック" panose="020B0400000000000000" pitchFamily="49" charset="-128"/>
                          <a:ea typeface="BIZ UDゴシック" panose="020B0400000000000000" pitchFamily="49" charset="-128"/>
                        </a:rPr>
                        <a:t>一致</a:t>
                      </a:r>
                      <a:endParaRPr lang="ja-JP" altLang="en-US" b="0">
                        <a:effectLst/>
                        <a:latin typeface="BIZ UDゴシック" panose="020B0400000000000000" pitchFamily="49" charset="-128"/>
                        <a:ea typeface="BIZ UDゴシック" panose="020B0400000000000000" pitchFamily="49" charset="-128"/>
                      </a:endParaRPr>
                    </a:p>
                  </a:txBody>
                  <a:tcPr marL="152400" marT="95250" marB="95250" anchor="ctr"/>
                </a:tc>
                <a:extLst>
                  <a:ext uri="{0D108BD9-81ED-4DB2-BD59-A6C34878D82A}">
                    <a16:rowId xmlns:a16="http://schemas.microsoft.com/office/drawing/2014/main" val="2470435557"/>
                  </a:ext>
                </a:extLst>
              </a:tr>
              <a:tr h="347283">
                <a:tc>
                  <a:txBody>
                    <a:bodyPr/>
                    <a:lstStyle/>
                    <a:p>
                      <a:pPr>
                        <a:lnSpc>
                          <a:spcPts val="1875"/>
                        </a:lnSpc>
                        <a:buNone/>
                      </a:pPr>
                      <a:r>
                        <a:rPr lang="en-US" altLang="ja-JP" b="0">
                          <a:effectLst/>
                          <a:latin typeface="BIZ UDゴシック" panose="020B0400000000000000" pitchFamily="49" charset="-128"/>
                          <a:ea typeface="BIZ UDゴシック" panose="020B0400000000000000" pitchFamily="49" charset="-128"/>
                        </a:rPr>
                        <a:t>5</a:t>
                      </a:r>
                    </a:p>
                  </a:txBody>
                  <a:tcPr marR="152400" marT="95250" marB="95250" anchor="ctr"/>
                </a:tc>
                <a:tc>
                  <a:txBody>
                    <a:bodyPr/>
                    <a:lstStyle/>
                    <a:p>
                      <a:pPr>
                        <a:lnSpc>
                          <a:spcPts val="1875"/>
                        </a:lnSpc>
                        <a:buNone/>
                      </a:pPr>
                      <a:r>
                        <a:rPr lang="en-US" altLang="ja-JP" b="0">
                          <a:effectLst/>
                          <a:latin typeface="BIZ UDゴシック" panose="020B0400000000000000" pitchFamily="49" charset="-128"/>
                          <a:ea typeface="BIZ UDゴシック" panose="020B0400000000000000" pitchFamily="49" charset="-128"/>
                        </a:rPr>
                        <a:t>[5-10]</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a:t>
                      </a:r>
                      <a:r>
                        <a:rPr lang="en-US" altLang="ja-JP" b="0" dirty="0">
                          <a:effectLst/>
                          <a:latin typeface="BIZ UDゴシック" panose="020B0400000000000000" pitchFamily="49" charset="-128"/>
                          <a:ea typeface="BIZ UDゴシック" panose="020B0400000000000000" pitchFamily="49" charset="-128"/>
                        </a:rPr>
                        <a:t>6,9)</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a:t>
                      </a:r>
                      <a:r>
                        <a:rPr lang="en-US" altLang="ja-JP" b="0" dirty="0">
                          <a:effectLst/>
                          <a:latin typeface="BIZ UDゴシック" panose="020B0400000000000000" pitchFamily="49" charset="-128"/>
                          <a:ea typeface="BIZ UDゴシック" panose="020B0400000000000000" pitchFamily="49" charset="-128"/>
                        </a:rPr>
                        <a:t>8)</a:t>
                      </a:r>
                    </a:p>
                  </a:txBody>
                  <a:tcPr marL="152400" marR="152400" marT="95250" marB="95250" anchor="ctr"/>
                </a:tc>
                <a:tc>
                  <a:txBody>
                    <a:bodyPr/>
                    <a:lstStyle/>
                    <a:p>
                      <a:pPr>
                        <a:lnSpc>
                          <a:spcPts val="1875"/>
                        </a:lnSpc>
                        <a:buNone/>
                      </a:pPr>
                      <a:r>
                        <a:rPr lang="ja-JP" altLang="en-US" b="1">
                          <a:effectLst/>
                          <a:latin typeface="BIZ UDゴシック" panose="020B0400000000000000" pitchFamily="49" charset="-128"/>
                          <a:ea typeface="BIZ UDゴシック" panose="020B0400000000000000" pitchFamily="49" charset="-128"/>
                        </a:rPr>
                        <a:t>一致</a:t>
                      </a:r>
                      <a:endParaRPr lang="ja-JP" altLang="en-US" b="0">
                        <a:effectLst/>
                        <a:latin typeface="BIZ UDゴシック" panose="020B0400000000000000" pitchFamily="49" charset="-128"/>
                        <a:ea typeface="BIZ UDゴシック" panose="020B0400000000000000" pitchFamily="49" charset="-128"/>
                      </a:endParaRPr>
                    </a:p>
                  </a:txBody>
                  <a:tcPr marL="152400" marT="95250" marB="95250" anchor="ctr"/>
                </a:tc>
                <a:extLst>
                  <a:ext uri="{0D108BD9-81ED-4DB2-BD59-A6C34878D82A}">
                    <a16:rowId xmlns:a16="http://schemas.microsoft.com/office/drawing/2014/main" val="587183735"/>
                  </a:ext>
                </a:extLst>
              </a:tr>
              <a:tr h="347283">
                <a:tc>
                  <a:txBody>
                    <a:bodyPr/>
                    <a:lstStyle/>
                    <a:p>
                      <a:pPr>
                        <a:lnSpc>
                          <a:spcPts val="1875"/>
                        </a:lnSpc>
                        <a:buNone/>
                      </a:pPr>
                      <a:r>
                        <a:rPr lang="en-US" altLang="ja-JP" b="0">
                          <a:effectLst/>
                          <a:latin typeface="BIZ UDゴシック" panose="020B0400000000000000" pitchFamily="49" charset="-128"/>
                          <a:ea typeface="BIZ UDゴシック" panose="020B0400000000000000" pitchFamily="49" charset="-128"/>
                        </a:rPr>
                        <a:t>6</a:t>
                      </a:r>
                    </a:p>
                  </a:txBody>
                  <a:tcPr marR="152400" marT="95250" marB="95250" anchor="ctr"/>
                </a:tc>
                <a:tc>
                  <a:txBody>
                    <a:bodyPr/>
                    <a:lstStyle/>
                    <a:p>
                      <a:pPr>
                        <a:lnSpc>
                          <a:spcPts val="1875"/>
                        </a:lnSpc>
                        <a:buNone/>
                      </a:pPr>
                      <a:r>
                        <a:rPr lang="en-US" altLang="ja-JP" b="0">
                          <a:effectLst/>
                          <a:latin typeface="BIZ UDゴシック" panose="020B0400000000000000" pitchFamily="49" charset="-128"/>
                          <a:ea typeface="BIZ UDゴシック" panose="020B0400000000000000" pitchFamily="49" charset="-128"/>
                        </a:rPr>
                        <a:t>[6-11]</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a:t>
                      </a:r>
                      <a:r>
                        <a:rPr lang="en-US" altLang="ja-JP" b="0" dirty="0">
                          <a:effectLst/>
                          <a:latin typeface="BIZ UDゴシック" panose="020B0400000000000000" pitchFamily="49" charset="-128"/>
                          <a:ea typeface="BIZ UDゴシック" panose="020B0400000000000000" pitchFamily="49" charset="-128"/>
                        </a:rPr>
                        <a:t>9)</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境界なし</a:t>
                      </a:r>
                      <a:r>
                        <a:rPr lang="en-US" altLang="ja-JP" b="0" dirty="0">
                          <a:effectLst/>
                          <a:latin typeface="BIZ UDゴシック" panose="020B0400000000000000" pitchFamily="49" charset="-128"/>
                          <a:ea typeface="BIZ UDゴシック" panose="020B0400000000000000" pitchFamily="49" charset="-128"/>
                        </a:rPr>
                        <a:t>)</a:t>
                      </a:r>
                    </a:p>
                  </a:txBody>
                  <a:tcPr marL="152400" marR="152400" marT="95250" marB="95250" anchor="ctr"/>
                </a:tc>
                <a:tc>
                  <a:txBody>
                    <a:bodyPr/>
                    <a:lstStyle/>
                    <a:p>
                      <a:pPr>
                        <a:lnSpc>
                          <a:spcPts val="1875"/>
                        </a:lnSpc>
                        <a:buNone/>
                      </a:pPr>
                      <a:r>
                        <a:rPr lang="ja-JP" altLang="en-US" b="1" dirty="0">
                          <a:effectLst/>
                          <a:latin typeface="BIZ UDゴシック" panose="020B0400000000000000" pitchFamily="49" charset="-128"/>
                          <a:ea typeface="BIZ UDゴシック" panose="020B0400000000000000" pitchFamily="49" charset="-128"/>
                        </a:rPr>
                        <a:t>不一致</a:t>
                      </a:r>
                      <a:endParaRPr lang="ja-JP" altLang="en-US" b="0" dirty="0">
                        <a:effectLst/>
                        <a:latin typeface="BIZ UDゴシック" panose="020B0400000000000000" pitchFamily="49" charset="-128"/>
                        <a:ea typeface="BIZ UDゴシック" panose="020B0400000000000000" pitchFamily="49" charset="-128"/>
                      </a:endParaRPr>
                    </a:p>
                  </a:txBody>
                  <a:tcPr marL="152400" marT="95250" marB="95250" anchor="ctr"/>
                </a:tc>
                <a:extLst>
                  <a:ext uri="{0D108BD9-81ED-4DB2-BD59-A6C34878D82A}">
                    <a16:rowId xmlns:a16="http://schemas.microsoft.com/office/drawing/2014/main" val="54468221"/>
                  </a:ext>
                </a:extLst>
              </a:tr>
              <a:tr h="347283">
                <a:tc>
                  <a:txBody>
                    <a:bodyPr/>
                    <a:lstStyle/>
                    <a:p>
                      <a:pPr>
                        <a:lnSpc>
                          <a:spcPts val="1875"/>
                        </a:lnSpc>
                        <a:buNone/>
                      </a:pPr>
                      <a:r>
                        <a:rPr lang="en-US" altLang="ja-JP" b="0">
                          <a:effectLst/>
                          <a:latin typeface="BIZ UDゴシック" panose="020B0400000000000000" pitchFamily="49" charset="-128"/>
                          <a:ea typeface="BIZ UDゴシック" panose="020B0400000000000000" pitchFamily="49" charset="-128"/>
                        </a:rPr>
                        <a:t>7</a:t>
                      </a:r>
                    </a:p>
                  </a:txBody>
                  <a:tcPr marR="152400" marT="95250" marB="95250" anchor="ctr"/>
                </a:tc>
                <a:tc>
                  <a:txBody>
                    <a:bodyPr/>
                    <a:lstStyle/>
                    <a:p>
                      <a:pPr>
                        <a:lnSpc>
                          <a:spcPts val="1875"/>
                        </a:lnSpc>
                        <a:buNone/>
                      </a:pPr>
                      <a:r>
                        <a:rPr lang="en-US" altLang="ja-JP" b="0">
                          <a:effectLst/>
                          <a:latin typeface="BIZ UDゴシック" panose="020B0400000000000000" pitchFamily="49" charset="-128"/>
                          <a:ea typeface="BIZ UDゴシック" panose="020B0400000000000000" pitchFamily="49" charset="-128"/>
                        </a:rPr>
                        <a:t>[7-12]</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境界なし</a:t>
                      </a:r>
                      <a:r>
                        <a:rPr lang="en-US" altLang="ja-JP" b="0" dirty="0">
                          <a:effectLst/>
                          <a:latin typeface="BIZ UDゴシック" panose="020B0400000000000000" pitchFamily="49" charset="-128"/>
                          <a:ea typeface="BIZ UDゴシック" panose="020B0400000000000000" pitchFamily="49" charset="-128"/>
                        </a:rPr>
                        <a:t>)</a:t>
                      </a:r>
                    </a:p>
                  </a:txBody>
                  <a:tcPr marL="152400" marR="152400" marT="95250" marB="95250" anchor="ctr"/>
                </a:tc>
                <a:tc>
                  <a:txBody>
                    <a:bodyPr/>
                    <a:lstStyle/>
                    <a:p>
                      <a:pPr>
                        <a:lnSpc>
                          <a:spcPts val="1875"/>
                        </a:lnSpc>
                        <a:buNone/>
                      </a:pPr>
                      <a:r>
                        <a:rPr lang="ja-JP" altLang="en-US" b="0" dirty="0">
                          <a:effectLst/>
                          <a:latin typeface="BIZ UDゴシック" panose="020B0400000000000000" pitchFamily="49" charset="-128"/>
                          <a:ea typeface="BIZ UDゴシック" panose="020B0400000000000000" pitchFamily="49" charset="-128"/>
                        </a:rPr>
                        <a:t>❌ </a:t>
                      </a:r>
                      <a:r>
                        <a:rPr lang="en-US" altLang="ja-JP" b="0" dirty="0">
                          <a:effectLst/>
                          <a:latin typeface="BIZ UDゴシック" panose="020B0400000000000000" pitchFamily="49" charset="-128"/>
                          <a:ea typeface="BIZ UDゴシック" panose="020B0400000000000000" pitchFamily="49" charset="-128"/>
                        </a:rPr>
                        <a:t>(</a:t>
                      </a:r>
                      <a:r>
                        <a:rPr lang="ja-JP" altLang="en-US" b="0" dirty="0">
                          <a:effectLst/>
                          <a:latin typeface="BIZ UDゴシック" panose="020B0400000000000000" pitchFamily="49" charset="-128"/>
                          <a:ea typeface="BIZ UDゴシック" panose="020B0400000000000000" pitchFamily="49" charset="-128"/>
                        </a:rPr>
                        <a:t>境界なし</a:t>
                      </a:r>
                      <a:r>
                        <a:rPr lang="en-US" altLang="ja-JP" b="0" dirty="0">
                          <a:effectLst/>
                          <a:latin typeface="BIZ UDゴシック" panose="020B0400000000000000" pitchFamily="49" charset="-128"/>
                          <a:ea typeface="BIZ UDゴシック" panose="020B0400000000000000" pitchFamily="49" charset="-128"/>
                        </a:rPr>
                        <a:t>)</a:t>
                      </a:r>
                    </a:p>
                  </a:txBody>
                  <a:tcPr marL="152400" marR="152400" marT="95250" marB="95250" anchor="ctr"/>
                </a:tc>
                <a:tc>
                  <a:txBody>
                    <a:bodyPr/>
                    <a:lstStyle/>
                    <a:p>
                      <a:pPr>
                        <a:lnSpc>
                          <a:spcPts val="1875"/>
                        </a:lnSpc>
                        <a:buNone/>
                      </a:pPr>
                      <a:r>
                        <a:rPr lang="ja-JP" altLang="en-US" b="1" dirty="0">
                          <a:effectLst/>
                          <a:latin typeface="BIZ UDゴシック" panose="020B0400000000000000" pitchFamily="49" charset="-128"/>
                          <a:ea typeface="BIZ UDゴシック" panose="020B0400000000000000" pitchFamily="49" charset="-128"/>
                        </a:rPr>
                        <a:t>一致</a:t>
                      </a:r>
                      <a:endParaRPr lang="ja-JP" altLang="en-US" b="0" dirty="0">
                        <a:effectLst/>
                        <a:latin typeface="BIZ UDゴシック" panose="020B0400000000000000" pitchFamily="49" charset="-128"/>
                        <a:ea typeface="BIZ UDゴシック" panose="020B0400000000000000" pitchFamily="49" charset="-128"/>
                      </a:endParaRPr>
                    </a:p>
                  </a:txBody>
                  <a:tcPr marL="152400" marT="95250" marB="95250" anchor="ctr"/>
                </a:tc>
                <a:extLst>
                  <a:ext uri="{0D108BD9-81ED-4DB2-BD59-A6C34878D82A}">
                    <a16:rowId xmlns:a16="http://schemas.microsoft.com/office/drawing/2014/main" val="4125716098"/>
                  </a:ext>
                </a:extLst>
              </a:tr>
            </a:tbl>
          </a:graphicData>
        </a:graphic>
      </p:graphicFrame>
    </p:spTree>
    <p:extLst>
      <p:ext uri="{BB962C8B-B14F-4D97-AF65-F5344CB8AC3E}">
        <p14:creationId xmlns:p14="http://schemas.microsoft.com/office/powerpoint/2010/main" val="2057140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C1BA26-E4D9-F4DC-4B3F-8577489BC406}"/>
              </a:ext>
            </a:extLst>
          </p:cNvPr>
          <p:cNvSpPr>
            <a:spLocks noGrp="1"/>
          </p:cNvSpPr>
          <p:nvPr>
            <p:ph type="title"/>
          </p:nvPr>
        </p:nvSpPr>
        <p:spPr/>
        <p:txBody>
          <a:bodyPr/>
          <a:lstStyle/>
          <a:p>
            <a:r>
              <a:rPr lang="en-US" altLang="ja-JP" b="1" dirty="0"/>
              <a:t>Window Diff</a:t>
            </a:r>
            <a:endParaRPr kumimoji="1" lang="ja-JP" altLang="en-US" dirty="0"/>
          </a:p>
        </p:txBody>
      </p:sp>
      <p:sp>
        <p:nvSpPr>
          <p:cNvPr id="3" name="テキスト プレースホルダー 2">
            <a:extLst>
              <a:ext uri="{FF2B5EF4-FFF2-40B4-BE49-F238E27FC236}">
                <a16:creationId xmlns:a16="http://schemas.microsoft.com/office/drawing/2014/main" id="{3315F7D3-1835-B499-86DB-B62C6FD7AB7D}"/>
              </a:ext>
            </a:extLst>
          </p:cNvPr>
          <p:cNvSpPr>
            <a:spLocks noGrp="1"/>
          </p:cNvSpPr>
          <p:nvPr>
            <p:ph type="body" idx="1"/>
          </p:nvPr>
        </p:nvSpPr>
        <p:spPr>
          <a:xfrm>
            <a:off x="838200" y="1598978"/>
            <a:ext cx="10515600" cy="5184775"/>
          </a:xfrm>
        </p:spPr>
        <p:txBody>
          <a:bodyPr/>
          <a:lstStyle/>
          <a:p>
            <a:r>
              <a:rPr kumimoji="1" lang="ja-JP" altLang="en-US" dirty="0"/>
              <a:t>計算例</a:t>
            </a:r>
            <a:endParaRPr kumimoji="1" lang="en-US" altLang="ja-JP" dirty="0"/>
          </a:p>
          <a:p>
            <a:r>
              <a:rPr lang="ja-JP" altLang="en-US" b="1" dirty="0"/>
              <a:t>総文数</a:t>
            </a:r>
            <a:r>
              <a:rPr lang="en-US" altLang="ja-JP" dirty="0"/>
              <a:t>: 12</a:t>
            </a:r>
            <a:r>
              <a:rPr lang="ja-JP" altLang="en-US" dirty="0"/>
              <a:t>文</a:t>
            </a:r>
            <a:endParaRPr kumimoji="1" lang="en-US" altLang="ja-JP" dirty="0"/>
          </a:p>
          <a:p>
            <a:pPr lvl="1"/>
            <a:r>
              <a:rPr lang="zh-TW" altLang="en-US" b="1" dirty="0"/>
              <a:t>正解境界</a:t>
            </a:r>
            <a:r>
              <a:rPr lang="en-US" altLang="zh-TW" dirty="0"/>
              <a:t>: </a:t>
            </a:r>
            <a:r>
              <a:rPr lang="en-US" altLang="ja-JP" dirty="0"/>
              <a:t>{3, 6, 9}</a:t>
            </a:r>
            <a:endParaRPr lang="en-US" altLang="zh-TW" dirty="0"/>
          </a:p>
          <a:p>
            <a:pPr lvl="1"/>
            <a:r>
              <a:rPr lang="zh-TW" altLang="en-US" b="1" dirty="0"/>
              <a:t>予測境界</a:t>
            </a:r>
            <a:r>
              <a:rPr lang="en-US" altLang="zh-TW" dirty="0"/>
              <a:t>:</a:t>
            </a:r>
            <a:r>
              <a:rPr lang="en-US" altLang="ja-JP" dirty="0"/>
              <a:t>{4, 8}</a:t>
            </a:r>
            <a:endParaRPr kumimoji="1" lang="en-US" altLang="ja-JP" dirty="0"/>
          </a:p>
          <a:p>
            <a:pPr marL="114300" indent="0">
              <a:buNone/>
            </a:pPr>
            <a:endParaRPr kumimoji="1" lang="en-US" altLang="ja-JP" dirty="0"/>
          </a:p>
          <a:p>
            <a:pPr marL="114300" indent="0">
              <a:buNone/>
            </a:pPr>
            <a:endParaRPr kumimoji="1" lang="en-US" altLang="ja-JP" dirty="0"/>
          </a:p>
          <a:p>
            <a:r>
              <a:rPr lang="ja-JP" altLang="en-US" sz="2400" dirty="0"/>
              <a:t>不一致ウィンドウ数</a:t>
            </a:r>
            <a:r>
              <a:rPr lang="en-US" altLang="ja-JP" sz="2400" dirty="0"/>
              <a:t>:</a:t>
            </a:r>
            <a:r>
              <a:rPr lang="ja-JP" altLang="en-US" sz="2400" dirty="0"/>
              <a:t>４</a:t>
            </a:r>
            <a:r>
              <a:rPr lang="en-US" altLang="ja-JP" sz="2400" dirty="0"/>
              <a:t> </a:t>
            </a:r>
            <a:endParaRPr lang="ja-JP" altLang="en-US" sz="2400" dirty="0"/>
          </a:p>
          <a:p>
            <a:r>
              <a:rPr lang="ja-JP" altLang="en-US" sz="2400" dirty="0"/>
              <a:t>総ウィンドウ数</a:t>
            </a:r>
            <a:r>
              <a:rPr lang="en-US" altLang="ja-JP" sz="2400" dirty="0"/>
              <a:t>: </a:t>
            </a:r>
            <a:r>
              <a:rPr lang="ja-JP" altLang="en-US" sz="2400" dirty="0"/>
              <a:t>７</a:t>
            </a:r>
          </a:p>
          <a:p>
            <a:r>
              <a:rPr lang="en-US" altLang="ja-JP" sz="2400" b="1" dirty="0"/>
              <a:t>WD</a:t>
            </a:r>
            <a:r>
              <a:rPr lang="ja-JP" altLang="en-US" sz="2400" b="1" dirty="0"/>
              <a:t>スコア </a:t>
            </a:r>
            <a:r>
              <a:rPr lang="en-US" altLang="ja-JP" sz="2400" b="1" dirty="0"/>
              <a:t>= 4/7= 0.571</a:t>
            </a:r>
            <a:endParaRPr lang="ja-JP" altLang="en-US" sz="2400" dirty="0"/>
          </a:p>
          <a:p>
            <a:endParaRPr kumimoji="1" lang="ja-JP" altLang="en-US" dirty="0"/>
          </a:p>
        </p:txBody>
      </p:sp>
      <p:sp>
        <p:nvSpPr>
          <p:cNvPr id="4" name="スライド番号プレースホルダー 3">
            <a:extLst>
              <a:ext uri="{FF2B5EF4-FFF2-40B4-BE49-F238E27FC236}">
                <a16:creationId xmlns:a16="http://schemas.microsoft.com/office/drawing/2014/main" id="{8931CEC7-8280-FFD2-13A1-3647C5294D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graphicFrame>
        <p:nvGraphicFramePr>
          <p:cNvPr id="5" name="表 4">
            <a:extLst>
              <a:ext uri="{FF2B5EF4-FFF2-40B4-BE49-F238E27FC236}">
                <a16:creationId xmlns:a16="http://schemas.microsoft.com/office/drawing/2014/main" id="{E3C7E616-7D9E-7DDD-815B-93054456F7AB}"/>
              </a:ext>
            </a:extLst>
          </p:cNvPr>
          <p:cNvGraphicFramePr>
            <a:graphicFrameLocks noGrp="1"/>
          </p:cNvGraphicFramePr>
          <p:nvPr>
            <p:extLst>
              <p:ext uri="{D42A27DB-BD31-4B8C-83A1-F6EECF244321}">
                <p14:modId xmlns:p14="http://schemas.microsoft.com/office/powerpoint/2010/main" val="2967530960"/>
              </p:ext>
            </p:extLst>
          </p:nvPr>
        </p:nvGraphicFramePr>
        <p:xfrm>
          <a:off x="4704862" y="1501180"/>
          <a:ext cx="7487140" cy="3608438"/>
        </p:xfrm>
        <a:graphic>
          <a:graphicData uri="http://schemas.openxmlformats.org/drawingml/2006/table">
            <a:tbl>
              <a:tblPr firstRow="1" bandRow="1">
                <a:tableStyleId>{5C22544A-7EE6-4342-B048-85BDC9FD1C3A}</a:tableStyleId>
              </a:tblPr>
              <a:tblGrid>
                <a:gridCol w="1497428">
                  <a:extLst>
                    <a:ext uri="{9D8B030D-6E8A-4147-A177-3AD203B41FA5}">
                      <a16:colId xmlns:a16="http://schemas.microsoft.com/office/drawing/2014/main" val="1530028058"/>
                    </a:ext>
                  </a:extLst>
                </a:gridCol>
                <a:gridCol w="1497428">
                  <a:extLst>
                    <a:ext uri="{9D8B030D-6E8A-4147-A177-3AD203B41FA5}">
                      <a16:colId xmlns:a16="http://schemas.microsoft.com/office/drawing/2014/main" val="2488415432"/>
                    </a:ext>
                  </a:extLst>
                </a:gridCol>
                <a:gridCol w="1497428">
                  <a:extLst>
                    <a:ext uri="{9D8B030D-6E8A-4147-A177-3AD203B41FA5}">
                      <a16:colId xmlns:a16="http://schemas.microsoft.com/office/drawing/2014/main" val="126359161"/>
                    </a:ext>
                  </a:extLst>
                </a:gridCol>
                <a:gridCol w="1497428">
                  <a:extLst>
                    <a:ext uri="{9D8B030D-6E8A-4147-A177-3AD203B41FA5}">
                      <a16:colId xmlns:a16="http://schemas.microsoft.com/office/drawing/2014/main" val="1293441972"/>
                    </a:ext>
                  </a:extLst>
                </a:gridCol>
                <a:gridCol w="1497428">
                  <a:extLst>
                    <a:ext uri="{9D8B030D-6E8A-4147-A177-3AD203B41FA5}">
                      <a16:colId xmlns:a16="http://schemas.microsoft.com/office/drawing/2014/main" val="1458870910"/>
                    </a:ext>
                  </a:extLst>
                </a:gridCol>
              </a:tblGrid>
              <a:tr h="613021">
                <a:tc>
                  <a:txBody>
                    <a:bodyPr/>
                    <a:lstStyle/>
                    <a:p>
                      <a:pPr algn="l">
                        <a:lnSpc>
                          <a:spcPts val="1875"/>
                        </a:lnSpc>
                        <a:buNone/>
                      </a:pPr>
                      <a:r>
                        <a:rPr lang="ja-JP" altLang="en-US" b="0" dirty="0">
                          <a:effectLst/>
                          <a:latin typeface="BIZ UD明朝 Medium" panose="02020500000000000000" pitchFamily="17" charset="-128"/>
                          <a:ea typeface="BIZ UD明朝 Medium" panose="02020500000000000000" pitchFamily="17" charset="-128"/>
                        </a:rPr>
                        <a:t>ウィンドウ</a:t>
                      </a:r>
                    </a:p>
                  </a:txBody>
                  <a:tcPr marR="152400" marT="95250" marB="95250" anchor="ctr"/>
                </a:tc>
                <a:tc>
                  <a:txBody>
                    <a:bodyPr/>
                    <a:lstStyle/>
                    <a:p>
                      <a:pPr algn="l">
                        <a:lnSpc>
                          <a:spcPts val="1875"/>
                        </a:lnSpc>
                        <a:buNone/>
                      </a:pPr>
                      <a:r>
                        <a:rPr lang="ja-JP" altLang="en-US" b="0">
                          <a:effectLst/>
                          <a:latin typeface="BIZ UD明朝 Medium" panose="02020500000000000000" pitchFamily="17" charset="-128"/>
                          <a:ea typeface="BIZ UD明朝 Medium" panose="02020500000000000000" pitchFamily="17" charset="-128"/>
                        </a:rPr>
                        <a:t>範囲</a:t>
                      </a:r>
                    </a:p>
                  </a:txBody>
                  <a:tcPr marL="152400" marR="152400" marT="95250" marB="95250" anchor="ctr"/>
                </a:tc>
                <a:tc>
                  <a:txBody>
                    <a:bodyPr/>
                    <a:lstStyle/>
                    <a:p>
                      <a:pPr algn="l">
                        <a:lnSpc>
                          <a:spcPts val="1875"/>
                        </a:lnSpc>
                        <a:buNone/>
                      </a:pPr>
                      <a:r>
                        <a:rPr lang="ja-JP" altLang="en-US" b="0">
                          <a:effectLst/>
                          <a:latin typeface="BIZ UD明朝 Medium" panose="02020500000000000000" pitchFamily="17" charset="-128"/>
                          <a:ea typeface="BIZ UD明朝 Medium" panose="02020500000000000000" pitchFamily="17" charset="-128"/>
                        </a:rPr>
                        <a:t>正解境界数</a:t>
                      </a:r>
                    </a:p>
                  </a:txBody>
                  <a:tcPr marL="152400" marR="152400" marT="95250" marB="95250" anchor="ctr"/>
                </a:tc>
                <a:tc>
                  <a:txBody>
                    <a:bodyPr/>
                    <a:lstStyle/>
                    <a:p>
                      <a:pPr algn="l">
                        <a:lnSpc>
                          <a:spcPts val="1875"/>
                        </a:lnSpc>
                        <a:buNone/>
                      </a:pPr>
                      <a:r>
                        <a:rPr lang="ja-JP" altLang="en-US" b="0">
                          <a:effectLst/>
                          <a:latin typeface="BIZ UD明朝 Medium" panose="02020500000000000000" pitchFamily="17" charset="-128"/>
                          <a:ea typeface="BIZ UD明朝 Medium" panose="02020500000000000000" pitchFamily="17" charset="-128"/>
                        </a:rPr>
                        <a:t>予測境界数</a:t>
                      </a:r>
                    </a:p>
                  </a:txBody>
                  <a:tcPr marL="152400" marR="152400" marT="95250" marB="95250" anchor="ctr"/>
                </a:tc>
                <a:tc>
                  <a:txBody>
                    <a:bodyPr/>
                    <a:lstStyle/>
                    <a:p>
                      <a:pPr algn="l">
                        <a:lnSpc>
                          <a:spcPts val="1875"/>
                        </a:lnSpc>
                        <a:buNone/>
                      </a:pPr>
                      <a:r>
                        <a:rPr lang="ja-JP" altLang="en-US" b="0">
                          <a:effectLst/>
                          <a:latin typeface="BIZ UD明朝 Medium" panose="02020500000000000000" pitchFamily="17" charset="-128"/>
                          <a:ea typeface="BIZ UD明朝 Medium" panose="02020500000000000000" pitchFamily="17" charset="-128"/>
                        </a:rPr>
                        <a:t>一致</a:t>
                      </a:r>
                      <a:r>
                        <a:rPr lang="en-US" altLang="ja-JP" b="0">
                          <a:effectLst/>
                          <a:latin typeface="BIZ UD明朝 Medium" panose="02020500000000000000" pitchFamily="17" charset="-128"/>
                          <a:ea typeface="BIZ UD明朝 Medium" panose="02020500000000000000" pitchFamily="17" charset="-128"/>
                        </a:rPr>
                        <a:t>/</a:t>
                      </a:r>
                      <a:r>
                        <a:rPr lang="ja-JP" altLang="en-US" b="0">
                          <a:effectLst/>
                          <a:latin typeface="BIZ UD明朝 Medium" panose="02020500000000000000" pitchFamily="17" charset="-128"/>
                          <a:ea typeface="BIZ UD明朝 Medium" panose="02020500000000000000" pitchFamily="17" charset="-128"/>
                        </a:rPr>
                        <a:t>不一致</a:t>
                      </a:r>
                    </a:p>
                  </a:txBody>
                  <a:tcPr marL="152400" marR="152400" marT="95250" marB="95250" anchor="ctr"/>
                </a:tc>
                <a:extLst>
                  <a:ext uri="{0D108BD9-81ED-4DB2-BD59-A6C34878D82A}">
                    <a16:rowId xmlns:a16="http://schemas.microsoft.com/office/drawing/2014/main" val="2978933739"/>
                  </a:ext>
                </a:extLst>
              </a:tr>
              <a:tr h="613021">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1</a:t>
                      </a:r>
                    </a:p>
                  </a:txBody>
                  <a:tcPr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[1-6]</a:t>
                      </a:r>
                    </a:p>
                  </a:txBody>
                  <a:tcPr marL="152400" marR="152400" marT="95250" marB="95250" anchor="ctr"/>
                </a:tc>
                <a:tc>
                  <a:txBody>
                    <a:bodyPr/>
                    <a:lstStyle/>
                    <a:p>
                      <a:pPr>
                        <a:lnSpc>
                          <a:spcPts val="1875"/>
                        </a:lnSpc>
                        <a:buNone/>
                      </a:pPr>
                      <a:r>
                        <a:rPr lang="en-US" altLang="ja-JP" b="0" dirty="0">
                          <a:effectLst/>
                          <a:latin typeface="BIZ UD明朝 Medium" panose="02020500000000000000" pitchFamily="17" charset="-128"/>
                          <a:ea typeface="BIZ UD明朝 Medium" panose="02020500000000000000" pitchFamily="17" charset="-128"/>
                        </a:rPr>
                        <a:t>2 (</a:t>
                      </a:r>
                      <a:r>
                        <a:rPr lang="ja-JP" altLang="en-US" b="0" dirty="0">
                          <a:effectLst/>
                          <a:latin typeface="BIZ UD明朝 Medium" panose="02020500000000000000" pitchFamily="17" charset="-128"/>
                          <a:ea typeface="BIZ UD明朝 Medium" panose="02020500000000000000" pitchFamily="17" charset="-128"/>
                        </a:rPr>
                        <a:t>境界</a:t>
                      </a:r>
                      <a:r>
                        <a:rPr lang="en-US" altLang="ja-JP" b="0" dirty="0">
                          <a:effectLst/>
                          <a:latin typeface="BIZ UD明朝 Medium" panose="02020500000000000000" pitchFamily="17" charset="-128"/>
                          <a:ea typeface="BIZ UD明朝 Medium" panose="02020500000000000000" pitchFamily="17" charset="-128"/>
                        </a:rPr>
                        <a:t>3,6)</a:t>
                      </a:r>
                    </a:p>
                  </a:txBody>
                  <a:tcPr marL="152400" marR="152400" marT="95250" marB="95250" anchor="ctr"/>
                </a:tc>
                <a:tc>
                  <a:txBody>
                    <a:bodyPr/>
                    <a:lstStyle/>
                    <a:p>
                      <a:pPr>
                        <a:lnSpc>
                          <a:spcPts val="1875"/>
                        </a:lnSpc>
                        <a:buNone/>
                      </a:pPr>
                      <a:r>
                        <a:rPr lang="en-US" altLang="ja-JP" b="0" dirty="0">
                          <a:effectLst/>
                          <a:latin typeface="BIZ UD明朝 Medium" panose="02020500000000000000" pitchFamily="17" charset="-128"/>
                          <a:ea typeface="BIZ UD明朝 Medium" panose="02020500000000000000" pitchFamily="17" charset="-128"/>
                        </a:rPr>
                        <a:t>1 (</a:t>
                      </a:r>
                      <a:r>
                        <a:rPr lang="ja-JP" altLang="en-US" b="0" dirty="0">
                          <a:effectLst/>
                          <a:latin typeface="BIZ UD明朝 Medium" panose="02020500000000000000" pitchFamily="17" charset="-128"/>
                          <a:ea typeface="BIZ UD明朝 Medium" panose="02020500000000000000" pitchFamily="17" charset="-128"/>
                        </a:rPr>
                        <a:t>境界</a:t>
                      </a:r>
                      <a:r>
                        <a:rPr lang="en-US" altLang="ja-JP" b="0" dirty="0">
                          <a:effectLst/>
                          <a:latin typeface="BIZ UD明朝 Medium" panose="02020500000000000000" pitchFamily="17" charset="-128"/>
                          <a:ea typeface="BIZ UD明朝 Medium" panose="02020500000000000000" pitchFamily="17" charset="-128"/>
                        </a:rPr>
                        <a:t>4)</a:t>
                      </a:r>
                    </a:p>
                  </a:txBody>
                  <a:tcPr marL="152400" marR="152400" marT="95250" marB="95250" anchor="ctr"/>
                </a:tc>
                <a:tc>
                  <a:txBody>
                    <a:bodyPr/>
                    <a:lstStyle/>
                    <a:p>
                      <a:pPr>
                        <a:lnSpc>
                          <a:spcPts val="1875"/>
                        </a:lnSpc>
                        <a:buNone/>
                      </a:pPr>
                      <a:r>
                        <a:rPr lang="ja-JP" altLang="en-US" b="1">
                          <a:effectLst/>
                          <a:latin typeface="BIZ UD明朝 Medium" panose="02020500000000000000" pitchFamily="17" charset="-128"/>
                          <a:ea typeface="BIZ UD明朝 Medium" panose="02020500000000000000" pitchFamily="17" charset="-128"/>
                        </a:rPr>
                        <a:t>不一致</a:t>
                      </a:r>
                      <a:endParaRPr lang="ja-JP" altLang="en-US" b="0">
                        <a:effectLst/>
                        <a:latin typeface="BIZ UD明朝 Medium" panose="02020500000000000000" pitchFamily="17" charset="-128"/>
                        <a:ea typeface="BIZ UD明朝 Medium" panose="02020500000000000000" pitchFamily="17" charset="-128"/>
                      </a:endParaRPr>
                    </a:p>
                  </a:txBody>
                  <a:tcPr marL="152400" marT="95250" marB="95250" anchor="ctr"/>
                </a:tc>
                <a:extLst>
                  <a:ext uri="{0D108BD9-81ED-4DB2-BD59-A6C34878D82A}">
                    <a16:rowId xmlns:a16="http://schemas.microsoft.com/office/drawing/2014/main" val="3911256423"/>
                  </a:ext>
                </a:extLst>
              </a:tr>
              <a:tr h="390827">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2</a:t>
                      </a:r>
                    </a:p>
                  </a:txBody>
                  <a:tcPr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[2-7]</a:t>
                      </a:r>
                    </a:p>
                  </a:txBody>
                  <a:tcPr marL="152400"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2 (</a:t>
                      </a:r>
                      <a:r>
                        <a:rPr lang="ja-JP" altLang="en-US" b="0">
                          <a:effectLst/>
                          <a:latin typeface="BIZ UD明朝 Medium" panose="02020500000000000000" pitchFamily="17" charset="-128"/>
                          <a:ea typeface="BIZ UD明朝 Medium" panose="02020500000000000000" pitchFamily="17" charset="-128"/>
                        </a:rPr>
                        <a:t>境界</a:t>
                      </a:r>
                      <a:r>
                        <a:rPr lang="en-US" altLang="ja-JP" b="0">
                          <a:effectLst/>
                          <a:latin typeface="BIZ UD明朝 Medium" panose="02020500000000000000" pitchFamily="17" charset="-128"/>
                          <a:ea typeface="BIZ UD明朝 Medium" panose="02020500000000000000" pitchFamily="17" charset="-128"/>
                        </a:rPr>
                        <a:t>3,6)</a:t>
                      </a:r>
                    </a:p>
                  </a:txBody>
                  <a:tcPr marL="152400" marR="152400" marT="95250" marB="95250" anchor="ctr"/>
                </a:tc>
                <a:tc>
                  <a:txBody>
                    <a:bodyPr/>
                    <a:lstStyle/>
                    <a:p>
                      <a:pPr>
                        <a:lnSpc>
                          <a:spcPts val="1875"/>
                        </a:lnSpc>
                        <a:buNone/>
                      </a:pPr>
                      <a:r>
                        <a:rPr lang="en-US" altLang="ja-JP" b="0" dirty="0">
                          <a:effectLst/>
                          <a:latin typeface="BIZ UD明朝 Medium" panose="02020500000000000000" pitchFamily="17" charset="-128"/>
                          <a:ea typeface="BIZ UD明朝 Medium" panose="02020500000000000000" pitchFamily="17" charset="-128"/>
                        </a:rPr>
                        <a:t>1 (</a:t>
                      </a:r>
                      <a:r>
                        <a:rPr lang="ja-JP" altLang="en-US" b="0" dirty="0">
                          <a:effectLst/>
                          <a:latin typeface="BIZ UD明朝 Medium" panose="02020500000000000000" pitchFamily="17" charset="-128"/>
                          <a:ea typeface="BIZ UD明朝 Medium" panose="02020500000000000000" pitchFamily="17" charset="-128"/>
                        </a:rPr>
                        <a:t>境界</a:t>
                      </a:r>
                      <a:r>
                        <a:rPr lang="en-US" altLang="ja-JP" b="0" dirty="0">
                          <a:effectLst/>
                          <a:latin typeface="BIZ UD明朝 Medium" panose="02020500000000000000" pitchFamily="17" charset="-128"/>
                          <a:ea typeface="BIZ UD明朝 Medium" panose="02020500000000000000" pitchFamily="17" charset="-128"/>
                        </a:rPr>
                        <a:t>4)</a:t>
                      </a:r>
                    </a:p>
                  </a:txBody>
                  <a:tcPr marL="152400" marR="152400" marT="95250" marB="95250" anchor="ctr"/>
                </a:tc>
                <a:tc>
                  <a:txBody>
                    <a:bodyPr/>
                    <a:lstStyle/>
                    <a:p>
                      <a:pPr>
                        <a:lnSpc>
                          <a:spcPts val="1875"/>
                        </a:lnSpc>
                        <a:buNone/>
                      </a:pPr>
                      <a:r>
                        <a:rPr lang="ja-JP" altLang="en-US" b="1">
                          <a:effectLst/>
                          <a:latin typeface="BIZ UD明朝 Medium" panose="02020500000000000000" pitchFamily="17" charset="-128"/>
                          <a:ea typeface="BIZ UD明朝 Medium" panose="02020500000000000000" pitchFamily="17" charset="-128"/>
                        </a:rPr>
                        <a:t>不一致</a:t>
                      </a:r>
                      <a:endParaRPr lang="ja-JP" altLang="en-US" b="0">
                        <a:effectLst/>
                        <a:latin typeface="BIZ UD明朝 Medium" panose="02020500000000000000" pitchFamily="17" charset="-128"/>
                        <a:ea typeface="BIZ UD明朝 Medium" panose="02020500000000000000" pitchFamily="17" charset="-128"/>
                      </a:endParaRPr>
                    </a:p>
                  </a:txBody>
                  <a:tcPr marL="152400" marT="95250" marB="95250" anchor="ctr"/>
                </a:tc>
                <a:extLst>
                  <a:ext uri="{0D108BD9-81ED-4DB2-BD59-A6C34878D82A}">
                    <a16:rowId xmlns:a16="http://schemas.microsoft.com/office/drawing/2014/main" val="288357116"/>
                  </a:ext>
                </a:extLst>
              </a:tr>
              <a:tr h="390827">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3</a:t>
                      </a:r>
                    </a:p>
                  </a:txBody>
                  <a:tcPr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[3-8]</a:t>
                      </a:r>
                    </a:p>
                  </a:txBody>
                  <a:tcPr marL="152400"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2 (</a:t>
                      </a:r>
                      <a:r>
                        <a:rPr lang="ja-JP" altLang="en-US" b="0">
                          <a:effectLst/>
                          <a:latin typeface="BIZ UD明朝 Medium" panose="02020500000000000000" pitchFamily="17" charset="-128"/>
                          <a:ea typeface="BIZ UD明朝 Medium" panose="02020500000000000000" pitchFamily="17" charset="-128"/>
                        </a:rPr>
                        <a:t>境界</a:t>
                      </a:r>
                      <a:r>
                        <a:rPr lang="en-US" altLang="ja-JP" b="0">
                          <a:effectLst/>
                          <a:latin typeface="BIZ UD明朝 Medium" panose="02020500000000000000" pitchFamily="17" charset="-128"/>
                          <a:ea typeface="BIZ UD明朝 Medium" panose="02020500000000000000" pitchFamily="17" charset="-128"/>
                        </a:rPr>
                        <a:t>3,6)</a:t>
                      </a:r>
                    </a:p>
                  </a:txBody>
                  <a:tcPr marL="152400" marR="152400" marT="95250" marB="95250" anchor="ctr"/>
                </a:tc>
                <a:tc>
                  <a:txBody>
                    <a:bodyPr/>
                    <a:lstStyle/>
                    <a:p>
                      <a:pPr>
                        <a:lnSpc>
                          <a:spcPts val="1875"/>
                        </a:lnSpc>
                        <a:buNone/>
                      </a:pPr>
                      <a:r>
                        <a:rPr lang="en-US" altLang="ja-JP" b="0" dirty="0">
                          <a:effectLst/>
                          <a:latin typeface="BIZ UD明朝 Medium" panose="02020500000000000000" pitchFamily="17" charset="-128"/>
                          <a:ea typeface="BIZ UD明朝 Medium" panose="02020500000000000000" pitchFamily="17" charset="-128"/>
                        </a:rPr>
                        <a:t>2 (</a:t>
                      </a:r>
                      <a:r>
                        <a:rPr lang="ja-JP" altLang="en-US" b="0" dirty="0">
                          <a:effectLst/>
                          <a:latin typeface="BIZ UD明朝 Medium" panose="02020500000000000000" pitchFamily="17" charset="-128"/>
                          <a:ea typeface="BIZ UD明朝 Medium" panose="02020500000000000000" pitchFamily="17" charset="-128"/>
                        </a:rPr>
                        <a:t>境界</a:t>
                      </a:r>
                      <a:r>
                        <a:rPr lang="en-US" altLang="ja-JP" b="0" dirty="0">
                          <a:effectLst/>
                          <a:latin typeface="BIZ UD明朝 Medium" panose="02020500000000000000" pitchFamily="17" charset="-128"/>
                          <a:ea typeface="BIZ UD明朝 Medium" panose="02020500000000000000" pitchFamily="17" charset="-128"/>
                        </a:rPr>
                        <a:t>4,8)</a:t>
                      </a:r>
                    </a:p>
                  </a:txBody>
                  <a:tcPr marL="152400" marR="152400" marT="95250" marB="95250" anchor="ctr"/>
                </a:tc>
                <a:tc>
                  <a:txBody>
                    <a:bodyPr/>
                    <a:lstStyle/>
                    <a:p>
                      <a:pPr>
                        <a:lnSpc>
                          <a:spcPts val="1875"/>
                        </a:lnSpc>
                        <a:buNone/>
                      </a:pPr>
                      <a:r>
                        <a:rPr lang="ja-JP" altLang="en-US" b="1">
                          <a:effectLst/>
                          <a:latin typeface="BIZ UD明朝 Medium" panose="02020500000000000000" pitchFamily="17" charset="-128"/>
                          <a:ea typeface="BIZ UD明朝 Medium" panose="02020500000000000000" pitchFamily="17" charset="-128"/>
                        </a:rPr>
                        <a:t>一致</a:t>
                      </a:r>
                      <a:endParaRPr lang="ja-JP" altLang="en-US" b="0">
                        <a:effectLst/>
                        <a:latin typeface="BIZ UD明朝 Medium" panose="02020500000000000000" pitchFamily="17" charset="-128"/>
                        <a:ea typeface="BIZ UD明朝 Medium" panose="02020500000000000000" pitchFamily="17" charset="-128"/>
                      </a:endParaRPr>
                    </a:p>
                  </a:txBody>
                  <a:tcPr marL="152400" marT="95250" marB="95250" anchor="ctr"/>
                </a:tc>
                <a:extLst>
                  <a:ext uri="{0D108BD9-81ED-4DB2-BD59-A6C34878D82A}">
                    <a16:rowId xmlns:a16="http://schemas.microsoft.com/office/drawing/2014/main" val="2621055161"/>
                  </a:ext>
                </a:extLst>
              </a:tr>
              <a:tr h="390827">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4</a:t>
                      </a:r>
                    </a:p>
                  </a:txBody>
                  <a:tcPr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[4-9]</a:t>
                      </a:r>
                    </a:p>
                  </a:txBody>
                  <a:tcPr marL="152400" marR="152400" marT="95250" marB="95250" anchor="ctr"/>
                </a:tc>
                <a:tc>
                  <a:txBody>
                    <a:bodyPr/>
                    <a:lstStyle/>
                    <a:p>
                      <a:pPr>
                        <a:lnSpc>
                          <a:spcPts val="1875"/>
                        </a:lnSpc>
                        <a:buNone/>
                      </a:pPr>
                      <a:r>
                        <a:rPr lang="en-US" altLang="ja-JP" b="0" dirty="0">
                          <a:effectLst/>
                          <a:latin typeface="BIZ UD明朝 Medium" panose="02020500000000000000" pitchFamily="17" charset="-128"/>
                          <a:ea typeface="BIZ UD明朝 Medium" panose="02020500000000000000" pitchFamily="17" charset="-128"/>
                        </a:rPr>
                        <a:t>2 (</a:t>
                      </a:r>
                      <a:r>
                        <a:rPr lang="ja-JP" altLang="en-US" b="0" dirty="0">
                          <a:effectLst/>
                          <a:latin typeface="BIZ UD明朝 Medium" panose="02020500000000000000" pitchFamily="17" charset="-128"/>
                          <a:ea typeface="BIZ UD明朝 Medium" panose="02020500000000000000" pitchFamily="17" charset="-128"/>
                        </a:rPr>
                        <a:t>境界</a:t>
                      </a:r>
                      <a:r>
                        <a:rPr lang="en-US" altLang="ja-JP" b="0" dirty="0">
                          <a:effectLst/>
                          <a:latin typeface="BIZ UD明朝 Medium" panose="02020500000000000000" pitchFamily="17" charset="-128"/>
                          <a:ea typeface="BIZ UD明朝 Medium" panose="02020500000000000000" pitchFamily="17" charset="-128"/>
                        </a:rPr>
                        <a:t>6,9)</a:t>
                      </a:r>
                    </a:p>
                  </a:txBody>
                  <a:tcPr marL="152400"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2 (</a:t>
                      </a:r>
                      <a:r>
                        <a:rPr lang="ja-JP" altLang="en-US" b="0">
                          <a:effectLst/>
                          <a:latin typeface="BIZ UD明朝 Medium" panose="02020500000000000000" pitchFamily="17" charset="-128"/>
                          <a:ea typeface="BIZ UD明朝 Medium" panose="02020500000000000000" pitchFamily="17" charset="-128"/>
                        </a:rPr>
                        <a:t>境界</a:t>
                      </a:r>
                      <a:r>
                        <a:rPr lang="en-US" altLang="ja-JP" b="0">
                          <a:effectLst/>
                          <a:latin typeface="BIZ UD明朝 Medium" panose="02020500000000000000" pitchFamily="17" charset="-128"/>
                          <a:ea typeface="BIZ UD明朝 Medium" panose="02020500000000000000" pitchFamily="17" charset="-128"/>
                        </a:rPr>
                        <a:t>4,8)</a:t>
                      </a:r>
                    </a:p>
                  </a:txBody>
                  <a:tcPr marL="152400" marR="152400" marT="95250" marB="95250" anchor="ctr"/>
                </a:tc>
                <a:tc>
                  <a:txBody>
                    <a:bodyPr/>
                    <a:lstStyle/>
                    <a:p>
                      <a:pPr>
                        <a:lnSpc>
                          <a:spcPts val="1875"/>
                        </a:lnSpc>
                        <a:buNone/>
                      </a:pPr>
                      <a:r>
                        <a:rPr lang="ja-JP" altLang="en-US" b="1">
                          <a:effectLst/>
                          <a:latin typeface="BIZ UD明朝 Medium" panose="02020500000000000000" pitchFamily="17" charset="-128"/>
                          <a:ea typeface="BIZ UD明朝 Medium" panose="02020500000000000000" pitchFamily="17" charset="-128"/>
                        </a:rPr>
                        <a:t>一致</a:t>
                      </a:r>
                      <a:endParaRPr lang="ja-JP" altLang="en-US" b="0">
                        <a:effectLst/>
                        <a:latin typeface="BIZ UD明朝 Medium" panose="02020500000000000000" pitchFamily="17" charset="-128"/>
                        <a:ea typeface="BIZ UD明朝 Medium" panose="02020500000000000000" pitchFamily="17" charset="-128"/>
                      </a:endParaRPr>
                    </a:p>
                  </a:txBody>
                  <a:tcPr marL="152400" marT="95250" marB="95250" anchor="ctr"/>
                </a:tc>
                <a:extLst>
                  <a:ext uri="{0D108BD9-81ED-4DB2-BD59-A6C34878D82A}">
                    <a16:rowId xmlns:a16="http://schemas.microsoft.com/office/drawing/2014/main" val="2470435557"/>
                  </a:ext>
                </a:extLst>
              </a:tr>
              <a:tr h="390827">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5</a:t>
                      </a:r>
                    </a:p>
                  </a:txBody>
                  <a:tcPr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[5-10]</a:t>
                      </a:r>
                    </a:p>
                  </a:txBody>
                  <a:tcPr marL="152400"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2 (</a:t>
                      </a:r>
                      <a:r>
                        <a:rPr lang="ja-JP" altLang="en-US" b="0">
                          <a:effectLst/>
                          <a:latin typeface="BIZ UD明朝 Medium" panose="02020500000000000000" pitchFamily="17" charset="-128"/>
                          <a:ea typeface="BIZ UD明朝 Medium" panose="02020500000000000000" pitchFamily="17" charset="-128"/>
                        </a:rPr>
                        <a:t>境界</a:t>
                      </a:r>
                      <a:r>
                        <a:rPr lang="en-US" altLang="ja-JP" b="0">
                          <a:effectLst/>
                          <a:latin typeface="BIZ UD明朝 Medium" panose="02020500000000000000" pitchFamily="17" charset="-128"/>
                          <a:ea typeface="BIZ UD明朝 Medium" panose="02020500000000000000" pitchFamily="17" charset="-128"/>
                        </a:rPr>
                        <a:t>6,9)</a:t>
                      </a:r>
                    </a:p>
                  </a:txBody>
                  <a:tcPr marL="152400"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1 (</a:t>
                      </a:r>
                      <a:r>
                        <a:rPr lang="ja-JP" altLang="en-US" b="0">
                          <a:effectLst/>
                          <a:latin typeface="BIZ UD明朝 Medium" panose="02020500000000000000" pitchFamily="17" charset="-128"/>
                          <a:ea typeface="BIZ UD明朝 Medium" panose="02020500000000000000" pitchFamily="17" charset="-128"/>
                        </a:rPr>
                        <a:t>境界</a:t>
                      </a:r>
                      <a:r>
                        <a:rPr lang="en-US" altLang="ja-JP" b="0">
                          <a:effectLst/>
                          <a:latin typeface="BIZ UD明朝 Medium" panose="02020500000000000000" pitchFamily="17" charset="-128"/>
                          <a:ea typeface="BIZ UD明朝 Medium" panose="02020500000000000000" pitchFamily="17" charset="-128"/>
                        </a:rPr>
                        <a:t>8)</a:t>
                      </a:r>
                    </a:p>
                  </a:txBody>
                  <a:tcPr marL="152400" marR="152400" marT="95250" marB="95250" anchor="ctr"/>
                </a:tc>
                <a:tc>
                  <a:txBody>
                    <a:bodyPr/>
                    <a:lstStyle/>
                    <a:p>
                      <a:pPr>
                        <a:lnSpc>
                          <a:spcPts val="1875"/>
                        </a:lnSpc>
                        <a:buNone/>
                      </a:pPr>
                      <a:r>
                        <a:rPr lang="ja-JP" altLang="en-US" b="1">
                          <a:effectLst/>
                          <a:latin typeface="BIZ UD明朝 Medium" panose="02020500000000000000" pitchFamily="17" charset="-128"/>
                          <a:ea typeface="BIZ UD明朝 Medium" panose="02020500000000000000" pitchFamily="17" charset="-128"/>
                        </a:rPr>
                        <a:t>不一致</a:t>
                      </a:r>
                      <a:endParaRPr lang="ja-JP" altLang="en-US" b="0">
                        <a:effectLst/>
                        <a:latin typeface="BIZ UD明朝 Medium" panose="02020500000000000000" pitchFamily="17" charset="-128"/>
                        <a:ea typeface="BIZ UD明朝 Medium" panose="02020500000000000000" pitchFamily="17" charset="-128"/>
                      </a:endParaRPr>
                    </a:p>
                  </a:txBody>
                  <a:tcPr marL="152400" marT="95250" marB="95250" anchor="ctr"/>
                </a:tc>
                <a:extLst>
                  <a:ext uri="{0D108BD9-81ED-4DB2-BD59-A6C34878D82A}">
                    <a16:rowId xmlns:a16="http://schemas.microsoft.com/office/drawing/2014/main" val="587183735"/>
                  </a:ext>
                </a:extLst>
              </a:tr>
              <a:tr h="390827">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6</a:t>
                      </a:r>
                    </a:p>
                  </a:txBody>
                  <a:tcPr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[6-11]</a:t>
                      </a:r>
                    </a:p>
                  </a:txBody>
                  <a:tcPr marL="152400"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1 (</a:t>
                      </a:r>
                      <a:r>
                        <a:rPr lang="ja-JP" altLang="en-US" b="0">
                          <a:effectLst/>
                          <a:latin typeface="BIZ UD明朝 Medium" panose="02020500000000000000" pitchFamily="17" charset="-128"/>
                          <a:ea typeface="BIZ UD明朝 Medium" panose="02020500000000000000" pitchFamily="17" charset="-128"/>
                        </a:rPr>
                        <a:t>境界</a:t>
                      </a:r>
                      <a:r>
                        <a:rPr lang="en-US" altLang="ja-JP" b="0">
                          <a:effectLst/>
                          <a:latin typeface="BIZ UD明朝 Medium" panose="02020500000000000000" pitchFamily="17" charset="-128"/>
                          <a:ea typeface="BIZ UD明朝 Medium" panose="02020500000000000000" pitchFamily="17" charset="-128"/>
                        </a:rPr>
                        <a:t>9)</a:t>
                      </a:r>
                    </a:p>
                  </a:txBody>
                  <a:tcPr marL="152400"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0</a:t>
                      </a:r>
                    </a:p>
                  </a:txBody>
                  <a:tcPr marL="152400" marR="152400" marT="95250" marB="95250" anchor="ctr"/>
                </a:tc>
                <a:tc>
                  <a:txBody>
                    <a:bodyPr/>
                    <a:lstStyle/>
                    <a:p>
                      <a:pPr>
                        <a:lnSpc>
                          <a:spcPts val="1875"/>
                        </a:lnSpc>
                        <a:buNone/>
                      </a:pPr>
                      <a:r>
                        <a:rPr lang="ja-JP" altLang="en-US" b="1">
                          <a:effectLst/>
                          <a:latin typeface="BIZ UD明朝 Medium" panose="02020500000000000000" pitchFamily="17" charset="-128"/>
                          <a:ea typeface="BIZ UD明朝 Medium" panose="02020500000000000000" pitchFamily="17" charset="-128"/>
                        </a:rPr>
                        <a:t>不一致</a:t>
                      </a:r>
                      <a:endParaRPr lang="ja-JP" altLang="en-US" b="0">
                        <a:effectLst/>
                        <a:latin typeface="BIZ UD明朝 Medium" panose="02020500000000000000" pitchFamily="17" charset="-128"/>
                        <a:ea typeface="BIZ UD明朝 Medium" panose="02020500000000000000" pitchFamily="17" charset="-128"/>
                      </a:endParaRPr>
                    </a:p>
                  </a:txBody>
                  <a:tcPr marL="152400" marT="95250" marB="95250" anchor="ctr"/>
                </a:tc>
                <a:extLst>
                  <a:ext uri="{0D108BD9-81ED-4DB2-BD59-A6C34878D82A}">
                    <a16:rowId xmlns:a16="http://schemas.microsoft.com/office/drawing/2014/main" val="54468221"/>
                  </a:ext>
                </a:extLst>
              </a:tr>
              <a:tr h="390827">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7</a:t>
                      </a:r>
                    </a:p>
                  </a:txBody>
                  <a:tcPr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[7-12]</a:t>
                      </a:r>
                    </a:p>
                  </a:txBody>
                  <a:tcPr marL="152400"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0</a:t>
                      </a:r>
                    </a:p>
                  </a:txBody>
                  <a:tcPr marL="152400" marR="152400" marT="95250" marB="95250" anchor="ctr"/>
                </a:tc>
                <a:tc>
                  <a:txBody>
                    <a:bodyPr/>
                    <a:lstStyle/>
                    <a:p>
                      <a:pPr>
                        <a:lnSpc>
                          <a:spcPts val="1875"/>
                        </a:lnSpc>
                        <a:buNone/>
                      </a:pPr>
                      <a:r>
                        <a:rPr lang="en-US" altLang="ja-JP" b="0">
                          <a:effectLst/>
                          <a:latin typeface="BIZ UD明朝 Medium" panose="02020500000000000000" pitchFamily="17" charset="-128"/>
                          <a:ea typeface="BIZ UD明朝 Medium" panose="02020500000000000000" pitchFamily="17" charset="-128"/>
                        </a:rPr>
                        <a:t>0</a:t>
                      </a:r>
                    </a:p>
                  </a:txBody>
                  <a:tcPr marL="152400" marR="152400" marT="95250" marB="95250" anchor="ctr"/>
                </a:tc>
                <a:tc>
                  <a:txBody>
                    <a:bodyPr/>
                    <a:lstStyle/>
                    <a:p>
                      <a:pPr>
                        <a:lnSpc>
                          <a:spcPts val="1875"/>
                        </a:lnSpc>
                        <a:buNone/>
                      </a:pPr>
                      <a:r>
                        <a:rPr lang="ja-JP" altLang="en-US" b="1" dirty="0">
                          <a:effectLst/>
                          <a:latin typeface="BIZ UD明朝 Medium" panose="02020500000000000000" pitchFamily="17" charset="-128"/>
                          <a:ea typeface="BIZ UD明朝 Medium" panose="02020500000000000000" pitchFamily="17" charset="-128"/>
                        </a:rPr>
                        <a:t>一致</a:t>
                      </a:r>
                      <a:endParaRPr lang="ja-JP" altLang="en-US" b="0" dirty="0">
                        <a:effectLst/>
                        <a:latin typeface="BIZ UD明朝 Medium" panose="02020500000000000000" pitchFamily="17" charset="-128"/>
                        <a:ea typeface="BIZ UD明朝 Medium" panose="02020500000000000000" pitchFamily="17" charset="-128"/>
                      </a:endParaRPr>
                    </a:p>
                  </a:txBody>
                  <a:tcPr marL="152400" marT="95250" marB="95250" anchor="ctr"/>
                </a:tc>
                <a:extLst>
                  <a:ext uri="{0D108BD9-81ED-4DB2-BD59-A6C34878D82A}">
                    <a16:rowId xmlns:a16="http://schemas.microsoft.com/office/drawing/2014/main" val="4125716098"/>
                  </a:ext>
                </a:extLst>
              </a:tr>
            </a:tbl>
          </a:graphicData>
        </a:graphic>
      </p:graphicFrame>
    </p:spTree>
    <p:extLst>
      <p:ext uri="{BB962C8B-B14F-4D97-AF65-F5344CB8AC3E}">
        <p14:creationId xmlns:p14="http://schemas.microsoft.com/office/powerpoint/2010/main" val="1374905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79E91-F926-5D06-C684-8AB160AC4791}"/>
              </a:ext>
            </a:extLst>
          </p:cNvPr>
          <p:cNvSpPr>
            <a:spLocks noGrp="1"/>
          </p:cNvSpPr>
          <p:nvPr>
            <p:ph type="title"/>
          </p:nvPr>
        </p:nvSpPr>
        <p:spPr>
          <a:xfrm>
            <a:off x="838200" y="365125"/>
            <a:ext cx="11017738" cy="1325563"/>
          </a:xfrm>
        </p:spPr>
        <p:txBody>
          <a:bodyPr/>
          <a:lstStyle/>
          <a:p>
            <a:r>
              <a:rPr kumimoji="1" lang="ja-JP" altLang="en-US" dirty="0"/>
              <a:t>トピック分割精度の評価方法</a:t>
            </a:r>
            <a:br>
              <a:rPr kumimoji="1" lang="en-US" altLang="ja-JP" dirty="0"/>
            </a:br>
            <a:r>
              <a:rPr kumimoji="1" lang="ja-JP" altLang="en-US" dirty="0"/>
              <a:t>（参考論文の評価方法を参考に）</a:t>
            </a:r>
          </a:p>
        </p:txBody>
      </p:sp>
      <p:sp>
        <p:nvSpPr>
          <p:cNvPr id="3" name="テキスト プレースホルダー 2">
            <a:extLst>
              <a:ext uri="{FF2B5EF4-FFF2-40B4-BE49-F238E27FC236}">
                <a16:creationId xmlns:a16="http://schemas.microsoft.com/office/drawing/2014/main" id="{5C62C3A4-BB45-61AA-069A-13E46439F9C3}"/>
              </a:ext>
            </a:extLst>
          </p:cNvPr>
          <p:cNvSpPr>
            <a:spLocks noGrp="1"/>
          </p:cNvSpPr>
          <p:nvPr>
            <p:ph type="body" idx="1"/>
          </p:nvPr>
        </p:nvSpPr>
        <p:spPr/>
        <p:txBody>
          <a:bodyPr/>
          <a:lstStyle/>
          <a:p>
            <a:r>
              <a:rPr lang="en-US" altLang="ja-JP" b="1" dirty="0"/>
              <a:t>1. PK</a:t>
            </a:r>
            <a:r>
              <a:rPr lang="ja-JP" altLang="en-US" b="1" dirty="0"/>
              <a:t>スコア</a:t>
            </a:r>
          </a:p>
          <a:p>
            <a:r>
              <a:rPr lang="en-US" altLang="ja-JP" b="1" dirty="0"/>
              <a:t>2. Window Diff</a:t>
            </a:r>
          </a:p>
          <a:p>
            <a:endParaRPr lang="en-US" altLang="ja-JP" b="1" dirty="0"/>
          </a:p>
          <a:p>
            <a:r>
              <a:rPr lang="en-US" altLang="ja-JP" b="1" dirty="0" err="1"/>
              <a:t>Youtube</a:t>
            </a:r>
            <a:r>
              <a:rPr lang="ja-JP" altLang="en-US" b="1" dirty="0"/>
              <a:t>動画のチャプター分割されているものを参考にトピック境界ラベルを付与し今回の評価実験を行った。</a:t>
            </a:r>
            <a:endParaRPr lang="en-US" altLang="ja-JP" b="1" dirty="0"/>
          </a:p>
          <a:p>
            <a:endParaRPr kumimoji="1" lang="ja-JP" altLang="en-US" dirty="0"/>
          </a:p>
        </p:txBody>
      </p:sp>
      <p:sp>
        <p:nvSpPr>
          <p:cNvPr id="4" name="スライド番号プレースホルダー 3">
            <a:extLst>
              <a:ext uri="{FF2B5EF4-FFF2-40B4-BE49-F238E27FC236}">
                <a16:creationId xmlns:a16="http://schemas.microsoft.com/office/drawing/2014/main" id="{7F5AFA3F-9805-8171-69B9-095C270A16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2252224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C19449-3B47-9CF4-29EC-32AE861B3607}"/>
              </a:ext>
            </a:extLst>
          </p:cNvPr>
          <p:cNvSpPr>
            <a:spLocks noGrp="1"/>
          </p:cNvSpPr>
          <p:nvPr>
            <p:ph type="title"/>
          </p:nvPr>
        </p:nvSpPr>
        <p:spPr>
          <a:xfrm>
            <a:off x="838199" y="365125"/>
            <a:ext cx="10968789" cy="1325563"/>
          </a:xfrm>
        </p:spPr>
        <p:txBody>
          <a:bodyPr/>
          <a:lstStyle/>
          <a:p>
            <a:endParaRPr kumimoji="1" lang="ja-JP" altLang="en-US" dirty="0"/>
          </a:p>
        </p:txBody>
      </p:sp>
      <p:sp>
        <p:nvSpPr>
          <p:cNvPr id="3" name="テキスト プレースホルダー 2">
            <a:extLst>
              <a:ext uri="{FF2B5EF4-FFF2-40B4-BE49-F238E27FC236}">
                <a16:creationId xmlns:a16="http://schemas.microsoft.com/office/drawing/2014/main" id="{EEBA5FD7-249B-83CB-0B94-89CCEF306BAB}"/>
              </a:ext>
            </a:extLst>
          </p:cNvPr>
          <p:cNvSpPr>
            <a:spLocks noGrp="1"/>
          </p:cNvSpPr>
          <p:nvPr>
            <p:ph type="body" idx="1"/>
          </p:nvPr>
        </p:nvSpPr>
        <p:spPr/>
        <p:txBody>
          <a:bodyPr/>
          <a:lstStyle/>
          <a:p>
            <a:r>
              <a:rPr kumimoji="1" lang="ja-JP" altLang="en-US" sz="4000" b="1" dirty="0"/>
              <a:t>学習なしで構築したモデルでの推論</a:t>
            </a:r>
            <a:endParaRPr lang="en-US" altLang="ja-JP" sz="4000" b="1" dirty="0"/>
          </a:p>
          <a:p>
            <a:r>
              <a:rPr lang="en-US" altLang="ja-JP" sz="4000" b="1" dirty="0"/>
              <a:t>Pk=0.4094, WD=0.4254</a:t>
            </a:r>
          </a:p>
          <a:p>
            <a:pPr marL="114300" indent="0">
              <a:buNone/>
            </a:pPr>
            <a:endParaRPr lang="en-US" altLang="ja-JP" dirty="0"/>
          </a:p>
          <a:p>
            <a:r>
              <a:rPr lang="en-US" altLang="ja-JP" dirty="0"/>
              <a:t>※</a:t>
            </a:r>
            <a:r>
              <a:rPr lang="ja-JP" altLang="en-US" dirty="0"/>
              <a:t>（先行研究の論文内での実験結果）</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31EB04CA-3772-C66D-0CD1-D8F7C3B5AE9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8" name="図 7">
            <a:extLst>
              <a:ext uri="{FF2B5EF4-FFF2-40B4-BE49-F238E27FC236}">
                <a16:creationId xmlns:a16="http://schemas.microsoft.com/office/drawing/2014/main" id="{2BD4D35C-11FD-73FA-12F8-FCA8C3349781}"/>
              </a:ext>
            </a:extLst>
          </p:cNvPr>
          <p:cNvPicPr>
            <a:picLocks noChangeAspect="1"/>
          </p:cNvPicPr>
          <p:nvPr/>
        </p:nvPicPr>
        <p:blipFill>
          <a:blip r:embed="rId2"/>
          <a:stretch>
            <a:fillRect/>
          </a:stretch>
        </p:blipFill>
        <p:spPr>
          <a:xfrm>
            <a:off x="1259915" y="6005538"/>
            <a:ext cx="7766859" cy="350812"/>
          </a:xfrm>
          <a:prstGeom prst="rect">
            <a:avLst/>
          </a:prstGeom>
        </p:spPr>
      </p:pic>
      <p:pic>
        <p:nvPicPr>
          <p:cNvPr id="10" name="図 9">
            <a:extLst>
              <a:ext uri="{FF2B5EF4-FFF2-40B4-BE49-F238E27FC236}">
                <a16:creationId xmlns:a16="http://schemas.microsoft.com/office/drawing/2014/main" id="{8875EFFF-B88E-4ACF-ED4A-FD8975891E99}"/>
              </a:ext>
            </a:extLst>
          </p:cNvPr>
          <p:cNvPicPr>
            <a:picLocks noChangeAspect="1"/>
          </p:cNvPicPr>
          <p:nvPr/>
        </p:nvPicPr>
        <p:blipFill>
          <a:blip r:embed="rId3"/>
          <a:stretch>
            <a:fillRect/>
          </a:stretch>
        </p:blipFill>
        <p:spPr>
          <a:xfrm>
            <a:off x="1377141" y="4942453"/>
            <a:ext cx="7766859" cy="987616"/>
          </a:xfrm>
          <a:prstGeom prst="rect">
            <a:avLst/>
          </a:prstGeom>
        </p:spPr>
      </p:pic>
    </p:spTree>
    <p:extLst>
      <p:ext uri="{BB962C8B-B14F-4D97-AF65-F5344CB8AC3E}">
        <p14:creationId xmlns:p14="http://schemas.microsoft.com/office/powerpoint/2010/main" val="1899656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9E3755-AC4E-E4A7-32A1-69B861A4B9F3}"/>
              </a:ext>
            </a:extLst>
          </p:cNvPr>
          <p:cNvSpPr>
            <a:spLocks noGrp="1"/>
          </p:cNvSpPr>
          <p:nvPr>
            <p:ph type="title"/>
          </p:nvPr>
        </p:nvSpPr>
        <p:spPr>
          <a:xfrm>
            <a:off x="838200" y="-148223"/>
            <a:ext cx="10515600" cy="1325563"/>
          </a:xfrm>
        </p:spPr>
        <p:txBody>
          <a:bodyPr/>
          <a:lstStyle/>
          <a:p>
            <a:r>
              <a:rPr lang="ja-JP" altLang="en-US" dirty="0"/>
              <a:t>これからの</a:t>
            </a:r>
            <a:r>
              <a:rPr lang="en-US" altLang="ja-JP" dirty="0" err="1"/>
              <a:t>予定</a:t>
            </a:r>
            <a:endParaRPr kumimoji="1" lang="ja-JP" altLang="en-US" dirty="0"/>
          </a:p>
        </p:txBody>
      </p:sp>
      <p:sp>
        <p:nvSpPr>
          <p:cNvPr id="3" name="テキスト プレースホルダー 2">
            <a:extLst>
              <a:ext uri="{FF2B5EF4-FFF2-40B4-BE49-F238E27FC236}">
                <a16:creationId xmlns:a16="http://schemas.microsoft.com/office/drawing/2014/main" id="{01D4E1BB-7302-AB79-C28E-82A33BBCDE92}"/>
              </a:ext>
            </a:extLst>
          </p:cNvPr>
          <p:cNvSpPr>
            <a:spLocks noGrp="1"/>
          </p:cNvSpPr>
          <p:nvPr>
            <p:ph type="body" idx="1"/>
          </p:nvPr>
        </p:nvSpPr>
        <p:spPr>
          <a:xfrm>
            <a:off x="723900" y="739148"/>
            <a:ext cx="10515600" cy="5982327"/>
          </a:xfrm>
        </p:spPr>
        <p:txBody>
          <a:bodyPr/>
          <a:lstStyle/>
          <a:p>
            <a:r>
              <a:rPr kumimoji="1" lang="ja-JP" altLang="en-US" dirty="0"/>
              <a:t>１１月の予定</a:t>
            </a:r>
            <a:endParaRPr kumimoji="1" lang="en-US" altLang="ja-JP" dirty="0"/>
          </a:p>
          <a:p>
            <a:pPr lvl="1"/>
            <a:r>
              <a:rPr kumimoji="1" lang="ja-JP" altLang="en-US" dirty="0"/>
              <a:t>トピック精度の測り方についての決定✅</a:t>
            </a:r>
            <a:endParaRPr kumimoji="1" lang="en-US" altLang="ja-JP" dirty="0"/>
          </a:p>
          <a:p>
            <a:pPr lvl="1"/>
            <a:r>
              <a:rPr kumimoji="1" lang="ja-JP" altLang="en-US" dirty="0"/>
              <a:t>トピック分割処理の実装✅</a:t>
            </a:r>
            <a:endParaRPr kumimoji="1" lang="en-US" altLang="ja-JP" dirty="0"/>
          </a:p>
          <a:p>
            <a:pPr lvl="1"/>
            <a:r>
              <a:rPr kumimoji="1" lang="ja-JP" altLang="en-US" dirty="0"/>
              <a:t>評価データの作成✅</a:t>
            </a:r>
            <a:endParaRPr kumimoji="1" lang="en-US" altLang="ja-JP" dirty="0"/>
          </a:p>
          <a:p>
            <a:pPr lvl="1"/>
            <a:r>
              <a:rPr kumimoji="1" lang="ja-JP" altLang="en-US" dirty="0"/>
              <a:t>モデルの学習を行う（今週）</a:t>
            </a:r>
            <a:endParaRPr kumimoji="1" lang="en-US" altLang="ja-JP" dirty="0"/>
          </a:p>
          <a:p>
            <a:pPr lvl="1"/>
            <a:r>
              <a:rPr kumimoji="1" lang="ja-JP" altLang="en-US" dirty="0"/>
              <a:t>学習したモデルで</a:t>
            </a:r>
            <a:r>
              <a:rPr kumimoji="1" lang="en-US" altLang="ja-JP" dirty="0"/>
              <a:t>PK</a:t>
            </a:r>
            <a:r>
              <a:rPr kumimoji="1" lang="ja-JP" altLang="en-US" dirty="0"/>
              <a:t>と</a:t>
            </a:r>
            <a:r>
              <a:rPr kumimoji="1" lang="en-US" altLang="ja-JP" dirty="0"/>
              <a:t>WD</a:t>
            </a:r>
            <a:r>
              <a:rPr kumimoji="1" lang="ja-JP" altLang="en-US" dirty="0"/>
              <a:t>を測る（今週）</a:t>
            </a:r>
            <a:endParaRPr kumimoji="1" lang="en-US" altLang="ja-JP" dirty="0"/>
          </a:p>
          <a:p>
            <a:pPr lvl="1"/>
            <a:r>
              <a:rPr kumimoji="1" lang="ja-JP" altLang="en-US" dirty="0"/>
              <a:t>実験結果をまとめる</a:t>
            </a:r>
            <a:endParaRPr kumimoji="1" lang="en-US" altLang="ja-JP" dirty="0"/>
          </a:p>
          <a:p>
            <a:pPr lvl="1"/>
            <a:r>
              <a:rPr kumimoji="1" lang="ja-JP" altLang="en-US" dirty="0"/>
              <a:t>発表題目、要旨の作成</a:t>
            </a:r>
            <a:endParaRPr kumimoji="1" lang="en-US" altLang="ja-JP" dirty="0"/>
          </a:p>
          <a:p>
            <a:r>
              <a:rPr kumimoji="1" lang="ja-JP" altLang="en-US" dirty="0"/>
              <a:t>１１月～１２月</a:t>
            </a:r>
            <a:endParaRPr kumimoji="1" lang="en-US" altLang="ja-JP" dirty="0"/>
          </a:p>
          <a:p>
            <a:pPr lvl="1"/>
            <a:r>
              <a:rPr kumimoji="1" lang="ja-JP" altLang="en-US" dirty="0"/>
              <a:t>人間による定性的評価を行う</a:t>
            </a:r>
            <a:endParaRPr kumimoji="1" lang="en-US" altLang="ja-JP" dirty="0"/>
          </a:p>
          <a:p>
            <a:pPr lvl="1"/>
            <a:r>
              <a:rPr kumimoji="1" lang="ja-JP" altLang="en-US" dirty="0"/>
              <a:t>実験結果からわかった改善点から修正を行う</a:t>
            </a:r>
            <a:endParaRPr kumimoji="1" lang="en-US" altLang="ja-JP" dirty="0"/>
          </a:p>
          <a:p>
            <a:pPr lvl="1"/>
            <a:r>
              <a:rPr kumimoji="1" lang="ja-JP" altLang="en-US" dirty="0"/>
              <a:t>論文原稿の作成</a:t>
            </a:r>
            <a:endParaRPr kumimoji="1" lang="en-US" altLang="ja-JP" dirty="0"/>
          </a:p>
          <a:p>
            <a:pPr lvl="1"/>
            <a:endParaRPr kumimoji="1" lang="ja-JP" altLang="en-US" dirty="0"/>
          </a:p>
        </p:txBody>
      </p:sp>
      <p:sp>
        <p:nvSpPr>
          <p:cNvPr id="4" name="スライド番号プレースホルダー 3">
            <a:extLst>
              <a:ext uri="{FF2B5EF4-FFF2-40B4-BE49-F238E27FC236}">
                <a16:creationId xmlns:a16="http://schemas.microsoft.com/office/drawing/2014/main" id="{0B30A6C6-433C-05DC-5008-8997C14CC1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Tree>
    <p:extLst>
      <p:ext uri="{BB962C8B-B14F-4D97-AF65-F5344CB8AC3E}">
        <p14:creationId xmlns:p14="http://schemas.microsoft.com/office/powerpoint/2010/main" val="2716303098"/>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10967</TotalTime>
  <Words>531</Words>
  <Application>Microsoft Office PowerPoint</Application>
  <PresentationFormat>ワイド画面</PresentationFormat>
  <Paragraphs>141</Paragraphs>
  <Slides>8</Slides>
  <Notes>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BIZ UDゴシック</vt:lpstr>
      <vt:lpstr>BIZ UD明朝 Medium</vt:lpstr>
      <vt:lpstr>Arial</vt:lpstr>
      <vt:lpstr>Open Sans</vt:lpstr>
      <vt:lpstr>GradientVTI</vt:lpstr>
      <vt:lpstr>進捗報告</vt:lpstr>
      <vt:lpstr>研究目標</vt:lpstr>
      <vt:lpstr>進捗</vt:lpstr>
      <vt:lpstr>PKスコア</vt:lpstr>
      <vt:lpstr>Window Diff</vt:lpstr>
      <vt:lpstr>トピック分割精度の評価方法 （参考論文の評価方法を参考に）</vt:lpstr>
      <vt:lpstr>PowerPoint プレゼンテーション</vt:lpstr>
      <vt:lpstr>これからの予定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昇汰 三輪</dc:creator>
  <cp:lastModifiedBy>三輪　昇汰</cp:lastModifiedBy>
  <cp:revision>24</cp:revision>
  <dcterms:created xsi:type="dcterms:W3CDTF">2025-05-18T22:20:18Z</dcterms:created>
  <dcterms:modified xsi:type="dcterms:W3CDTF">2025-11-07T01:47:44Z</dcterms:modified>
</cp:coreProperties>
</file>