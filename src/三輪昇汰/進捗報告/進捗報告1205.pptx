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94" r:id="rId3"/>
    <p:sldId id="291" r:id="rId4"/>
    <p:sldId id="297" r:id="rId5"/>
    <p:sldId id="296" r:id="rId6"/>
    <p:sldId id="300" r:id="rId7"/>
    <p:sldId id="295" r:id="rId8"/>
    <p:sldId id="272" r:id="rId9"/>
    <p:sldId id="302" r:id="rId10"/>
    <p:sldId id="299" r:id="rId11"/>
    <p:sldId id="301" r:id="rId12"/>
  </p:sldIdLst>
  <p:sldSz cx="12192000" cy="6858000"/>
  <p:notesSz cx="6858000" cy="9144000"/>
  <p:embeddedFontLst>
    <p:embeddedFont>
      <p:font typeface="Cambria Math" panose="02040503050406030204" pitchFamily="18" charset="0"/>
      <p:regular r:id="rId14"/>
    </p:embeddedFont>
    <p:embeddedFont>
      <p:font typeface="Open Sans" panose="020B060603050402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SP1TDKl9SlnSq0ofYxIRhWNpP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D16252-574D-44B4-B3B2-BC42012E9720}" v="88" dt="2025-10-26T05:56:38.920"/>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5" autoAdjust="0"/>
    <p:restoredTop sz="94677" autoAdjust="0"/>
  </p:normalViewPr>
  <p:slideViewPr>
    <p:cSldViewPr snapToGrid="0">
      <p:cViewPr varScale="1">
        <p:scale>
          <a:sx n="60" d="100"/>
          <a:sy n="60" d="100"/>
        </p:scale>
        <p:origin x="83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9" Type="http://customschemas.google.com/relationships/presentationmetadata" Target="NUL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30"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7T19:46:19.755"/>
    </inkml:context>
    <inkml:brush xml:id="br0">
      <inkml:brushProperty name="width" value="0.05" units="cm"/>
      <inkml:brushProperty name="height" value="0.05" units="cm"/>
    </inkml:brush>
  </inkml:definitions>
  <inkml:trace contextRef="#ctx0" brushRef="#br0">1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0:12.049"/>
    </inkml:context>
    <inkml:brush xml:id="br0">
      <inkml:brushProperty name="width" value="0.05" units="cm"/>
      <inkml:brushProperty name="height" value="0.05" units="cm"/>
    </inkml:brush>
  </inkml:definitions>
  <inkml:trace contextRef="#ctx0" brushRef="#br0">0 0 24451,'5934'23'0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0:13.996"/>
    </inkml:context>
    <inkml:brush xml:id="br0">
      <inkml:brushProperty name="width" value="0.05" units="cm"/>
      <inkml:brushProperty name="height" value="0.05" units="cm"/>
    </inkml:brush>
  </inkml:definitions>
  <inkml:trace contextRef="#ctx0" brushRef="#br0">96 1 24575,'17'14'0,"0"-1"0,1 0 0,27 13 0,-6-2 0,0-2 0,-18-10 0,37 26 0,-53-34 0,0 1 0,0-1 0,-1 1 0,0-1 0,1 1 0,-1 1 0,-1-1 0,1 0 0,-1 1 0,0 0 0,4 10 0,-7-14 0,0-1 0,0 0 0,0 1 0,0-1 0,0 1 0,0-1 0,0 0 0,0 1 0,-1-1 0,1 1 0,0-1 0,-1 0 0,1 1 0,-1-1 0,0 0 0,1 0 0,-1 1 0,0-1 0,0 0 0,0 0 0,0 0 0,0 0 0,0 0 0,0 0 0,0 0 0,0 0 0,0-1 0,0 1 0,-1 0 0,1-1 0,0 1 0,-2 0 0,-54 18 0,37-13 0,-33 11 0,28-9 0,1 0 0,0 2 0,-30 15 0,-54 23-1365,95-42-5461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1T00:03:18.251"/>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1T00:03:18.678"/>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21T00:03:19.002"/>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0 1,'0'0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4:40.398"/>
    </inkml:context>
    <inkml:brush xml:id="br0">
      <inkml:brushProperty name="width" value="0.05" units="cm"/>
      <inkml:brushProperty name="height" value="0.05" units="cm"/>
    </inkml:brush>
  </inkml:definitions>
  <inkml:trace contextRef="#ctx0" brushRef="#br0">573 0 24575,'-2'25'0,"-1"-1"0,-1 1 0,-2-1 0,-14 40 0,1-1 0,-20 44 0,27-77 0,-17 59 0,-36 162 0,-48 86 0,105-315 0,-2 0 0,-1 0 0,-1-1 0,-1-1 0,0 1 0,-2-2 0,0 0 0,-18 16 0,20-20 0,-8 12 0,1 1 0,-21 39 0,10-16 0,31-51 0,0 0 0,0 0 0,0 0 0,0 0 0,0 0 0,-1 0 0,1-1 0,0 1 0,0 0 0,0 0 0,0 0 0,0 0 0,0 0 0,0 0 0,-1 0 0,1 0 0,0 0 0,0 0 0,0 0 0,0 0 0,0 0 0,0 0 0,-1 0 0,1 0 0,0 0 0,0 0 0,0 0 0,0 0 0,0 0 0,0 0 0,-1 0 0,1 1 0,0-1 0,0 0 0,0 0 0,0 0 0,0 0 0,0 0 0,0 0 0,0 0 0,-1 0 0,1 1 0,6-25 0,17-35 0,-15 46 0,8-10 0,0 1 0,33-36 0,53-66 0,-57 83 0,1 3 0,76-48 0,-79 57 0,-21 14 0,0 1 0,1 1 0,1 1 0,0 0 0,0 2 0,1 1 0,42-9 0,-31 11 0,-19 2 0,1 2 0,-1 0 0,1 1 0,22 1 0,-34 1 0,1 1 0,-1 0 0,0 0 0,0 1 0,0 0 0,0 0 0,0 0 0,0 1 0,-1-1 0,1 2 0,-1-1 0,0 0 0,0 1 0,0 0 0,0 0 0,4 6 0,-4-5 0,0 1 0,0 1 0,0-1 0,-1 1 0,0-1 0,0 1 0,-1 1 0,0-1 0,0 0 0,-1 1 0,1-1 0,-2 1 0,1 0 0,-1 0 0,0 0 0,-1 0 0,0-1 0,0 1 0,-1 0 0,0 0 0,0 0 0,-1 0 0,-4 13 0,-6 20 0,6-18 0,-1-1 0,-1 0 0,-19 38 0,-49 89 0,74-146 0,1 1 0,-1-1 0,1 0 0,0 0 0,0 1 0,0-1 0,0 1 0,0-1 0,1 1 0,-1-1 0,1 1 0,0 0 0,0-1 0,1 1 0,-1-1 0,1 1 0,1 5 0,0-7 0,-1 1 0,1-1 0,-1 0 0,1 0 0,0 0 0,0 0 0,0 0 0,0-1 0,0 1 0,0 0 0,1-1 0,-1 0 0,0 0 0,1 1 0,-1-1 0,1-1 0,-1 1 0,1 0 0,0-1 0,-1 1 0,1-1 0,0 0 0,4 0 0,0 2 0,1-2 0,0 1 0,0-1 0,-1 0 0,1-1 0,0 1 0,-1-2 0,1 1 0,-1-1 0,1 0 0,-1 0 0,0-1 0,0 0 0,0-1 0,0 1 0,0-1 0,-1-1 0,9-6 0,-1-1-32,0 2 0,0 0-1,1 1 1,0 0-1,24-9 1,-9 3-1139,-17 9-5655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4:54.251"/>
    </inkml:context>
    <inkml:brush xml:id="br0">
      <inkml:brushProperty name="width" value="0.05" units="cm"/>
      <inkml:brushProperty name="height" value="0.05" units="cm"/>
    </inkml:brush>
  </inkml:definitions>
  <inkml:trace contextRef="#ctx0" brushRef="#br0">0 1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4:54.395"/>
    </inkml:context>
    <inkml:brush xml:id="br0">
      <inkml:brushProperty name="width" value="0.05" units="cm"/>
      <inkml:brushProperty name="height" value="0.05" units="cm"/>
    </inkml:brush>
  </inkml:definitions>
  <inkml:trace contextRef="#ctx0" brushRef="#br0">0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14.381"/>
    </inkml:context>
    <inkml:brush xml:id="br0">
      <inkml:brushProperty name="width" value="0.05" units="cm"/>
      <inkml:brushProperty name="height" value="0.05" units="cm"/>
    </inkml:brush>
  </inkml:definitions>
  <inkml:trace contextRef="#ctx0" brushRef="#br0">132 1 24575,'-1'22'0,"-1"-1"0,-1 1 0,-1-1 0,0 0 0,-13 34 0,-49 100 0,53-128 0,9-15 0,-1 1 0,2 0 0,0-1 0,0 1 0,2 0 0,-1 0 0,1 14 0,7 91 0,-6-116 0,0 0 0,0 0 0,0-1 0,1 1 0,-1 0 0,0-1 0,0 1 0,1 0 0,-1-1 0,1 1 0,0 0 0,-1-1 0,1 1 0,0-1 0,0 1 0,0-1 0,0 0 0,0 1 0,0-1 0,1 0 0,-1 0 0,0 0 0,1 0 0,-1 0 0,0 0 0,3 1 0,-2-2 0,1 1 0,-1-1 0,0-1 0,1 1 0,-1 0 0,1 0 0,-1-1 0,0 1 0,1-1 0,-1 0 0,0 0 0,0 0 0,0 0 0,1 0 0,-1 0 0,2-2 0,9-7 0,0-1 0,0 0 0,-1 0 0,11-14 0,-8 7-195,0 0 0,-2-1 0,0 0 0,-1-1 0,-1 0 0,15-38 0,-21 42-6631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14.818"/>
    </inkml:context>
    <inkml:brush xml:id="br0">
      <inkml:brushProperty name="width" value="0.05" units="cm"/>
      <inkml:brushProperty name="height" value="0.05" units="cm"/>
    </inkml:brush>
  </inkml:definitions>
  <inkml:trace contextRef="#ctx0" brushRef="#br0">26 1 24575,'-4'0'0,"-1"4"0,-1 6 0,2 5 0,1 5 0,1 3 0,1 1 0,5-2 0,1-2 0,1 1 0,3-4 0,0 0 0,3-3 0,-1 1 0,2-3 0,-1 1 0,-2-1-8191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1.483"/>
    </inkml:context>
    <inkml:brush xml:id="br0">
      <inkml:brushProperty name="width" value="0.05" units="cm"/>
      <inkml:brushProperty name="height" value="0.05" units="cm"/>
    </inkml:brush>
  </inkml:definitions>
  <inkml:trace contextRef="#ctx0" brushRef="#br0">812 202 24575,'0'-8'0,"0"-1"0,0 0 0,-1 0 0,0 0 0,-1 1 0,0-1 0,-5-14 0,4 18 0,1 1 0,-1-1 0,0 1 0,0 0 0,0 0 0,-1 0 0,0 0 0,1 1 0,-1-1 0,0 1 0,-1 0 0,1 0 0,-1 1 0,-6-4 0,-14-5 0,0 1 0,-1 1 0,-1 1 0,1 2 0,-1 0 0,-1 2 0,1 1 0,0 1 0,-39 2 0,53 0 0,-1 0 0,0 1 0,1 1 0,-1 0 0,1 1 0,0 1 0,-1 0 0,1 0 0,1 1 0,-1 1 0,1 0 0,0 1 0,0 0 0,1 1 0,0 0 0,1 1 0,-1 0 0,-10 13 0,20-21 0,-11 10 0,1 1 0,0 0 0,0 1 0,1 0 0,1 0 0,0 1 0,1 0 0,1 1 0,-7 16 0,-15 51 0,19-58 0,1-1 0,2 2 0,0-1 0,1 1 0,2 0 0,-3 45 0,5-17 0,0-36 0,1 0 0,1 0 0,0-1 0,1 1 0,1 0 0,1 0 0,8 29 0,0-25 0,1-2 0,1 1 0,1-1 0,0-1 0,1-1 0,1 0 0,25 20 0,-23-22 0,1 0 0,1-2 0,1 0 0,0-2 0,0 0 0,1-1 0,27 8 0,-35-13 0,1-2 0,0 1 0,0-2 0,0 0 0,0-1 0,0 0 0,0-1 0,1-1 0,-1 0 0,0-1 0,0-1 0,21-6 0,-11-3-65,0 0 0,-1-1-1,0-1 1,-1-1 0,23-20 0,-18 14-909,-15 12-5852</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3.051"/>
    </inkml:context>
    <inkml:brush xml:id="br0">
      <inkml:brushProperty name="width" value="0.05" units="cm"/>
      <inkml:brushProperty name="height" value="0.05" units="cm"/>
    </inkml:brush>
  </inkml:definitions>
  <inkml:trace contextRef="#ctx0" brushRef="#br0">0 226 24575,'2'-6'0,"-1"1"0,1-1 0,0 1 0,1-1 0,-1 1 0,1 0 0,0 0 0,4-5 0,1-2 0,95-142 0,-103 154 0,0 0 0,0-1 0,0 1 0,0 0 0,0-1 0,0 1 0,1 0 0,-1 0 0,0-1 0,0 1 0,0 0 0,0-1 0,1 1 0,-1 0 0,0 0 0,0 0 0,1-1 0,-1 1 0,0 0 0,1 0 0,-1 0 0,0-1 0,0 1 0,1 0 0,-1 0 0,0 0 0,1 0 0,-1 0 0,0 0 0,1 0 0,-1 0 0,0 0 0,1 0 0,-1 0 0,0 0 0,1 0 0,-1 0 0,0 0 0,1 0 0,0 0 0,4 17 0,-4 29 0,-1-42 0,-3 112 0,5 153 0,-2-265 0,0 1 0,1 0 0,0 0 0,0-1 0,0 1 0,0 0 0,1-1 0,-1 1 0,1-1 0,0 0 0,1 0 0,-1 1 0,1-1 0,0-1 0,0 1 0,0 0 0,0-1 0,1 0 0,5 5 0,-5-6 0,0 0 0,0-1 0,0 1 0,1-1 0,-1 0 0,0 0 0,0-1 0,1 1 0,-1-1 0,0 0 0,1 0 0,-1-1 0,0 1 0,1-1 0,-1 0 0,0 0 0,0 0 0,0-1 0,0 1 0,0-1 0,6-4 0,10-4 0,-1-2 0,-1 0 0,0-1 0,-1-1 0,0-1 0,-1 0 0,0-1 0,-2 0 0,25-37 0,-31 42-116,11-19 362,-18 29-308,-1 0-1,1 0 1,-1 0 0,1-1 0,-1 1-1,0 0 1,0 0 0,0-1-1,0 1 1,0 0 0,0 0 0,0-1-1,0 1 1,0 0 0,0 0-1,-1-1 1,1 1 0,0 0-1,-1 0 1,1 0 0,-1 0 0,0 0-1,-1-2 1,-6-6-6764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3.410"/>
    </inkml:context>
    <inkml:brush xml:id="br0">
      <inkml:brushProperty name="width" value="0.05" units="cm"/>
      <inkml:brushProperty name="height" value="0.05" units="cm"/>
    </inkml:brush>
  </inkml:definitions>
  <inkml:trace contextRef="#ctx0" brushRef="#br0">1 1 24575,'4'0'0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25.618"/>
    </inkml:context>
    <inkml:brush xml:id="br0">
      <inkml:brushProperty name="width" value="0.05" units="cm"/>
      <inkml:brushProperty name="height" value="0.05" units="cm"/>
    </inkml:brush>
  </inkml:definitions>
  <inkml:trace contextRef="#ctx0" brushRef="#br0">14 1 24575,'-7'65'0,"5"-55"0,0 0 0,1 1 0,0 0 0,0-1 0,1 1 0,1-1 0,2 12 0,21 84 0,-9-48 0,8 72 0,-23-127 0,2 20 0,1 0 0,1 0 0,1 0 0,10 27 0,-14-47 0,1-1 0,-1 1 0,1-1 0,-1 0 0,1 0 0,0 0 0,0 0 0,0 0 0,0-1 0,1 1 0,-1 0 0,0-1 0,1 0 0,-1 1 0,1-1 0,-1 0 0,1 0 0,-1-1 0,1 1 0,0 0 0,0-1 0,-1 0 0,1 1 0,0-1 0,-1 0 0,4-1 0,11 0 0,-1-1 0,0-1 0,23-7 0,5 0 0,26-3 0,-47 7 0,1 2 0,36-2 0,-19 3 0,48-10 0,-18 3 0,55-14 0,-75 12 0,24-1 0,17-2 0,-33 4 0,-7 3 0,-6 1 0,82-3 0,929 11 0,-1026 1 0,-1 1 0,1 2 0,39 10 0,-39-7 0,-1-2 0,1-1 0,41 2 0,-45-7 0,6 0 0,50-5 0,-74 4 0,0 0 0,0-1 0,0-1 0,0 0 0,-1 0 0,1 0 0,-1-1 0,0 0 0,0-1 0,11-7 0,-17 10 0,0 0 0,0-1 0,0 1 0,0 0 0,0-1 0,-1 0 0,1 1 0,-1-1 0,1 0 0,-1 0 0,0 0 0,0 0 0,-1 0 0,1 0 0,0 0 0,-1 0 0,0 0 0,0 0 0,0-3 0,-1-9 0,0 0 0,-7-27 0,-1-10 0,7 20 0,-1-1 0,-9-38 0,8 40 0,5 26 0,-2 1 0,1-1 0,0 0 0,-1 0 0,0 1 0,0-1 0,0 1 0,-1-1 0,0 1 0,1-1 0,-1 1 0,-4-6 0,5 10-27,0-1-1,0 1 0,0 0 1,0-1-1,0 1 1,0 0-1,0 0 1,0-1-1,0 1 0,0 0 1,0 0-1,0 0 1,0 0-1,0 1 0,0-1 1,0 0-1,0 0 1,0 1-1,0-1 0,0 0 1,0 1-1,0-1 1,0 1-1,0-1 0,1 1 1,-1 0-1,0-1 1,-1 2-1,-1 0-537,-8 6-6261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36.928"/>
    </inkml:context>
    <inkml:brush xml:id="br0">
      <inkml:brushProperty name="width" value="0.05" units="cm"/>
      <inkml:brushProperty name="height" value="0.05" units="cm"/>
    </inkml:brush>
  </inkml:definitions>
  <inkml:trace contextRef="#ctx0" brushRef="#br0">811 182 24575,'1'-9'0,"-2"0"0,1 0 0,-1 0 0,-1 0 0,1 1 0,-2-1 0,1 0 0,-1 1 0,0-1 0,-1 1 0,-4-8 0,4 11 0,0 0 0,0 1 0,0-1 0,0 1 0,0 0 0,-1 0 0,0 0 0,0 1 0,0-1 0,0 1 0,0 0 0,-1 1 0,0-1 0,1 1 0,-1 0 0,0 1 0,-8-2 0,-1 0 0,1 1 0,-1 0 0,0 1 0,1 0 0,-1 2 0,0-1 0,0 2 0,1 0 0,-1 1 0,1 0 0,-1 1 0,1 1 0,1 0 0,-1 1 0,1 0 0,0 1 0,-14 10 0,-95 67 0,-81 60 0,195-136 0,0-1 0,0 1 0,1 1 0,0 0 0,0 0 0,1 0 0,0 1 0,1-1 0,0 1 0,0 1 0,1-1 0,0 1 0,1-1 0,1 1 0,-1 0 0,2 0 0,-1 1 0,2-1 0,-1 0 0,4 22 0,-2-16 0,2-1 0,0 0 0,1 1 0,0-2 0,1 1 0,1 0 0,1-1 0,0 0 0,1-1 0,0 0 0,1 0 0,1 0 0,19 20 0,-26-31 0,0-1 0,0 0 0,0 0 0,0 0 0,0 0 0,1 0 0,-1-1 0,1 1 0,-1-1 0,1 0 0,-1 0 0,1 0 0,0-1 0,0 1 0,-1-1 0,1 0 0,0 0 0,0 0 0,-1 0 0,1-1 0,0 0 0,-1 0 0,1 0 0,-1 0 0,7-3 0,9-4 0,-1-2 0,0 0 0,28-21 0,-15 9 0,-2 4 0,27-18 0,52-43 0,-92 66 0,-1 0 0,-1-2 0,-1 1 0,0-2 0,0 0 0,-2 0 0,18-33 0,-20 29 0,2-1 0,-1-1 0,-1 0 0,10-37 0,-17 46 0,0 1 0,0 0 0,1 0 0,1 0 0,-1 1 0,2-1 0,0 1 0,10-18 0,-15 29 0,1 0 0,-1 0 0,0-1 0,0 1 0,0 0 0,0 0 0,1 0 0,-1 0 0,0 0 0,0 0 0,0 0 0,1 0 0,-1 0 0,0 0 0,0 0 0,0 0 0,1 0 0,-1 0 0,0 0 0,0 0 0,0 0 0,0 0 0,1 0 0,-1 1 0,0-1 0,0 0 0,0 0 0,0 0 0,1 0 0,-1 0 0,0 0 0,0 0 0,0 1 0,0-1 0,0 0 0,1 0 0,-1 0 0,0 0 0,0 1 0,0-1 0,0 0 0,0 0 0,0 0 0,0 1 0,0-1 0,0 0 0,0 0 0,0 0 0,0 1 0,0-1 0,0 0 0,0 0 0,0 0 0,0 0 0,0 1 0,0-1 0,0 0 0,0 0 0,0 0 0,0 1 0,0-1 0,0 0 0,-1 0 0,1 0 0,0 0 0,0 1 0,-1 15 0,-43 137 0,32-121 0,1 1 0,2 0 0,2 0 0,1 1 0,-3 53 0,8-68 0,2 0 0,0 0 0,8 38 0,-7-51 0,0 0 0,0 1 0,0-2 0,1 1 0,0 0 0,0-1 0,1 1 0,0-1 0,0 0 0,0 0 0,0 0 0,1-1 0,-1 1 0,1-1 0,10 6 0,-6-4 0,0-1 0,0 0 0,1 0 0,0-1 0,0 0 0,0 0 0,0-1 0,22 3 0,-26-6 0,0 0 0,0 0 0,1 0 0,-1-1 0,0 0 0,0 0 0,0-1 0,0 0 0,0 0 0,0 0 0,0-1 0,-1 0 0,1 0 0,-1 0 0,0-1 0,8-6 0,9-9-112,72-65-1141,-82 71-5573</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38.178"/>
    </inkml:context>
    <inkml:brush xml:id="br0">
      <inkml:brushProperty name="width" value="0.05" units="cm"/>
      <inkml:brushProperty name="height" value="0.05" units="cm"/>
    </inkml:brush>
  </inkml:definitions>
  <inkml:trace contextRef="#ctx0" brushRef="#br0">0 1 24575,'3'0'0,"-1"1"0,1 0 0,-1 0 0,1 0 0,-1 0 0,0 1 0,0-1 0,1 0 0,-1 1 0,0 0 0,0-1 0,0 1 0,-1 0 0,1 0 0,0 0 0,-1 0 0,1 1 0,-1-1 0,0 0 0,0 1 0,2 2 0,19 54 0,7 88 0,-7-28 0,-22-118 0,7 27 0,0-1 0,12 28 0,-17-48 0,1-1 0,0-1 0,0 1 0,0 0 0,0-1 0,1 1 0,0-1 0,0 0 0,1 0 0,-1-1 0,1 1 0,0-1 0,0 0 0,1-1 0,7 5 0,-11-7 0,0 0 0,0-1 0,1 1 0,-1-1 0,0 0 0,0 0 0,0 1 0,1-2 0,-1 1 0,0 0 0,0 0 0,0-1 0,1 1 0,-1-1 0,0 1 0,0-1 0,0 0 0,0 0 0,0 0 0,0 0 0,0 0 0,0-1 0,-1 1 0,1 0 0,0-1 0,-1 1 0,1-1 0,1-2 0,5-7 0,0 0 0,0 0 0,10-21 0,-3 5 0,156-251 0,-156 254-94,-5 9-224,0 0 1,-2-1-1,9-20 0,-12 20-6508</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39.915"/>
    </inkml:context>
    <inkml:brush xml:id="br0">
      <inkml:brushProperty name="width" value="0.05" units="cm"/>
      <inkml:brushProperty name="height" value="0.05" units="cm"/>
    </inkml:brush>
  </inkml:definitions>
  <inkml:trace contextRef="#ctx0" brushRef="#br0">403 349 24575,'2'-81'0,"-5"-90"0,3 167 0,0-1 0,-1 1 0,0 0 0,0-1 0,0 1 0,0 0 0,-1 0 0,1 0 0,-1 0 0,0 0 0,-1 0 0,1 1 0,-1-1 0,1 1 0,-1-1 0,0 1 0,0 0 0,-1 0 0,1 1 0,0-1 0,-1 1 0,0-1 0,0 1 0,1 0 0,-1 0 0,0 1 0,-1-1 0,1 1 0,0 0 0,0 0 0,-1 0 0,1 1 0,-7-1 0,2 1 0,0 0 0,0 1 0,0 0 0,0 0 0,0 1 0,1 0 0,-1 0 0,1 1 0,-1 0 0,1 1 0,0 0 0,0 0 0,0 1 0,1 0 0,-11 9 0,0 3 0,0 0 0,2 1 0,0 0 0,1 2 0,1 0 0,1 0 0,-16 34 0,26-47 0,0 1 0,0-1 0,1 1 0,0 0 0,1 0 0,0 0 0,0 0 0,0 0 0,1 0 0,0 0 0,1 1 0,0-1 0,0 0 0,1 0 0,0-1 0,0 1 0,1 0 0,0-1 0,0 1 0,1-1 0,0 0 0,0 0 0,0 0 0,1-1 0,0 1 0,8 6 0,-10-10 0,0-1 0,1 1 0,-1-1 0,1 0 0,0 0 0,0 0 0,0 0 0,0-1 0,0 1 0,0-1 0,0 0 0,0 0 0,1-1 0,-1 1 0,0-1 0,1 0 0,-1 0 0,0 0 0,0-1 0,1 1 0,-1-1 0,0 0 0,0 0 0,0-1 0,0 1 0,7-5 0,12-5 0,-1-1 0,0 0 0,27-22 0,-36 25 0,-2 2 0,1-1 0,-1 0 0,0-1 0,-1 0 0,0-1 0,0 0 0,-1-1 0,-1 0 0,0 0 0,0-1 0,8-18 0,-15 29 0,-1-1 0,1 1 0,-1-1 0,1 1 0,-1-1 0,1 1 0,0-1 0,-1 1 0,1 0 0,0-1 0,0 1 0,0 0 0,0 0 0,0 0 0,1 0 0,1-1 0,-3 2 0,1 0 0,-1 0 0,1 1 0,-1-1 0,1 0 0,-1 1 0,1-1 0,-1 0 0,0 1 0,1-1 0,-1 1 0,1-1 0,-1 0 0,0 1 0,1-1 0,-1 1 0,0-1 0,0 1 0,1 0 0,-1-1 0,0 1 0,0-1 0,0 1 0,0-1 0,0 1 0,0 0 0,0 0 0,6 57 0,-7 353 0,-1-383 0,-10 57 0,7-56 0,-3 55 0,8-59 0,-2 1 0,0-1 0,-8 35 0,6-36 0,1 0 0,1 0 0,2 37 0,-2 21 0,2-80 0,0 0 0,0 0 0,0 1 0,-1-1 0,1 0 0,-1 0 0,1 0 0,-1 1 0,0-1 0,0 0 0,0 0 0,0 0 0,0-1 0,0 1 0,-1 0 0,1 0 0,-1 0 0,1-1 0,-1 1 0,0-1 0,1 1 0,-4 0 0,2 0 0,1-1 0,-1-1 0,0 1 0,-1 0 0,1-1 0,0 1 0,0-1 0,0 0 0,0 0 0,0 0 0,0-1 0,0 1 0,0-1 0,-4-1 0,-3-1 0,-1-1 0,1 0 0,0-1 0,0 0 0,1 0 0,0-1 0,0 0 0,-9-8 0,-22-20 0,28 24 0,0 0 0,0-1 0,-12-15 0,20 20 0,0 1 0,1-1 0,0 1 0,0-1 0,0 0 0,1 0 0,0-1 0,0 1 0,0 0 0,1-1 0,-1-9 0,-1-10 0,1 0 0,2-1 0,3-29 0,-3 50 0,1-1 0,1 0 0,-1 1 0,1-1 0,0 1 0,0 0 0,1 0 0,0-1 0,0 1 0,0 1 0,1-1 0,0 1 0,0-1 0,0 1 0,1 0 0,0 0 0,9-6 0,11-4 0,1 0 0,1 3 0,0 0 0,30-8 0,41-18 0,-80 32 0,1 1 0,0 1 0,0 1 0,0 0 0,0 2 0,1 0 0,-1 1 0,29 4 0,12-2 0,-46-2-170,0 2-1,0 0 0,-1 0 1,1 1-1,-1 1 0,1 0 1,13 7-1,-13-4-6655</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3.361"/>
    </inkml:context>
    <inkml:brush xml:id="br0">
      <inkml:brushProperty name="width" value="0.05" units="cm"/>
      <inkml:brushProperty name="height" value="0.05" units="cm"/>
    </inkml:brush>
  </inkml:definitions>
  <inkml:trace contextRef="#ctx0" brushRef="#br0">1 0 24575,'0'403'-1365,"0"-381"-5461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3.974"/>
    </inkml:context>
    <inkml:brush xml:id="br0">
      <inkml:brushProperty name="width" value="0.05" units="cm"/>
      <inkml:brushProperty name="height" value="0.05" units="cm"/>
    </inkml:brush>
  </inkml:definitions>
  <inkml:trace contextRef="#ctx0" brushRef="#br0">1 0 24575,'0'19'0,"0"15"0,0 0 0,3 1 0,10 55 0,-8-64 0,-1 1 0,0 34 0,-3-33 0,1 0 0,7 29 0,-5-37-1365,-1-2-5461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5.133"/>
    </inkml:context>
    <inkml:brush xml:id="br0">
      <inkml:brushProperty name="width" value="0.05" units="cm"/>
      <inkml:brushProperty name="height" value="0.05" units="cm"/>
    </inkml:brush>
  </inkml:definitions>
  <inkml:trace contextRef="#ctx0" brushRef="#br0">1 1 24575,'6'0'0,"0"1"0,0 0 0,1 0 0,-1 1 0,0 0 0,0 0 0,0 0 0,-1 1 0,1 0 0,7 5 0,56 43 0,-29-20 0,2-2 0,-15-11 0,0 2 0,42 39 0,-41-30 0,-15-13 0,2-2 0,-1 0 0,32 23 0,-38-31 0,0 1 0,0 0 0,-1 0 0,0 0 0,-1 1 0,7 9 0,-7-8 0,1-1 0,-1 0 0,2 0 0,-1-1 0,12 9 0,-17-15 0,-1 0 0,1 0 0,0 0 0,0-1 0,0 1 0,0-1 0,0 0 0,0 0 0,0 1 0,0-1 0,0 0 0,0-1 0,0 1 0,0 0 0,0 0 0,0-1 0,0 0 0,0 1 0,0-1 0,-1 0 0,1 0 0,2-1 0,45-30 0,-29 17 0,29-18 0,-1-1 0,80-76 0,-28 35 0,-13 12-1365,-74 54-5461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6.616"/>
    </inkml:context>
    <inkml:brush xml:id="br0">
      <inkml:brushProperty name="width" value="0.05" units="cm"/>
      <inkml:brushProperty name="height" value="0.05" units="cm"/>
    </inkml:brush>
  </inkml:definitions>
  <inkml:trace contextRef="#ctx0" brushRef="#br0">282 1 24575,'-6'0'0,"-6"0"0,1 0 0,-1 0 0,0 2 0,0-1 0,-19 6 0,27-6 0,1 1 0,0-1 0,0 1 0,-1 0 0,1 0 0,1 0 0,-1 0 0,0 0 0,0 1 0,1-1 0,0 1 0,-1 0 0,1 0 0,0 0 0,0 0 0,1 0 0,-1 0 0,1 0 0,-1 1 0,1-1 0,0 0 0,0 1 0,0 5 0,-3 24 0,1-1 0,3 1 0,0-1 0,6 38 0,-4-55 0,2-1 0,0 1 0,0 0 0,2-1 0,10 22 0,-9-21 0,0 1 0,-1 0 0,0 0 0,3 18 0,3 26 0,-6-33 0,-1 1 0,2 53 0,-7-63 0,0 12 0,1 1 0,1 0 0,9 46 0,-9-71 0,-1 0 0,0 0 0,0 0 0,0 0 0,-1 1 0,0-1 0,0 0 0,-1 0 0,1 0 0,-2 0 0,1 1 0,0-1 0,-1-1 0,-3 8 0,3-10 0,0 1 0,-1-1 0,1 0 0,-1 0 0,0 0 0,1 0 0,-1-1 0,-1 1 0,1-1 0,0 0 0,-1 1 0,1-2 0,-1 1 0,1 0 0,-1-1 0,0 1 0,0-1 0,0 0 0,1-1 0,-1 1 0,0 0 0,-7-1 0,1 1-83,-5 0 126,1 0 0,0-1-1,0-1 1,-17-2 0,28 2-99,0 1 1,0-1 0,0 0-1,1 0 1,-1 0-1,0 0 1,1 0 0,-1 0-1,1-1 1,-1 1-1,1-1 1,0 0 0,0 0-1,-1 0 1,1 0-1,1 0 1,-1 0 0,0 0-1,0-1 1,1 1-1,-1 0 1,1-1 0,0 0-1,0 1 1,0-1-1,-1-5 1,-1-10-6771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7.275"/>
    </inkml:context>
    <inkml:brush xml:id="br0">
      <inkml:brushProperty name="width" value="0.05" units="cm"/>
      <inkml:brushProperty name="height" value="0.05" units="cm"/>
    </inkml:brush>
  </inkml:definitions>
  <inkml:trace contextRef="#ctx0" brushRef="#br0">1 28 24575,'0'-1'0,"1"0"0,-1-1 0,1 1 0,-1 0 0,1 0 0,-1 0 0,1 0 0,0 0 0,0 0 0,-1 0 0,1 1 0,0-1 0,0 0 0,0 0 0,0 1 0,0-1 0,0 0 0,0 1 0,0-1 0,0 1 0,0-1 0,1 1 0,-1 0 0,0-1 0,0 1 0,0 0 0,3 0 0,37-5 0,-36 5 0,302-3 64,-158 5-1493,-127-2-5397</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6:59.240"/>
    </inkml:context>
    <inkml:brush xml:id="br0">
      <inkml:brushProperty name="width" value="0.05" units="cm"/>
      <inkml:brushProperty name="height" value="0.05" units="cm"/>
    </inkml:brush>
  </inkml:definitions>
  <inkml:trace contextRef="#ctx0" brushRef="#br0">15 1 24575,'7'0'0,"6"0"0,-1 0 0,1 0 0,-1 2 0,23 4 0,-34-6 0,0 1 0,1-1 0,-1 1 0,0-1 0,1 1 0,-1-1 0,0 1 0,0 0 0,0 0 0,0 0 0,0 0 0,0 0 0,0 0 0,0 0 0,0 0 0,0 0 0,0 0 0,0 0 0,-1 1 0,2 1 0,-2-1 0,0 0 0,0 0 0,0 0 0,0 0 0,-1 1 0,1-1 0,0 0 0,-1 0 0,0 0 0,0 0 0,1-1 0,-1 1 0,0 0 0,0 0 0,-1 0 0,1-1 0,0 1 0,-3 2 0,-23 26 0,21-25 0,0 1 0,1 0 0,0 1 0,0-1 0,0 1 0,1 0 0,-4 8 0,-8 15 0,12-23 0,-1 0 0,2 1 0,-1 0 0,1-1 0,0 1 0,-3 13 0,6-19 0,0 0 0,0 0 0,0 0 0,0-1 0,1 1 0,-1 0 0,0 0 0,1 0 0,0-1 0,-1 1 0,1 0 0,0 0 0,0-1 0,0 1 0,0-1 0,0 1 0,0-1 0,0 1 0,0-1 0,1 0 0,-1 1 0,0-1 0,1 0 0,-1 0 0,1 0 0,0 0 0,-1 0 0,1-1 0,0 1 0,-1 0 0,1-1 0,0 1 0,0-1 0,0 1 0,2-1 0,3 2 0,1-1 0,-1 1 0,1-1 0,-1-1 0,1 0 0,-1 0 0,1 0 0,-1-1 0,1 0 0,-1 0 0,1-1 0,-1 0 0,10-4 0,-12 4 0,-1 0 0,0-1 0,0 1 0,-1-1 0,1 0 0,-1 0 0,1 0 0,-1 0 0,0-1 0,0 1 0,0-1 0,0 0 0,-1 1 0,0-2 0,0 1 0,0 0 0,0 0 0,0 0 0,-1-1 0,0 1 0,0-1 0,0 1 0,0-6 0,0-38-1365,-1 26-5461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21T00:07:00.228"/>
    </inkml:context>
    <inkml:brush xml:id="br0">
      <inkml:brushProperty name="width" value="0.05" units="cm"/>
      <inkml:brushProperty name="height" value="0.05" units="cm"/>
    </inkml:brush>
  </inkml:definitions>
  <inkml:trace contextRef="#ctx0" brushRef="#br0">1 30 24575,'4'0'0,"6"0"0,1-4 0,-5-2 0,-5-4 0,-1 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4T14:51:54.932"/>
    </inkml:context>
    <inkml:brush xml:id="br0">
      <inkml:brushProperty name="width" value="0.05" units="cm"/>
      <inkml:brushProperty name="height" value="0.05" units="cm"/>
    </inkml:brush>
  </inkml:definitions>
  <inkml:trace contextRef="#ctx0" brushRef="#br0">1 10 23129,'24307'0'0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1:04.574"/>
    </inkml:context>
    <inkml:brush xml:id="br0">
      <inkml:brushProperty name="width" value="0.05" units="cm"/>
      <inkml:brushProperty name="height" value="0.05" units="cm"/>
    </inkml:brush>
  </inkml:definitions>
  <inkml:trace contextRef="#ctx0" brushRef="#br0">1 10 23129,'13994'0'0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1:19.976"/>
    </inkml:context>
    <inkml:brush xml:id="br0">
      <inkml:brushProperty name="width" value="0.05" units="cm"/>
      <inkml:brushProperty name="height" value="0.05" units="cm"/>
    </inkml:brush>
  </inkml:definitions>
  <inkml:trace contextRef="#ctx0" brushRef="#br0">1 10 23129,'6167'0'0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1:32.792"/>
    </inkml:context>
    <inkml:brush xml:id="br0">
      <inkml:brushProperty name="width" value="0.05" units="cm"/>
      <inkml:brushProperty name="height" value="0.05" units="cm"/>
    </inkml:brush>
  </inkml:definitions>
  <inkml:trace contextRef="#ctx0" brushRef="#br0">1 10 23129,'7142'0'0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1:39.537"/>
    </inkml:context>
    <inkml:brush xml:id="br0">
      <inkml:brushProperty name="width" value="0.05" units="cm"/>
      <inkml:brushProperty name="height" value="0.05" units="cm"/>
    </inkml:brush>
  </inkml:definitions>
  <inkml:trace contextRef="#ctx0" brushRef="#br0">1 10 23129,'9416'0'0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2:49.114"/>
    </inkml:context>
    <inkml:brush xml:id="br0">
      <inkml:brushProperty name="width" value="0.05" units="cm"/>
      <inkml:brushProperty name="height" value="0.05" units="cm"/>
    </inkml:brush>
  </inkml:definitions>
  <inkml:trace contextRef="#ctx0" brushRef="#br0">1 10 23129,'8944'0'0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5T01:33:17.663"/>
    </inkml:context>
    <inkml:brush xml:id="br0">
      <inkml:brushProperty name="width" value="0.05" units="cm"/>
      <inkml:brushProperty name="height" value="0.05" units="cm"/>
    </inkml:brush>
  </inkml:definitions>
  <inkml:trace contextRef="#ctx0" brushRef="#br0">1 10 23129,'20462'0'0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5"/>
          <p:cNvSpPr txBox="1">
            <a:spLocks noGrp="1"/>
          </p:cNvSpPr>
          <p:nvPr>
            <p:ph type="ctrTitle"/>
          </p:nvPr>
        </p:nvSpPr>
        <p:spPr>
          <a:xfrm>
            <a:off x="1524000" y="1122363"/>
            <a:ext cx="9144000" cy="23876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0"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5"/>
          <p:cNvSpPr txBox="1">
            <a:spLocks noGrp="1"/>
          </p:cNvSpPr>
          <p:nvPr>
            <p:ph type="subTitle" idx="1"/>
          </p:nvPr>
        </p:nvSpPr>
        <p:spPr>
          <a:xfrm>
            <a:off x="1524000" y="3602038"/>
            <a:ext cx="9144000" cy="1655762"/>
          </a:xfrm>
          <a:prstGeom prst="rect">
            <a:avLst/>
          </a:prstGeom>
          <a:noFill/>
          <a:ln>
            <a:noFill/>
          </a:ln>
        </p:spPr>
        <p:txBody>
          <a:bodyPr spcFirstLastPara="1" wrap="square" lIns="109725" tIns="109725" rIns="109725" bIns="91425" anchor="t" anchorCtr="0">
            <a:noAutofit/>
          </a:bodyPr>
          <a:lstStyle>
            <a:lvl1pPr lvl="0" algn="l">
              <a:lnSpc>
                <a:spcPct val="110000"/>
              </a:lnSpc>
              <a:spcBef>
                <a:spcPts val="1000"/>
              </a:spcBef>
              <a:spcAft>
                <a:spcPts val="0"/>
              </a:spcAft>
              <a:buClr>
                <a:schemeClr val="dk1"/>
              </a:buClr>
              <a:buSzPts val="2400"/>
              <a:buNone/>
              <a:defRPr sz="2400"/>
            </a:lvl1pPr>
            <a:lvl2pPr lvl="1" algn="ctr">
              <a:lnSpc>
                <a:spcPct val="110000"/>
              </a:lnSpc>
              <a:spcBef>
                <a:spcPts val="500"/>
              </a:spcBef>
              <a:spcAft>
                <a:spcPts val="0"/>
              </a:spcAft>
              <a:buClr>
                <a:schemeClr val="dk1"/>
              </a:buClr>
              <a:buSzPts val="2000"/>
              <a:buNone/>
              <a:defRPr sz="2000"/>
            </a:lvl2pPr>
            <a:lvl3pPr lvl="2" algn="ctr">
              <a:lnSpc>
                <a:spcPct val="110000"/>
              </a:lnSpc>
              <a:spcBef>
                <a:spcPts val="500"/>
              </a:spcBef>
              <a:spcAft>
                <a:spcPts val="0"/>
              </a:spcAft>
              <a:buClr>
                <a:schemeClr val="dk1"/>
              </a:buClr>
              <a:buSzPts val="1800"/>
              <a:buNone/>
              <a:defRPr sz="1800"/>
            </a:lvl3pPr>
            <a:lvl4pPr lvl="3" algn="ctr">
              <a:lnSpc>
                <a:spcPct val="110000"/>
              </a:lnSpc>
              <a:spcBef>
                <a:spcPts val="500"/>
              </a:spcBef>
              <a:spcAft>
                <a:spcPts val="0"/>
              </a:spcAft>
              <a:buClr>
                <a:schemeClr val="dk1"/>
              </a:buClr>
              <a:buSzPts val="1600"/>
              <a:buNone/>
              <a:defRPr sz="1600"/>
            </a:lvl4pPr>
            <a:lvl5pPr lvl="4" algn="ctr">
              <a:lnSpc>
                <a:spcPct val="11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1" name="Google Shape;21;p5"/>
          <p:cNvCxnSpPr/>
          <p:nvPr/>
        </p:nvCxnSpPr>
        <p:spPr>
          <a:xfrm>
            <a:off x="715890" y="1114050"/>
            <a:ext cx="0" cy="5735637"/>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6"/>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 name="Google Shape;25;p6"/>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6"/>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28" name="Google Shape;28;p6"/>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831850" y="1709738"/>
            <a:ext cx="10515600" cy="2852737"/>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6000"/>
              <a:buFont typeface="Arial"/>
              <a:buNone/>
              <a:defRPr sz="6000" b="1" i="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
          <p:cNvSpPr txBox="1">
            <a:spLocks noGrp="1"/>
          </p:cNvSpPr>
          <p:nvPr>
            <p:ph type="body" idx="1"/>
          </p:nvPr>
        </p:nvSpPr>
        <p:spPr>
          <a:xfrm>
            <a:off x="831850" y="4589463"/>
            <a:ext cx="10515600" cy="1500187"/>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rgbClr val="888888"/>
              </a:buClr>
              <a:buSzPts val="2400"/>
              <a:buNone/>
              <a:defRPr sz="2400">
                <a:solidFill>
                  <a:srgbClr val="888888"/>
                </a:solidFill>
              </a:defRPr>
            </a:lvl1pPr>
            <a:lvl2pPr marL="914400" lvl="1" indent="-228600" algn="l">
              <a:lnSpc>
                <a:spcPct val="110000"/>
              </a:lnSpc>
              <a:spcBef>
                <a:spcPts val="500"/>
              </a:spcBef>
              <a:spcAft>
                <a:spcPts val="0"/>
              </a:spcAft>
              <a:buClr>
                <a:srgbClr val="888888"/>
              </a:buClr>
              <a:buSzPts val="2000"/>
              <a:buNone/>
              <a:defRPr sz="2000">
                <a:solidFill>
                  <a:srgbClr val="888888"/>
                </a:solidFill>
              </a:defRPr>
            </a:lvl2pPr>
            <a:lvl3pPr marL="1371600" lvl="2" indent="-228600" algn="l">
              <a:lnSpc>
                <a:spcPct val="110000"/>
              </a:lnSpc>
              <a:spcBef>
                <a:spcPts val="500"/>
              </a:spcBef>
              <a:spcAft>
                <a:spcPts val="0"/>
              </a:spcAft>
              <a:buClr>
                <a:srgbClr val="888888"/>
              </a:buClr>
              <a:buSzPts val="1800"/>
              <a:buNone/>
              <a:defRPr sz="1800">
                <a:solidFill>
                  <a:srgbClr val="888888"/>
                </a:solidFill>
              </a:defRPr>
            </a:lvl3pPr>
            <a:lvl4pPr marL="1828800" lvl="3" indent="-228600" algn="l">
              <a:lnSpc>
                <a:spcPct val="110000"/>
              </a:lnSpc>
              <a:spcBef>
                <a:spcPts val="500"/>
              </a:spcBef>
              <a:spcAft>
                <a:spcPts val="0"/>
              </a:spcAft>
              <a:buClr>
                <a:srgbClr val="888888"/>
              </a:buClr>
              <a:buSzPts val="1600"/>
              <a:buNone/>
              <a:defRPr sz="1600">
                <a:solidFill>
                  <a:srgbClr val="888888"/>
                </a:solidFill>
              </a:defRPr>
            </a:lvl4pPr>
            <a:lvl5pPr marL="2286000" lvl="4" indent="-228600" algn="l">
              <a:lnSpc>
                <a:spcPct val="11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7"/>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7"/>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7"/>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35" name="Google Shape;35;p7"/>
          <p:cNvCxnSpPr/>
          <p:nvPr/>
        </p:nvCxnSpPr>
        <p:spPr>
          <a:xfrm>
            <a:off x="715890" y="1701425"/>
            <a:ext cx="0" cy="5148262"/>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body" idx="1"/>
          </p:nvPr>
        </p:nvSpPr>
        <p:spPr>
          <a:xfrm>
            <a:off x="838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8"/>
          <p:cNvSpPr txBox="1">
            <a:spLocks noGrp="1"/>
          </p:cNvSpPr>
          <p:nvPr>
            <p:ph type="body" idx="2"/>
          </p:nvPr>
        </p:nvSpPr>
        <p:spPr>
          <a:xfrm>
            <a:off x="6172200" y="1825625"/>
            <a:ext cx="5181600" cy="435133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8"/>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8"/>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43" name="Google Shape;43;p8"/>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839788"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9"/>
          <p:cNvSpPr txBox="1">
            <a:spLocks noGrp="1"/>
          </p:cNvSpPr>
          <p:nvPr>
            <p:ph type="body" idx="1"/>
          </p:nvPr>
        </p:nvSpPr>
        <p:spPr>
          <a:xfrm>
            <a:off x="839788" y="1681163"/>
            <a:ext cx="5157787"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9"/>
          <p:cNvSpPr txBox="1">
            <a:spLocks noGrp="1"/>
          </p:cNvSpPr>
          <p:nvPr>
            <p:ph type="body" idx="2"/>
          </p:nvPr>
        </p:nvSpPr>
        <p:spPr>
          <a:xfrm>
            <a:off x="839788" y="2505075"/>
            <a:ext cx="5157787"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9"/>
          <p:cNvSpPr txBox="1">
            <a:spLocks noGrp="1"/>
          </p:cNvSpPr>
          <p:nvPr>
            <p:ph type="body" idx="3"/>
          </p:nvPr>
        </p:nvSpPr>
        <p:spPr>
          <a:xfrm>
            <a:off x="6172200" y="1681163"/>
            <a:ext cx="5183188" cy="823912"/>
          </a:xfrm>
          <a:prstGeom prst="rect">
            <a:avLst/>
          </a:prstGeom>
          <a:noFill/>
          <a:ln>
            <a:noFill/>
          </a:ln>
        </p:spPr>
        <p:txBody>
          <a:bodyPr spcFirstLastPara="1" wrap="square" lIns="109725" tIns="109725" rIns="109725" bIns="91425" anchor="b" anchorCtr="0">
            <a:noAutofit/>
          </a:bodyPr>
          <a:lstStyle>
            <a:lvl1pPr marL="457200" lvl="0" indent="-228600" algn="l">
              <a:lnSpc>
                <a:spcPct val="110000"/>
              </a:lnSpc>
              <a:spcBef>
                <a:spcPts val="1000"/>
              </a:spcBef>
              <a:spcAft>
                <a:spcPts val="0"/>
              </a:spcAft>
              <a:buClr>
                <a:schemeClr val="dk1"/>
              </a:buClr>
              <a:buSzPts val="2400"/>
              <a:buNone/>
              <a:defRPr sz="2400" b="1"/>
            </a:lvl1pPr>
            <a:lvl2pPr marL="914400" lvl="1" indent="-228600" algn="l">
              <a:lnSpc>
                <a:spcPct val="110000"/>
              </a:lnSpc>
              <a:spcBef>
                <a:spcPts val="500"/>
              </a:spcBef>
              <a:spcAft>
                <a:spcPts val="0"/>
              </a:spcAft>
              <a:buClr>
                <a:schemeClr val="dk1"/>
              </a:buClr>
              <a:buSzPts val="2000"/>
              <a:buNone/>
              <a:defRPr sz="2000" b="1"/>
            </a:lvl2pPr>
            <a:lvl3pPr marL="1371600" lvl="2" indent="-228600" algn="l">
              <a:lnSpc>
                <a:spcPct val="110000"/>
              </a:lnSpc>
              <a:spcBef>
                <a:spcPts val="500"/>
              </a:spcBef>
              <a:spcAft>
                <a:spcPts val="0"/>
              </a:spcAft>
              <a:buClr>
                <a:schemeClr val="dk1"/>
              </a:buClr>
              <a:buSzPts val="1800"/>
              <a:buNone/>
              <a:defRPr sz="1800" b="1"/>
            </a:lvl3pPr>
            <a:lvl4pPr marL="1828800" lvl="3" indent="-228600" algn="l">
              <a:lnSpc>
                <a:spcPct val="110000"/>
              </a:lnSpc>
              <a:spcBef>
                <a:spcPts val="500"/>
              </a:spcBef>
              <a:spcAft>
                <a:spcPts val="0"/>
              </a:spcAft>
              <a:buClr>
                <a:schemeClr val="dk1"/>
              </a:buClr>
              <a:buSzPts val="1600"/>
              <a:buNone/>
              <a:defRPr sz="1600" b="1"/>
            </a:lvl4pPr>
            <a:lvl5pPr marL="2286000" lvl="4" indent="-228600" algn="l">
              <a:lnSpc>
                <a:spcPct val="11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9" name="Google Shape;49;p9"/>
          <p:cNvSpPr txBox="1">
            <a:spLocks noGrp="1"/>
          </p:cNvSpPr>
          <p:nvPr>
            <p:ph type="body" idx="4"/>
          </p:nvPr>
        </p:nvSpPr>
        <p:spPr>
          <a:xfrm>
            <a:off x="6172200" y="2505075"/>
            <a:ext cx="5183188" cy="3684588"/>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9"/>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9"/>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9"/>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3" name="Google Shape;53;p9"/>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4"/>
        <p:cNvGrpSpPr/>
        <p:nvPr/>
      </p:nvGrpSpPr>
      <p:grpSpPr>
        <a:xfrm>
          <a:off x="0" y="0"/>
          <a:ext cx="0" cy="0"/>
          <a:chOff x="0" y="0"/>
          <a:chExt cx="0" cy="0"/>
        </a:xfrm>
      </p:grpSpPr>
      <p:sp>
        <p:nvSpPr>
          <p:cNvPr id="55" name="Google Shape;55;p10"/>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0"/>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10"/>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10"/>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64" name="Google Shape;64;p11"/>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2"/>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2"/>
          <p:cNvSpPr txBox="1">
            <a:spLocks noGrp="1"/>
          </p:cNvSpPr>
          <p:nvPr>
            <p:ph type="body" idx="1"/>
          </p:nvPr>
        </p:nvSpPr>
        <p:spPr>
          <a:xfrm>
            <a:off x="5183188" y="987425"/>
            <a:ext cx="6172200" cy="4873625"/>
          </a:xfrm>
          <a:prstGeom prst="rect">
            <a:avLst/>
          </a:prstGeom>
          <a:noFill/>
          <a:ln>
            <a:noFill/>
          </a:ln>
        </p:spPr>
        <p:txBody>
          <a:bodyPr spcFirstLastPara="1" wrap="square" lIns="109725" tIns="109725" rIns="109725" bIns="91425" anchor="t" anchorCtr="0">
            <a:noAutofit/>
          </a:bodyPr>
          <a:lstStyle>
            <a:lvl1pPr marL="457200" lvl="0" indent="-431800" algn="l">
              <a:lnSpc>
                <a:spcPct val="110000"/>
              </a:lnSpc>
              <a:spcBef>
                <a:spcPts val="1000"/>
              </a:spcBef>
              <a:spcAft>
                <a:spcPts val="0"/>
              </a:spcAft>
              <a:buClr>
                <a:schemeClr val="dk1"/>
              </a:buClr>
              <a:buSzPts val="3200"/>
              <a:buChar char="•"/>
              <a:defRPr sz="3200"/>
            </a:lvl1pPr>
            <a:lvl2pPr marL="914400" lvl="1" indent="-406400" algn="l">
              <a:lnSpc>
                <a:spcPct val="110000"/>
              </a:lnSpc>
              <a:spcBef>
                <a:spcPts val="500"/>
              </a:spcBef>
              <a:spcAft>
                <a:spcPts val="0"/>
              </a:spcAft>
              <a:buClr>
                <a:schemeClr val="dk1"/>
              </a:buClr>
              <a:buSzPts val="2800"/>
              <a:buChar char="•"/>
              <a:defRPr sz="2800"/>
            </a:lvl2pPr>
            <a:lvl3pPr marL="1371600" lvl="2" indent="-381000" algn="l">
              <a:lnSpc>
                <a:spcPct val="110000"/>
              </a:lnSpc>
              <a:spcBef>
                <a:spcPts val="500"/>
              </a:spcBef>
              <a:spcAft>
                <a:spcPts val="0"/>
              </a:spcAft>
              <a:buClr>
                <a:schemeClr val="dk1"/>
              </a:buClr>
              <a:buSzPts val="2400"/>
              <a:buChar char="•"/>
              <a:defRPr sz="2400"/>
            </a:lvl3pPr>
            <a:lvl4pPr marL="1828800" lvl="3" indent="-355600" algn="l">
              <a:lnSpc>
                <a:spcPct val="110000"/>
              </a:lnSpc>
              <a:spcBef>
                <a:spcPts val="500"/>
              </a:spcBef>
              <a:spcAft>
                <a:spcPts val="0"/>
              </a:spcAft>
              <a:buClr>
                <a:schemeClr val="dk1"/>
              </a:buClr>
              <a:buSzPts val="2000"/>
              <a:buChar char="•"/>
              <a:defRPr sz="2000"/>
            </a:lvl4pPr>
            <a:lvl5pPr marL="2286000" lvl="4" indent="-355600" algn="l">
              <a:lnSpc>
                <a:spcPct val="11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2"/>
          <p:cNvSpPr txBox="1">
            <a:spLocks noGrp="1"/>
          </p:cNvSpPr>
          <p:nvPr>
            <p:ph type="body" idx="2"/>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2"/>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2"/>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2"/>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72" name="Google Shape;72;p12"/>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3"/>
          <p:cNvSpPr txBox="1">
            <a:spLocks noGrp="1"/>
          </p:cNvSpPr>
          <p:nvPr>
            <p:ph type="title"/>
          </p:nvPr>
        </p:nvSpPr>
        <p:spPr>
          <a:xfrm>
            <a:off x="839788" y="457200"/>
            <a:ext cx="3932237" cy="1600200"/>
          </a:xfrm>
          <a:prstGeom prst="rect">
            <a:avLst/>
          </a:prstGeom>
          <a:noFill/>
          <a:ln>
            <a:noFill/>
          </a:ln>
        </p:spPr>
        <p:txBody>
          <a:bodyPr spcFirstLastPara="1" wrap="square" lIns="109725" tIns="109725" rIns="109725" bIns="91425" anchor="b" anchorCtr="0">
            <a:noAutofit/>
          </a:bodyPr>
          <a:lstStyle>
            <a:lvl1pPr lvl="0" algn="l">
              <a:lnSpc>
                <a:spcPct val="11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3"/>
          <p:cNvSpPr>
            <a:spLocks noGrp="1"/>
          </p:cNvSpPr>
          <p:nvPr>
            <p:ph type="pic" idx="2"/>
          </p:nvPr>
        </p:nvSpPr>
        <p:spPr>
          <a:xfrm>
            <a:off x="5183188" y="987425"/>
            <a:ext cx="6172200" cy="4873625"/>
          </a:xfrm>
          <a:prstGeom prst="rect">
            <a:avLst/>
          </a:prstGeom>
          <a:noFill/>
          <a:ln>
            <a:noFill/>
          </a:ln>
        </p:spPr>
      </p:sp>
      <p:sp>
        <p:nvSpPr>
          <p:cNvPr id="76" name="Google Shape;76;p13"/>
          <p:cNvSpPr txBox="1">
            <a:spLocks noGrp="1"/>
          </p:cNvSpPr>
          <p:nvPr>
            <p:ph type="body" idx="1"/>
          </p:nvPr>
        </p:nvSpPr>
        <p:spPr>
          <a:xfrm>
            <a:off x="839788" y="2057400"/>
            <a:ext cx="3932237" cy="3811588"/>
          </a:xfrm>
          <a:prstGeom prst="rect">
            <a:avLst/>
          </a:prstGeom>
          <a:noFill/>
          <a:ln>
            <a:noFill/>
          </a:ln>
        </p:spPr>
        <p:txBody>
          <a:bodyPr spcFirstLastPara="1" wrap="square" lIns="109725" tIns="109725" rIns="109725" bIns="91425" anchor="t" anchorCtr="0">
            <a:noAutofit/>
          </a:bodyPr>
          <a:lstStyle>
            <a:lvl1pPr marL="457200" lvl="0" indent="-228600" algn="l">
              <a:lnSpc>
                <a:spcPct val="110000"/>
              </a:lnSpc>
              <a:spcBef>
                <a:spcPts val="1000"/>
              </a:spcBef>
              <a:spcAft>
                <a:spcPts val="0"/>
              </a:spcAft>
              <a:buClr>
                <a:schemeClr val="dk1"/>
              </a:buClr>
              <a:buSzPts val="1600"/>
              <a:buNone/>
              <a:defRPr sz="1600"/>
            </a:lvl1pPr>
            <a:lvl2pPr marL="914400" lvl="1" indent="-228600" algn="l">
              <a:lnSpc>
                <a:spcPct val="110000"/>
              </a:lnSpc>
              <a:spcBef>
                <a:spcPts val="500"/>
              </a:spcBef>
              <a:spcAft>
                <a:spcPts val="0"/>
              </a:spcAft>
              <a:buClr>
                <a:schemeClr val="dk1"/>
              </a:buClr>
              <a:buSzPts val="1400"/>
              <a:buNone/>
              <a:defRPr sz="1400"/>
            </a:lvl2pPr>
            <a:lvl3pPr marL="1371600" lvl="2" indent="-228600" algn="l">
              <a:lnSpc>
                <a:spcPct val="110000"/>
              </a:lnSpc>
              <a:spcBef>
                <a:spcPts val="500"/>
              </a:spcBef>
              <a:spcAft>
                <a:spcPts val="0"/>
              </a:spcAft>
              <a:buClr>
                <a:schemeClr val="dk1"/>
              </a:buClr>
              <a:buSzPts val="1200"/>
              <a:buNone/>
              <a:defRPr sz="1200"/>
            </a:lvl3pPr>
            <a:lvl4pPr marL="1828800" lvl="3" indent="-228600" algn="l">
              <a:lnSpc>
                <a:spcPct val="110000"/>
              </a:lnSpc>
              <a:spcBef>
                <a:spcPts val="500"/>
              </a:spcBef>
              <a:spcAft>
                <a:spcPts val="0"/>
              </a:spcAft>
              <a:buClr>
                <a:schemeClr val="dk1"/>
              </a:buClr>
              <a:buSzPts val="1000"/>
              <a:buNone/>
              <a:defRPr sz="1000"/>
            </a:lvl4pPr>
            <a:lvl5pPr marL="2286000" lvl="4" indent="-228600" algn="l">
              <a:lnSpc>
                <a:spcPct val="11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3"/>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3"/>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3"/>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0" name="Google Shape;80;p13"/>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4"/>
          <p:cNvSpPr txBox="1">
            <a:spLocks noGrp="1"/>
          </p:cNvSpPr>
          <p:nvPr>
            <p:ph type="body" idx="1"/>
          </p:nvPr>
        </p:nvSpPr>
        <p:spPr>
          <a:xfrm rot="5400000">
            <a:off x="3920331" y="-1256506"/>
            <a:ext cx="4351338" cy="105156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87" name="Google Shape;87;p14"/>
          <p:cNvCxnSpPr/>
          <p:nvPr/>
        </p:nvCxnSpPr>
        <p:spPr>
          <a:xfrm>
            <a:off x="715890" y="356812"/>
            <a:ext cx="0" cy="6492875"/>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5"/>
          <p:cNvSpPr txBox="1">
            <a:spLocks noGrp="1"/>
          </p:cNvSpPr>
          <p:nvPr>
            <p:ph type="title"/>
          </p:nvPr>
        </p:nvSpPr>
        <p:spPr>
          <a:xfrm rot="5400000">
            <a:off x="7133431" y="1956594"/>
            <a:ext cx="5811838" cy="2628900"/>
          </a:xfrm>
          <a:prstGeom prst="rect">
            <a:avLst/>
          </a:prstGeom>
          <a:noFill/>
          <a:ln>
            <a:noFill/>
          </a:ln>
        </p:spPr>
        <p:txBody>
          <a:bodyPr spcFirstLastPara="1" wrap="square" lIns="109725" tIns="109725" rIns="109725" bIns="91425" anchor="ctr" anchorCtr="0">
            <a:noAutofit/>
          </a:bodyPr>
          <a:lstStyle>
            <a:lvl1pPr lvl="0" algn="l">
              <a:lnSpc>
                <a:spcPct val="11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5"/>
          <p:cNvSpPr txBox="1">
            <a:spLocks noGrp="1"/>
          </p:cNvSpPr>
          <p:nvPr>
            <p:ph type="body" idx="1"/>
          </p:nvPr>
        </p:nvSpPr>
        <p:spPr>
          <a:xfrm rot="5400000">
            <a:off x="1799431" y="-596106"/>
            <a:ext cx="5811838" cy="7734300"/>
          </a:xfrm>
          <a:prstGeom prst="rect">
            <a:avLst/>
          </a:prstGeom>
          <a:noFill/>
          <a:ln>
            <a:noFill/>
          </a:ln>
        </p:spPr>
        <p:txBody>
          <a:bodyPr spcFirstLastPara="1" wrap="square" lIns="109725" tIns="109725" rIns="109725" bIns="91425" anchor="t" anchorCtr="0">
            <a:noAutofit/>
          </a:bodyPr>
          <a:lstStyle>
            <a:lvl1pPr marL="457200" lvl="0" indent="-342900" algn="l">
              <a:lnSpc>
                <a:spcPct val="110000"/>
              </a:lnSpc>
              <a:spcBef>
                <a:spcPts val="1000"/>
              </a:spcBef>
              <a:spcAft>
                <a:spcPts val="0"/>
              </a:spcAft>
              <a:buClr>
                <a:schemeClr val="dk1"/>
              </a:buClr>
              <a:buSzPts val="1800"/>
              <a:buChar char="•"/>
              <a:defRPr/>
            </a:lvl1pPr>
            <a:lvl2pPr marL="914400" lvl="1" indent="-342900" algn="l">
              <a:lnSpc>
                <a:spcPct val="110000"/>
              </a:lnSpc>
              <a:spcBef>
                <a:spcPts val="500"/>
              </a:spcBef>
              <a:spcAft>
                <a:spcPts val="0"/>
              </a:spcAft>
              <a:buClr>
                <a:schemeClr val="dk1"/>
              </a:buClr>
              <a:buSzPts val="1800"/>
              <a:buChar char="•"/>
              <a:defRPr/>
            </a:lvl2pPr>
            <a:lvl3pPr marL="1371600" lvl="2" indent="-342900" algn="l">
              <a:lnSpc>
                <a:spcPct val="110000"/>
              </a:lnSpc>
              <a:spcBef>
                <a:spcPts val="500"/>
              </a:spcBef>
              <a:spcAft>
                <a:spcPts val="0"/>
              </a:spcAft>
              <a:buClr>
                <a:schemeClr val="dk1"/>
              </a:buClr>
              <a:buSzPts val="1800"/>
              <a:buChar char="•"/>
              <a:defRPr/>
            </a:lvl3pPr>
            <a:lvl4pPr marL="1828800" lvl="3" indent="-342900" algn="l">
              <a:lnSpc>
                <a:spcPct val="110000"/>
              </a:lnSpc>
              <a:spcBef>
                <a:spcPts val="500"/>
              </a:spcBef>
              <a:spcAft>
                <a:spcPts val="0"/>
              </a:spcAft>
              <a:buClr>
                <a:schemeClr val="dk1"/>
              </a:buClr>
              <a:buSzPts val="1800"/>
              <a:buChar char="•"/>
              <a:defRPr/>
            </a:lvl4pPr>
            <a:lvl5pPr marL="2286000" lvl="4" indent="-342900" algn="l">
              <a:lnSpc>
                <a:spcPct val="11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5"/>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5"/>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5"/>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cxnSp>
        <p:nvCxnSpPr>
          <p:cNvPr id="94" name="Google Shape;94;p15"/>
          <p:cNvCxnSpPr/>
          <p:nvPr/>
        </p:nvCxnSpPr>
        <p:spPr>
          <a:xfrm rot="10800000" flipH="1">
            <a:off x="8313" y="261865"/>
            <a:ext cx="11353802" cy="1"/>
          </a:xfrm>
          <a:prstGeom prst="straightConnector1">
            <a:avLst/>
          </a:prstGeom>
          <a:noFill/>
          <a:ln w="25400" cap="sq" cmpd="sng">
            <a:solidFill>
              <a:schemeClr val="accent2"/>
            </a:solidFill>
            <a:prstDash val="solid"/>
            <a:bevel/>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109725" tIns="109725" rIns="109725" bIns="91425" anchor="ctr" anchorCtr="0">
            <a:noAutofit/>
          </a:bodyPr>
          <a:lstStyle>
            <a:lvl1pPr marR="0" lvl="0" algn="l" rtl="0">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109725" tIns="109725" rIns="109725" bIns="91425" anchor="t" anchorCtr="0">
            <a:noAutofit/>
          </a:bodyPr>
          <a:lstStyle>
            <a:lvl1pPr marL="457200" marR="0" lvl="0" indent="-406400" algn="l" rtl="0">
              <a:lnSpc>
                <a:spcPct val="11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11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11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109725" tIns="109725" rIns="109725" bIns="91425"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109725" tIns="109725" rIns="109725" bIns="91425"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1"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3" Type="http://schemas.openxmlformats.org/officeDocument/2006/relationships/image" Target="../media/image8.png"/><Relationship Id="rId18" Type="http://schemas.openxmlformats.org/officeDocument/2006/relationships/image" Target="../media/image90.png"/><Relationship Id="rId26" Type="http://schemas.openxmlformats.org/officeDocument/2006/relationships/image" Target="../media/image80.png"/><Relationship Id="rId39" Type="http://schemas.openxmlformats.org/officeDocument/2006/relationships/customXml" Target="../ink/ink21.xml"/><Relationship Id="rId21" Type="http://schemas.openxmlformats.org/officeDocument/2006/relationships/customXml" Target="../ink/ink12.xml"/><Relationship Id="rId34" Type="http://schemas.openxmlformats.org/officeDocument/2006/relationships/image" Target="../media/image16.png"/><Relationship Id="rId42" Type="http://schemas.openxmlformats.org/officeDocument/2006/relationships/image" Target="../media/image20.png"/><Relationship Id="rId47" Type="http://schemas.openxmlformats.org/officeDocument/2006/relationships/customXml" Target="../ink/ink25.xml"/><Relationship Id="rId7" Type="http://schemas.openxmlformats.org/officeDocument/2006/relationships/image" Target="../media/image6.png"/><Relationship Id="rId2" Type="http://schemas.openxmlformats.org/officeDocument/2006/relationships/image" Target="../media/image3.png"/><Relationship Id="rId16" Type="http://schemas.openxmlformats.org/officeDocument/2006/relationships/customXml" Target="../ink/ink9.xml"/><Relationship Id="rId29" Type="http://schemas.openxmlformats.org/officeDocument/2006/relationships/customXml" Target="../ink/ink16.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customXml" Target="../ink/ink6.xml"/><Relationship Id="rId24" Type="http://schemas.openxmlformats.org/officeDocument/2006/relationships/image" Target="../media/image12.png"/><Relationship Id="rId32" Type="http://schemas.openxmlformats.org/officeDocument/2006/relationships/image" Target="../media/image15.png"/><Relationship Id="rId37" Type="http://schemas.openxmlformats.org/officeDocument/2006/relationships/customXml" Target="../ink/ink20.xml"/><Relationship Id="rId40" Type="http://schemas.openxmlformats.org/officeDocument/2006/relationships/image" Target="../media/image19.png"/><Relationship Id="rId45" Type="http://schemas.openxmlformats.org/officeDocument/2006/relationships/customXml" Target="../ink/ink24.xml"/><Relationship Id="rId5" Type="http://schemas.openxmlformats.org/officeDocument/2006/relationships/image" Target="../media/image5.png"/><Relationship Id="rId15" Type="http://schemas.openxmlformats.org/officeDocument/2006/relationships/image" Target="../media/image9.png"/><Relationship Id="rId23" Type="http://schemas.openxmlformats.org/officeDocument/2006/relationships/customXml" Target="../ink/ink13.xml"/><Relationship Id="rId28" Type="http://schemas.openxmlformats.org/officeDocument/2006/relationships/image" Target="../media/image13.png"/><Relationship Id="rId36" Type="http://schemas.openxmlformats.org/officeDocument/2006/relationships/image" Target="../media/image17.png"/><Relationship Id="rId10" Type="http://schemas.openxmlformats.org/officeDocument/2006/relationships/customXml" Target="../ink/ink5.xml"/><Relationship Id="rId19" Type="http://schemas.openxmlformats.org/officeDocument/2006/relationships/customXml" Target="../ink/ink11.xml"/><Relationship Id="rId31" Type="http://schemas.openxmlformats.org/officeDocument/2006/relationships/customXml" Target="../ink/ink17.xml"/><Relationship Id="rId44" Type="http://schemas.openxmlformats.org/officeDocument/2006/relationships/image" Target="../media/image21.png"/><Relationship Id="rId4" Type="http://schemas.openxmlformats.org/officeDocument/2006/relationships/customXml" Target="../ink/ink2.xml"/><Relationship Id="rId9" Type="http://schemas.openxmlformats.org/officeDocument/2006/relationships/image" Target="../media/image7.png"/><Relationship Id="rId14" Type="http://schemas.openxmlformats.org/officeDocument/2006/relationships/customXml" Target="../ink/ink8.xml"/><Relationship Id="rId22" Type="http://schemas.openxmlformats.org/officeDocument/2006/relationships/image" Target="../media/image11.png"/><Relationship Id="rId27" Type="http://schemas.openxmlformats.org/officeDocument/2006/relationships/customXml" Target="../ink/ink15.xml"/><Relationship Id="rId30" Type="http://schemas.openxmlformats.org/officeDocument/2006/relationships/image" Target="../media/image14.png"/><Relationship Id="rId35" Type="http://schemas.openxmlformats.org/officeDocument/2006/relationships/customXml" Target="../ink/ink19.xml"/><Relationship Id="rId43" Type="http://schemas.openxmlformats.org/officeDocument/2006/relationships/customXml" Target="../ink/ink23.xml"/><Relationship Id="rId48" Type="http://schemas.openxmlformats.org/officeDocument/2006/relationships/image" Target="../media/image23.png"/><Relationship Id="rId8" Type="http://schemas.openxmlformats.org/officeDocument/2006/relationships/customXml" Target="../ink/ink4.xml"/><Relationship Id="rId3" Type="http://schemas.openxmlformats.org/officeDocument/2006/relationships/image" Target="../media/image4.png"/><Relationship Id="rId12" Type="http://schemas.openxmlformats.org/officeDocument/2006/relationships/customXml" Target="../ink/ink7.xml"/><Relationship Id="rId17" Type="http://schemas.openxmlformats.org/officeDocument/2006/relationships/customXml" Target="../ink/ink10.xml"/><Relationship Id="rId25" Type="http://schemas.openxmlformats.org/officeDocument/2006/relationships/customXml" Target="../ink/ink14.xml"/><Relationship Id="rId33" Type="http://schemas.openxmlformats.org/officeDocument/2006/relationships/customXml" Target="../ink/ink18.xml"/><Relationship Id="rId38" Type="http://schemas.openxmlformats.org/officeDocument/2006/relationships/image" Target="../media/image18.png"/><Relationship Id="rId46" Type="http://schemas.openxmlformats.org/officeDocument/2006/relationships/image" Target="../media/image22.png"/><Relationship Id="rId20" Type="http://schemas.openxmlformats.org/officeDocument/2006/relationships/image" Target="../media/image10.png"/><Relationship Id="rId41" Type="http://schemas.openxmlformats.org/officeDocument/2006/relationships/customXml" Target="../ink/ink22.xml"/></Relationships>
</file>

<file path=ppt/slides/_rels/slide8.xml.rels><?xml version="1.0" encoding="UTF-8" standalone="yes"?>
<Relationships xmlns="http://schemas.openxmlformats.org/package/2006/relationships"><Relationship Id="rId8" Type="http://schemas.openxmlformats.org/officeDocument/2006/relationships/customXml" Target="../ink/ink29.xml"/><Relationship Id="rId13"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6.png"/><Relationship Id="rId12" Type="http://schemas.openxmlformats.org/officeDocument/2006/relationships/customXml" Target="../ink/ink31.xml"/><Relationship Id="rId2" Type="http://schemas.openxmlformats.org/officeDocument/2006/relationships/customXml" Target="../ink/ink26.xml"/><Relationship Id="rId1" Type="http://schemas.openxmlformats.org/officeDocument/2006/relationships/slideLayout" Target="../slideLayouts/slideLayout2.xml"/><Relationship Id="rId6" Type="http://schemas.openxmlformats.org/officeDocument/2006/relationships/customXml" Target="../ink/ink28.xml"/><Relationship Id="rId11" Type="http://schemas.openxmlformats.org/officeDocument/2006/relationships/image" Target="../media/image28.png"/><Relationship Id="rId5" Type="http://schemas.openxmlformats.org/officeDocument/2006/relationships/image" Target="../media/image25.png"/><Relationship Id="rId15" Type="http://schemas.openxmlformats.org/officeDocument/2006/relationships/image" Target="../media/image30.png"/><Relationship Id="rId10" Type="http://schemas.openxmlformats.org/officeDocument/2006/relationships/customXml" Target="../ink/ink30.xml"/><Relationship Id="rId4" Type="http://schemas.openxmlformats.org/officeDocument/2006/relationships/customXml" Target="../ink/ink27.xml"/><Relationship Id="rId9" Type="http://schemas.openxmlformats.org/officeDocument/2006/relationships/image" Target="../media/image27.png"/><Relationship Id="rId14" Type="http://schemas.openxmlformats.org/officeDocument/2006/relationships/customXml" Target="../ink/ink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0" name="Google Shape;100;p1"/>
          <p:cNvSpPr/>
          <p:nvPr/>
        </p:nvSpPr>
        <p:spPr>
          <a:xfrm>
            <a:off x="8878" y="0"/>
            <a:ext cx="12192000" cy="6858000"/>
          </a:xfrm>
          <a:prstGeom prst="rect">
            <a:avLst/>
          </a:prstGeom>
          <a:gradFill>
            <a:gsLst>
              <a:gs pos="0">
                <a:schemeClr val="accent2"/>
              </a:gs>
              <a:gs pos="100000">
                <a:schemeClr val="accent4"/>
              </a:gs>
            </a:gsLst>
            <a:lin ang="189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Open Sans"/>
              <a:ea typeface="Open Sans"/>
              <a:cs typeface="Open Sans"/>
              <a:sym typeface="Open Sans"/>
            </a:endParaRPr>
          </a:p>
        </p:txBody>
      </p:sp>
      <p:sp>
        <p:nvSpPr>
          <p:cNvPr id="102" name="Google Shape;102;p1"/>
          <p:cNvSpPr txBox="1">
            <a:spLocks noGrp="1"/>
          </p:cNvSpPr>
          <p:nvPr>
            <p:ph type="ctrTitle"/>
          </p:nvPr>
        </p:nvSpPr>
        <p:spPr>
          <a:xfrm>
            <a:off x="1256275" y="2271449"/>
            <a:ext cx="9679449" cy="2847058"/>
          </a:xfrm>
          <a:prstGeom prst="rect">
            <a:avLst/>
          </a:prstGeom>
          <a:noFill/>
          <a:ln>
            <a:noFill/>
          </a:ln>
        </p:spPr>
        <p:txBody>
          <a:bodyPr spcFirstLastPara="1" wrap="square" lIns="109725" tIns="109725" rIns="109725" bIns="91425" anchor="b" anchorCtr="0">
            <a:normAutofit/>
          </a:bodyPr>
          <a:lstStyle/>
          <a:p>
            <a:pPr marL="0" lvl="0" indent="0" algn="l" rtl="0">
              <a:lnSpc>
                <a:spcPct val="110000"/>
              </a:lnSpc>
              <a:spcBef>
                <a:spcPts val="0"/>
              </a:spcBef>
              <a:spcAft>
                <a:spcPts val="0"/>
              </a:spcAft>
              <a:buClr>
                <a:srgbClr val="FFFFFF"/>
              </a:buClr>
              <a:buSzPts val="7200"/>
              <a:buFont typeface="Arial"/>
              <a:buNone/>
            </a:pPr>
            <a:r>
              <a:rPr lang="en-US" sz="7200" dirty="0" err="1">
                <a:solidFill>
                  <a:srgbClr val="FFFFFF"/>
                </a:solidFill>
              </a:rPr>
              <a:t>進捗報告</a:t>
            </a:r>
            <a:endParaRPr dirty="0"/>
          </a:p>
        </p:txBody>
      </p:sp>
      <p:sp>
        <p:nvSpPr>
          <p:cNvPr id="103" name="Google Shape;103;p1"/>
          <p:cNvSpPr txBox="1">
            <a:spLocks noGrp="1"/>
          </p:cNvSpPr>
          <p:nvPr>
            <p:ph type="subTitle" idx="1"/>
          </p:nvPr>
        </p:nvSpPr>
        <p:spPr>
          <a:xfrm>
            <a:off x="1256275" y="5098254"/>
            <a:ext cx="9679449" cy="750259"/>
          </a:xfrm>
          <a:prstGeom prst="rect">
            <a:avLst/>
          </a:prstGeom>
          <a:noFill/>
          <a:ln>
            <a:noFill/>
          </a:ln>
        </p:spPr>
        <p:txBody>
          <a:bodyPr spcFirstLastPara="1" wrap="square" lIns="109725" tIns="109725" rIns="109725" bIns="91425" anchor="ctr" anchorCtr="0">
            <a:normAutofit/>
          </a:bodyPr>
          <a:lstStyle/>
          <a:p>
            <a:pPr marL="0" lvl="0" indent="0" algn="l" rtl="0">
              <a:lnSpc>
                <a:spcPct val="110000"/>
              </a:lnSpc>
              <a:spcBef>
                <a:spcPts val="0"/>
              </a:spcBef>
              <a:spcAft>
                <a:spcPts val="0"/>
              </a:spcAft>
              <a:buClr>
                <a:srgbClr val="FFFFFF"/>
              </a:buClr>
              <a:buSzPts val="2400"/>
              <a:buNone/>
            </a:pPr>
            <a:r>
              <a:rPr lang="en-US" dirty="0">
                <a:solidFill>
                  <a:srgbClr val="FFFFFF"/>
                </a:solidFill>
              </a:rPr>
              <a:t>Al21120　三輪昇汰　2025/ 11/ 2</a:t>
            </a:r>
            <a:r>
              <a:rPr lang="en-US" altLang="ja-JP" dirty="0">
                <a:solidFill>
                  <a:srgbClr val="FFFFFF"/>
                </a:solidFill>
              </a:rPr>
              <a:t>8</a:t>
            </a:r>
            <a:endParaRPr dirty="0">
              <a:solidFill>
                <a:srgbClr val="FFFFFF"/>
              </a:solidFill>
            </a:endParaRPr>
          </a:p>
        </p:txBody>
      </p:sp>
      <p:cxnSp>
        <p:nvCxnSpPr>
          <p:cNvPr id="104" name="Google Shape;104;p1"/>
          <p:cNvCxnSpPr/>
          <p:nvPr/>
        </p:nvCxnSpPr>
        <p:spPr>
          <a:xfrm>
            <a:off x="8878" y="806470"/>
            <a:ext cx="8453437" cy="0"/>
          </a:xfrm>
          <a:prstGeom prst="straightConnector1">
            <a:avLst/>
          </a:prstGeom>
          <a:noFill/>
          <a:ln w="25400" cap="sq" cmpd="sng">
            <a:solidFill>
              <a:srgbClr val="FFFFFF"/>
            </a:solidFill>
            <a:prstDash val="solid"/>
            <a:bevel/>
            <a:headEnd type="none" w="sm" len="sm"/>
            <a:tailEnd type="none" w="sm" len="sm"/>
          </a:ln>
        </p:spPr>
      </p:cxnSp>
      <p:sp>
        <p:nvSpPr>
          <p:cNvPr id="105" name="Google Shape;105;p1"/>
          <p:cNvSpPr/>
          <p:nvPr/>
        </p:nvSpPr>
        <p:spPr>
          <a:xfrm>
            <a:off x="544954" y="2875093"/>
            <a:ext cx="139039" cy="139039"/>
          </a:xfrm>
          <a:custGeom>
            <a:avLst/>
            <a:gdLst/>
            <a:ahLst/>
            <a:cxnLst/>
            <a:rect l="l" t="t" r="r" b="b"/>
            <a:pathLst>
              <a:path w="139039" h="139039" extrusionOk="0">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6" name="Google Shape;106;p1"/>
          <p:cNvSpPr/>
          <p:nvPr/>
        </p:nvSpPr>
        <p:spPr>
          <a:xfrm>
            <a:off x="903734" y="3104388"/>
            <a:ext cx="91138" cy="91138"/>
          </a:xfrm>
          <a:custGeom>
            <a:avLst/>
            <a:gdLst/>
            <a:ahLst/>
            <a:cxnLst/>
            <a:rect l="l" t="t" r="r" b="b"/>
            <a:pathLst>
              <a:path w="91138" h="91138" extrusionOk="0">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7" name="Google Shape;107;p1"/>
          <p:cNvSpPr/>
          <p:nvPr/>
        </p:nvSpPr>
        <p:spPr>
          <a:xfrm>
            <a:off x="529414" y="3619532"/>
            <a:ext cx="127714" cy="127714"/>
          </a:xfrm>
          <a:custGeom>
            <a:avLst/>
            <a:gdLst/>
            <a:ahLst/>
            <a:cxnLst/>
            <a:rect l="l" t="t" r="r" b="b"/>
            <a:pathLst>
              <a:path w="127714" h="127714" extrusionOk="0">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rgbClr val="000000"/>
              </a:solidFill>
              <a:latin typeface="Open Sans"/>
              <a:ea typeface="Open Sans"/>
              <a:cs typeface="Open Sans"/>
              <a:sym typeface="Open Sans"/>
            </a:endParaRPr>
          </a:p>
        </p:txBody>
      </p:sp>
      <p:sp>
        <p:nvSpPr>
          <p:cNvPr id="108" name="Google Shape;108;p1"/>
          <p:cNvSpPr txBox="1">
            <a:spLocks noGrp="1"/>
          </p:cNvSpPr>
          <p:nvPr>
            <p:ph type="sldNum" idx="12"/>
          </p:nvPr>
        </p:nvSpPr>
        <p:spPr>
          <a:xfrm>
            <a:off x="8610600" y="6356350"/>
            <a:ext cx="2743200" cy="365125"/>
          </a:xfrm>
          <a:prstGeom prst="rect">
            <a:avLst/>
          </a:prstGeom>
          <a:noFill/>
          <a:ln>
            <a:noFill/>
          </a:ln>
        </p:spPr>
        <p:txBody>
          <a:bodyPr spcFirstLastPara="1" wrap="square" lIns="109725" tIns="109725" rIns="109725" bIns="91425"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6D3F7A5-9521-35AE-BD22-9EF1010AF156}"/>
              </a:ext>
            </a:extLst>
          </p:cNvPr>
          <p:cNvSpPr>
            <a:spLocks noGrp="1"/>
          </p:cNvSpPr>
          <p:nvPr>
            <p:ph type="title"/>
          </p:nvPr>
        </p:nvSpPr>
        <p:spPr/>
        <p:txBody>
          <a:bodyPr/>
          <a:lstStyle/>
          <a:p>
            <a:r>
              <a:rPr kumimoji="1" lang="ja-JP" altLang="en-US" dirty="0"/>
              <a:t>進捗</a:t>
            </a:r>
          </a:p>
        </p:txBody>
      </p:sp>
      <p:sp>
        <p:nvSpPr>
          <p:cNvPr id="3" name="テキスト プレースホルダー 2">
            <a:extLst>
              <a:ext uri="{FF2B5EF4-FFF2-40B4-BE49-F238E27FC236}">
                <a16:creationId xmlns:a16="http://schemas.microsoft.com/office/drawing/2014/main" id="{17749FC9-58F7-959A-2E15-9DB9754FE213}"/>
              </a:ext>
            </a:extLst>
          </p:cNvPr>
          <p:cNvSpPr>
            <a:spLocks noGrp="1"/>
          </p:cNvSpPr>
          <p:nvPr>
            <p:ph type="body" idx="1"/>
          </p:nvPr>
        </p:nvSpPr>
        <p:spPr/>
        <p:txBody>
          <a:bodyPr/>
          <a:lstStyle/>
          <a:p>
            <a:r>
              <a:rPr kumimoji="1" lang="ja-JP" altLang="en-US" dirty="0"/>
              <a:t>学習済みモデルのテストの続き</a:t>
            </a:r>
            <a:endParaRPr kumimoji="1" lang="en-US" altLang="ja-JP" dirty="0"/>
          </a:p>
          <a:p>
            <a:r>
              <a:rPr kumimoji="1" lang="ja-JP" altLang="en-US" dirty="0"/>
              <a:t>コメント利用の実装</a:t>
            </a:r>
            <a:endParaRPr kumimoji="1" lang="en-US" altLang="ja-JP" dirty="0"/>
          </a:p>
          <a:p>
            <a:r>
              <a:rPr kumimoji="1" lang="ja-JP" altLang="en-US"/>
              <a:t>コメント利用版で使えるテストデータ</a:t>
            </a:r>
            <a:r>
              <a:rPr kumimoji="1" lang="ja-JP" altLang="en-US" dirty="0"/>
              <a:t>の作成（途中）</a:t>
            </a:r>
            <a:endParaRPr kumimoji="1" lang="en-US" altLang="ja-JP" dirty="0"/>
          </a:p>
          <a:p>
            <a:endParaRPr kumimoji="1" lang="ja-JP" altLang="en-US" dirty="0"/>
          </a:p>
        </p:txBody>
      </p:sp>
      <p:sp>
        <p:nvSpPr>
          <p:cNvPr id="4" name="スライド番号プレースホルダー 3">
            <a:extLst>
              <a:ext uri="{FF2B5EF4-FFF2-40B4-BE49-F238E27FC236}">
                <a16:creationId xmlns:a16="http://schemas.microsoft.com/office/drawing/2014/main" id="{3B9F3788-848D-BD36-2DF4-1D192DE750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2999739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C3C039-C81A-855B-389D-994313BAC6C9}"/>
              </a:ext>
            </a:extLst>
          </p:cNvPr>
          <p:cNvSpPr>
            <a:spLocks noGrp="1"/>
          </p:cNvSpPr>
          <p:nvPr>
            <p:ph type="title"/>
          </p:nvPr>
        </p:nvSpPr>
        <p:spPr/>
        <p:txBody>
          <a:bodyPr/>
          <a:lstStyle/>
          <a:p>
            <a:r>
              <a:rPr kumimoji="1" lang="ja-JP" altLang="en-US" dirty="0"/>
              <a:t>題目，要旨</a:t>
            </a:r>
          </a:p>
        </p:txBody>
      </p:sp>
      <p:sp>
        <p:nvSpPr>
          <p:cNvPr id="3" name="テキスト プレースホルダー 2">
            <a:extLst>
              <a:ext uri="{FF2B5EF4-FFF2-40B4-BE49-F238E27FC236}">
                <a16:creationId xmlns:a16="http://schemas.microsoft.com/office/drawing/2014/main" id="{C980EF79-82E8-ECE6-3DDE-9A54D870C612}"/>
              </a:ext>
            </a:extLst>
          </p:cNvPr>
          <p:cNvSpPr>
            <a:spLocks noGrp="1"/>
          </p:cNvSpPr>
          <p:nvPr>
            <p:ph type="body" idx="1"/>
          </p:nvPr>
        </p:nvSpPr>
        <p:spPr>
          <a:xfrm>
            <a:off x="765372" y="1690688"/>
            <a:ext cx="11534522" cy="4351338"/>
          </a:xfrm>
        </p:spPr>
        <p:txBody>
          <a:bodyPr/>
          <a:lstStyle/>
          <a:p>
            <a:r>
              <a:rPr lang="ja-JP" altLang="en-US" dirty="0"/>
              <a:t>字幕と視聴者コメントを用いたトピック境界検出に基づく</a:t>
            </a:r>
            <a:endParaRPr lang="en-US" altLang="ja-JP" dirty="0"/>
          </a:p>
          <a:p>
            <a:pPr marL="114300" indent="0">
              <a:buNone/>
            </a:pPr>
            <a:r>
              <a:rPr lang="ja-JP" altLang="en-US" dirty="0"/>
              <a:t>　注目度の高い動画区間の抽出</a:t>
            </a:r>
            <a:endParaRPr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F2C16075-D7EC-258D-2A49-EA5C8B0B3F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
        <p:nvSpPr>
          <p:cNvPr id="5" name="テキスト プレースホルダー 2">
            <a:extLst>
              <a:ext uri="{FF2B5EF4-FFF2-40B4-BE49-F238E27FC236}">
                <a16:creationId xmlns:a16="http://schemas.microsoft.com/office/drawing/2014/main" id="{A5F05F96-BC0C-45F8-F663-4E593D852AC2}"/>
              </a:ext>
            </a:extLst>
          </p:cNvPr>
          <p:cNvSpPr txBox="1">
            <a:spLocks/>
          </p:cNvSpPr>
          <p:nvPr/>
        </p:nvSpPr>
        <p:spPr>
          <a:xfrm>
            <a:off x="911028" y="3199681"/>
            <a:ext cx="10515600" cy="2842345"/>
          </a:xfrm>
          <a:prstGeom prst="rect">
            <a:avLst/>
          </a:prstGeom>
          <a:noFill/>
          <a:ln>
            <a:noFill/>
          </a:ln>
        </p:spPr>
        <p:txBody>
          <a:bodyPr spcFirstLastPara="1" wrap="square" lIns="109725" tIns="109725" rIns="109725" bIns="91425"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dk1"/>
              </a:buClr>
              <a:buSzPts val="1800"/>
              <a:buFont typeface="Arial"/>
              <a:buChar char="•"/>
              <a:defRPr sz="2800" b="0" i="0" u="none" strike="noStrike" cap="none">
                <a:solidFill>
                  <a:schemeClr val="dk1"/>
                </a:solidFill>
                <a:latin typeface="Arial"/>
                <a:ea typeface="Arial"/>
                <a:cs typeface="Arial"/>
                <a:sym typeface="Arial"/>
              </a:defRPr>
            </a:lvl1pPr>
            <a:lvl2pPr marL="914400" marR="0" lvl="1" indent="-342900" algn="l" rtl="0">
              <a:lnSpc>
                <a:spcPct val="110000"/>
              </a:lnSpc>
              <a:spcBef>
                <a:spcPts val="500"/>
              </a:spcBef>
              <a:spcAft>
                <a:spcPts val="0"/>
              </a:spcAft>
              <a:buClr>
                <a:schemeClr val="dk1"/>
              </a:buClr>
              <a:buSzPts val="1800"/>
              <a:buFont typeface="Arial"/>
              <a:buChar char="•"/>
              <a:defRPr sz="2400" b="0" i="0" u="none" strike="noStrike" cap="none">
                <a:solidFill>
                  <a:schemeClr val="dk1"/>
                </a:solidFill>
                <a:latin typeface="Arial"/>
                <a:ea typeface="Arial"/>
                <a:cs typeface="Arial"/>
                <a:sym typeface="Arial"/>
              </a:defRPr>
            </a:lvl2pPr>
            <a:lvl3pPr marL="1371600" marR="0" lvl="2" indent="-342900" algn="l" rtl="0">
              <a:lnSpc>
                <a:spcPct val="110000"/>
              </a:lnSpc>
              <a:spcBef>
                <a:spcPts val="500"/>
              </a:spcBef>
              <a:spcAft>
                <a:spcPts val="0"/>
              </a:spcAft>
              <a:buClr>
                <a:schemeClr val="dk1"/>
              </a:buClr>
              <a:buSzPts val="18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11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pPr marL="114300" indent="0">
              <a:buFont typeface="Arial"/>
              <a:buNone/>
            </a:pPr>
            <a:r>
              <a:rPr lang="ja-JP" altLang="en-US" sz="2000" dirty="0"/>
              <a:t>　近年，動画共有プラットフォームは情報発信や エンターテインメントの場として利用されている．しかし，長時間化する動画コンテンツにおいて，視聴者が効率的に重要な情報や注目すべき区間を把握することは困難であり，重要区間の抽出技術が求められる．</a:t>
            </a:r>
            <a:endParaRPr lang="en-US" altLang="ja-JP" sz="2000" dirty="0"/>
          </a:p>
          <a:p>
            <a:pPr marL="114300" indent="0">
              <a:buFont typeface="Arial"/>
              <a:buNone/>
            </a:pPr>
            <a:r>
              <a:rPr lang="ja-JP" altLang="en-US" sz="2000" dirty="0"/>
              <a:t>　本研究では，動画の発話字幕と視聴者コメントを統合的に分析することで，話題の切り替わり点を検出し，注目度の高い区間を特定する手法を提案する．隣接する発話文間の文脈連続性評価とコサイン類似度評価を組み合わせ，さらにコメント情報を統合することで，視聴者の関心を反映したトピック境界検出を実現する</a:t>
            </a:r>
            <a:r>
              <a:rPr lang="ja-JP" altLang="en-US" sz="1600" dirty="0"/>
              <a:t>．</a:t>
            </a:r>
            <a:r>
              <a:rPr kumimoji="1" lang="ja-JP" altLang="en-US" sz="1600" dirty="0"/>
              <a:t>（</a:t>
            </a:r>
            <a:r>
              <a:rPr kumimoji="1" lang="en-US" altLang="ja-JP" sz="1600" dirty="0"/>
              <a:t>262</a:t>
            </a:r>
            <a:r>
              <a:rPr kumimoji="1" lang="ja-JP" altLang="en-US" sz="1600" dirty="0"/>
              <a:t>文字）</a:t>
            </a:r>
            <a:endParaRPr lang="en-US" altLang="ja-JP" sz="1600" dirty="0"/>
          </a:p>
        </p:txBody>
      </p:sp>
    </p:spTree>
    <p:extLst>
      <p:ext uri="{BB962C8B-B14F-4D97-AF65-F5344CB8AC3E}">
        <p14:creationId xmlns:p14="http://schemas.microsoft.com/office/powerpoint/2010/main" val="40171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6DD7D4-E076-929B-66C7-EF2AC9FA568E}"/>
              </a:ext>
            </a:extLst>
          </p:cNvPr>
          <p:cNvSpPr>
            <a:spLocks noGrp="1"/>
          </p:cNvSpPr>
          <p:nvPr>
            <p:ph type="title"/>
          </p:nvPr>
        </p:nvSpPr>
        <p:spPr/>
        <p:txBody>
          <a:bodyPr/>
          <a:lstStyle/>
          <a:p>
            <a:r>
              <a:rPr kumimoji="1" lang="ja-JP" altLang="en-US" dirty="0"/>
              <a:t>テスト内容（コメント未使用）</a:t>
            </a:r>
          </a:p>
        </p:txBody>
      </p:sp>
      <p:sp>
        <p:nvSpPr>
          <p:cNvPr id="3" name="テキスト プレースホルダー 2">
            <a:extLst>
              <a:ext uri="{FF2B5EF4-FFF2-40B4-BE49-F238E27FC236}">
                <a16:creationId xmlns:a16="http://schemas.microsoft.com/office/drawing/2014/main" id="{69A832D7-C90E-2B2F-2372-F67769388F43}"/>
              </a:ext>
            </a:extLst>
          </p:cNvPr>
          <p:cNvSpPr>
            <a:spLocks noGrp="1"/>
          </p:cNvSpPr>
          <p:nvPr>
            <p:ph type="body" idx="1"/>
          </p:nvPr>
        </p:nvSpPr>
        <p:spPr>
          <a:xfrm>
            <a:off x="609600" y="1401083"/>
            <a:ext cx="11353800" cy="4351338"/>
          </a:xfrm>
        </p:spPr>
        <p:txBody>
          <a:bodyPr/>
          <a:lstStyle/>
          <a:p>
            <a:r>
              <a:rPr kumimoji="1" lang="ja-JP" altLang="en-US" dirty="0"/>
              <a:t>学習データ：</a:t>
            </a:r>
            <a:r>
              <a:rPr kumimoji="1" lang="en-US" altLang="ja-JP" dirty="0" err="1"/>
              <a:t>ANNnewCH</a:t>
            </a:r>
            <a:r>
              <a:rPr kumimoji="1" lang="ja-JP" altLang="en-US" dirty="0"/>
              <a:t>の</a:t>
            </a:r>
            <a:r>
              <a:rPr kumimoji="1" lang="en-US" altLang="ja-JP" dirty="0"/>
              <a:t>LIVE</a:t>
            </a:r>
            <a:r>
              <a:rPr kumimoji="1" lang="ja-JP" altLang="en-US" dirty="0"/>
              <a:t>ニュースの字幕（７時間程度）</a:t>
            </a:r>
            <a:endParaRPr kumimoji="1" lang="en-US" altLang="ja-JP" dirty="0"/>
          </a:p>
          <a:p>
            <a:r>
              <a:rPr kumimoji="1" lang="ja-JP" altLang="en-US" dirty="0"/>
              <a:t>テストデータ生成手順</a:t>
            </a:r>
            <a:r>
              <a:rPr kumimoji="1" lang="en-US" altLang="ja-JP" dirty="0"/>
              <a:t> : LIVE</a:t>
            </a:r>
            <a:r>
              <a:rPr kumimoji="1" lang="ja-JP" altLang="en-US" dirty="0"/>
              <a:t>ニュースからクリップされた</a:t>
            </a:r>
            <a:r>
              <a:rPr kumimoji="1" lang="en-US" altLang="ja-JP" dirty="0"/>
              <a:t>1</a:t>
            </a:r>
            <a:r>
              <a:rPr kumimoji="1" lang="ja-JP" altLang="en-US" dirty="0"/>
              <a:t>分～２分程度の</a:t>
            </a:r>
            <a:r>
              <a:rPr kumimoji="1" lang="en-US" altLang="ja-JP" dirty="0" err="1"/>
              <a:t>ANNnewCH</a:t>
            </a:r>
            <a:r>
              <a:rPr kumimoji="1" lang="ja-JP" altLang="en-US" dirty="0"/>
              <a:t>に投稿されている動画の字幕を複数を繋げて動画境界の発話文に正解境界ラベルを付与．（学習データに含まれないダイジェスト動画を使用）</a:t>
            </a:r>
            <a:endParaRPr kumimoji="1" lang="en-US" altLang="ja-JP" dirty="0"/>
          </a:p>
          <a:p>
            <a:endParaRPr kumimoji="1" lang="en-US" altLang="ja-JP" dirty="0"/>
          </a:p>
          <a:p>
            <a:endParaRPr kumimoji="1" lang="en-US" altLang="ja-JP" dirty="0"/>
          </a:p>
          <a:p>
            <a:endParaRPr kumimoji="1" lang="en-US" altLang="ja-JP" dirty="0"/>
          </a:p>
          <a:p>
            <a:r>
              <a:rPr kumimoji="1" lang="ja-JP" altLang="en-US" dirty="0"/>
              <a:t>境界推論手法：ランダム，学習なし，学習あり（９エポック分）</a:t>
            </a:r>
            <a:endParaRPr kumimoji="1" lang="en-US" altLang="ja-JP" dirty="0"/>
          </a:p>
        </p:txBody>
      </p:sp>
      <p:sp>
        <p:nvSpPr>
          <p:cNvPr id="4" name="スライド番号プレースホルダー 3">
            <a:extLst>
              <a:ext uri="{FF2B5EF4-FFF2-40B4-BE49-F238E27FC236}">
                <a16:creationId xmlns:a16="http://schemas.microsoft.com/office/drawing/2014/main" id="{5D649D38-F674-4227-BB95-02A989E503F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pic>
        <p:nvPicPr>
          <p:cNvPr id="5" name="図 4">
            <a:extLst>
              <a:ext uri="{FF2B5EF4-FFF2-40B4-BE49-F238E27FC236}">
                <a16:creationId xmlns:a16="http://schemas.microsoft.com/office/drawing/2014/main" id="{4F553B82-A75B-8776-EBDD-4821220205B5}"/>
              </a:ext>
            </a:extLst>
          </p:cNvPr>
          <p:cNvPicPr>
            <a:picLocks noChangeAspect="1"/>
          </p:cNvPicPr>
          <p:nvPr/>
        </p:nvPicPr>
        <p:blipFill>
          <a:blip r:embed="rId2"/>
          <a:stretch>
            <a:fillRect/>
          </a:stretch>
        </p:blipFill>
        <p:spPr>
          <a:xfrm>
            <a:off x="7927501" y="3756366"/>
            <a:ext cx="3426299" cy="1996055"/>
          </a:xfrm>
          <a:prstGeom prst="rect">
            <a:avLst/>
          </a:prstGeom>
        </p:spPr>
      </p:pic>
      <mc:AlternateContent xmlns:mc="http://schemas.openxmlformats.org/markup-compatibility/2006" xmlns:p14="http://schemas.microsoft.com/office/powerpoint/2010/main">
        <mc:Choice Requires="p14">
          <p:contentPart p14:bwMode="auto" r:id="rId3">
            <p14:nvContentPartPr>
              <p14:cNvPr id="11" name="インク 10">
                <a:extLst>
                  <a:ext uri="{FF2B5EF4-FFF2-40B4-BE49-F238E27FC236}">
                    <a16:creationId xmlns:a16="http://schemas.microsoft.com/office/drawing/2014/main" id="{6916E5B3-E957-3F5D-14CA-229F8FE4FB64}"/>
                  </a:ext>
                </a:extLst>
              </p14:cNvPr>
              <p14:cNvContentPartPr/>
              <p14:nvPr/>
            </p14:nvContentPartPr>
            <p14:xfrm>
              <a:off x="7069809" y="5274103"/>
              <a:ext cx="360" cy="360"/>
            </p14:xfrm>
          </p:contentPart>
        </mc:Choice>
        <mc:Fallback xmlns="">
          <p:pic>
            <p:nvPicPr>
              <p:cNvPr id="11" name="インク 10">
                <a:extLst>
                  <a:ext uri="{FF2B5EF4-FFF2-40B4-BE49-F238E27FC236}">
                    <a16:creationId xmlns:a16="http://schemas.microsoft.com/office/drawing/2014/main" id="{6916E5B3-E957-3F5D-14CA-229F8FE4FB64}"/>
                  </a:ext>
                </a:extLst>
              </p:cNvPr>
              <p:cNvPicPr/>
              <p:nvPr/>
            </p:nvPicPr>
            <p:blipFill>
              <a:blip r:embed="rId4"/>
              <a:stretch>
                <a:fillRect/>
              </a:stretch>
            </p:blipFill>
            <p:spPr>
              <a:xfrm>
                <a:off x="7061169" y="5265103"/>
                <a:ext cx="18000" cy="18000"/>
              </a:xfrm>
              <a:prstGeom prst="rect">
                <a:avLst/>
              </a:prstGeom>
            </p:spPr>
          </p:pic>
        </mc:Fallback>
      </mc:AlternateContent>
    </p:spTree>
    <p:extLst>
      <p:ext uri="{BB962C8B-B14F-4D97-AF65-F5344CB8AC3E}">
        <p14:creationId xmlns:p14="http://schemas.microsoft.com/office/powerpoint/2010/main" val="35009303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B820E6-DD15-62E3-B16F-155E3BF6B41E}"/>
              </a:ext>
            </a:extLst>
          </p:cNvPr>
          <p:cNvSpPr>
            <a:spLocks noGrp="1"/>
          </p:cNvSpPr>
          <p:nvPr>
            <p:ph type="title"/>
          </p:nvPr>
        </p:nvSpPr>
        <p:spPr/>
        <p:txBody>
          <a:bodyPr/>
          <a:lstStyle/>
          <a:p>
            <a:r>
              <a:rPr kumimoji="1" lang="ja-JP" altLang="en-US" dirty="0"/>
              <a:t>テスト結果（コメント未使用）</a:t>
            </a:r>
          </a:p>
        </p:txBody>
      </p:sp>
      <p:sp>
        <p:nvSpPr>
          <p:cNvPr id="4" name="スライド番号プレースホルダー 3">
            <a:extLst>
              <a:ext uri="{FF2B5EF4-FFF2-40B4-BE49-F238E27FC236}">
                <a16:creationId xmlns:a16="http://schemas.microsoft.com/office/drawing/2014/main" id="{5FD8C694-C4EB-0397-B965-E595833C598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
        <p:nvSpPr>
          <p:cNvPr id="11" name="テキスト ボックス 10">
            <a:extLst>
              <a:ext uri="{FF2B5EF4-FFF2-40B4-BE49-F238E27FC236}">
                <a16:creationId xmlns:a16="http://schemas.microsoft.com/office/drawing/2014/main" id="{A2C78442-7B4E-E196-655F-74441ACE5718}"/>
              </a:ext>
            </a:extLst>
          </p:cNvPr>
          <p:cNvSpPr txBox="1"/>
          <p:nvPr/>
        </p:nvSpPr>
        <p:spPr>
          <a:xfrm>
            <a:off x="945684" y="5628267"/>
            <a:ext cx="10408116" cy="646331"/>
          </a:xfrm>
          <a:prstGeom prst="rect">
            <a:avLst/>
          </a:prstGeom>
          <a:noFill/>
        </p:spPr>
        <p:txBody>
          <a:bodyPr wrap="square" rtlCol="0">
            <a:spAutoFit/>
          </a:bodyPr>
          <a:lstStyle/>
          <a:p>
            <a:r>
              <a:rPr kumimoji="1" lang="ja-JP" altLang="en-US" sz="1800" dirty="0"/>
              <a:t>４エポック目のモデルが平均</a:t>
            </a:r>
            <a:r>
              <a:rPr kumimoji="1" lang="en-US" altLang="ja-JP" sz="1800" dirty="0" err="1"/>
              <a:t>Pk,WD</a:t>
            </a:r>
            <a:r>
              <a:rPr kumimoji="1" lang="ja-JP" altLang="en-US" sz="1800" dirty="0"/>
              <a:t>ともに最高値</a:t>
            </a:r>
            <a:endParaRPr kumimoji="1" lang="en-US" altLang="ja-JP" sz="1800" dirty="0"/>
          </a:p>
          <a:p>
            <a:r>
              <a:rPr kumimoji="1" lang="ja-JP" altLang="en-US" sz="1800" dirty="0"/>
              <a:t>学習前と比べ，</a:t>
            </a:r>
            <a:r>
              <a:rPr kumimoji="1" lang="en-US" altLang="ja-JP" sz="1800" dirty="0"/>
              <a:t>Pk</a:t>
            </a:r>
            <a:r>
              <a:rPr kumimoji="1" lang="ja-JP" altLang="en-US" sz="1800" dirty="0"/>
              <a:t>は</a:t>
            </a:r>
            <a:r>
              <a:rPr kumimoji="1" lang="en-US" altLang="ja-JP" sz="1800" dirty="0"/>
              <a:t>0.108767</a:t>
            </a:r>
            <a:r>
              <a:rPr kumimoji="1" lang="ja-JP" altLang="en-US" sz="1800" dirty="0"/>
              <a:t>↑　</a:t>
            </a:r>
            <a:r>
              <a:rPr kumimoji="1" lang="en-US" altLang="ja-JP" sz="1800" dirty="0"/>
              <a:t>WD</a:t>
            </a:r>
            <a:r>
              <a:rPr kumimoji="1" lang="ja-JP" altLang="en-US" sz="1800" dirty="0"/>
              <a:t>は</a:t>
            </a:r>
            <a:r>
              <a:rPr kumimoji="1" lang="en-US" altLang="ja-JP" sz="1800" dirty="0"/>
              <a:t>0.119067</a:t>
            </a:r>
            <a:r>
              <a:rPr kumimoji="1" lang="ja-JP" altLang="en-US" sz="1800" dirty="0"/>
              <a:t>↑</a:t>
            </a:r>
          </a:p>
        </p:txBody>
      </p:sp>
      <p:pic>
        <p:nvPicPr>
          <p:cNvPr id="6" name="図 5">
            <a:extLst>
              <a:ext uri="{FF2B5EF4-FFF2-40B4-BE49-F238E27FC236}">
                <a16:creationId xmlns:a16="http://schemas.microsoft.com/office/drawing/2014/main" id="{F767A63B-1EF1-18AE-4752-6643E1614FB0}"/>
              </a:ext>
            </a:extLst>
          </p:cNvPr>
          <p:cNvPicPr>
            <a:picLocks noChangeAspect="1"/>
          </p:cNvPicPr>
          <p:nvPr/>
        </p:nvPicPr>
        <p:blipFill>
          <a:blip r:embed="rId2"/>
          <a:stretch>
            <a:fillRect/>
          </a:stretch>
        </p:blipFill>
        <p:spPr>
          <a:xfrm>
            <a:off x="774984" y="1831162"/>
            <a:ext cx="10749516" cy="3438355"/>
          </a:xfrm>
          <a:prstGeom prst="rect">
            <a:avLst/>
          </a:prstGeom>
        </p:spPr>
      </p:pic>
    </p:spTree>
    <p:extLst>
      <p:ext uri="{BB962C8B-B14F-4D97-AF65-F5344CB8AC3E}">
        <p14:creationId xmlns:p14="http://schemas.microsoft.com/office/powerpoint/2010/main" val="2289232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15CFB-B549-073E-4EF1-BD4AD251EDD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3AD24D3-C521-C6F7-7929-7CDB605500EE}"/>
              </a:ext>
            </a:extLst>
          </p:cNvPr>
          <p:cNvSpPr>
            <a:spLocks noGrp="1"/>
          </p:cNvSpPr>
          <p:nvPr>
            <p:ph type="title"/>
          </p:nvPr>
        </p:nvSpPr>
        <p:spPr>
          <a:xfrm>
            <a:off x="738963" y="0"/>
            <a:ext cx="10515600" cy="1325563"/>
          </a:xfrm>
        </p:spPr>
        <p:txBody>
          <a:bodyPr/>
          <a:lstStyle/>
          <a:p>
            <a:r>
              <a:rPr kumimoji="1" lang="ja-JP" altLang="en-US" dirty="0"/>
              <a:t>コメントを含めたテストデータの作成</a:t>
            </a:r>
          </a:p>
        </p:txBody>
      </p:sp>
      <p:sp>
        <p:nvSpPr>
          <p:cNvPr id="3" name="テキスト プレースホルダー 2">
            <a:extLst>
              <a:ext uri="{FF2B5EF4-FFF2-40B4-BE49-F238E27FC236}">
                <a16:creationId xmlns:a16="http://schemas.microsoft.com/office/drawing/2014/main" id="{8F09E1A8-BA35-2503-33F6-B1F324C33169}"/>
              </a:ext>
            </a:extLst>
          </p:cNvPr>
          <p:cNvSpPr>
            <a:spLocks noGrp="1"/>
          </p:cNvSpPr>
          <p:nvPr>
            <p:ph type="body" idx="1"/>
          </p:nvPr>
        </p:nvSpPr>
        <p:spPr>
          <a:xfrm>
            <a:off x="738963" y="1148962"/>
            <a:ext cx="11453037" cy="5383989"/>
          </a:xfrm>
        </p:spPr>
        <p:txBody>
          <a:bodyPr/>
          <a:lstStyle/>
          <a:p>
            <a:r>
              <a:rPr kumimoji="1" lang="ja-JP" altLang="en-US" sz="2100" b="1" dirty="0"/>
              <a:t>テスト目的</a:t>
            </a:r>
            <a:endParaRPr kumimoji="1" lang="en-US" altLang="ja-JP" sz="2100" b="1" dirty="0"/>
          </a:p>
          <a:p>
            <a:pPr lvl="1"/>
            <a:r>
              <a:rPr kumimoji="1" lang="ja-JP" altLang="en-US" sz="2100" u="sng" dirty="0"/>
              <a:t>コメント未使用モデル</a:t>
            </a:r>
            <a:r>
              <a:rPr kumimoji="1" lang="ja-JP" altLang="en-US" sz="2100" dirty="0"/>
              <a:t>と</a:t>
            </a:r>
            <a:r>
              <a:rPr kumimoji="1" lang="ja-JP" altLang="en-US" sz="2100" u="sng" dirty="0"/>
              <a:t>コメント使用モデル</a:t>
            </a:r>
            <a:r>
              <a:rPr kumimoji="1" lang="ja-JP" altLang="en-US" sz="2100" dirty="0"/>
              <a:t>の</a:t>
            </a:r>
            <a:r>
              <a:rPr kumimoji="1" lang="en-US" altLang="ja-JP" sz="2100" dirty="0"/>
              <a:t>Pk, WD</a:t>
            </a:r>
            <a:r>
              <a:rPr kumimoji="1" lang="ja-JP" altLang="en-US" sz="2100" dirty="0"/>
              <a:t>の比較</a:t>
            </a:r>
            <a:endParaRPr kumimoji="1" lang="en-US" altLang="ja-JP" sz="2100" dirty="0"/>
          </a:p>
          <a:p>
            <a:r>
              <a:rPr kumimoji="1" lang="ja-JP" altLang="en-US" sz="2100" b="1" dirty="0"/>
              <a:t>テストデータ生成における注意点</a:t>
            </a:r>
            <a:endParaRPr lang="en-US" altLang="ja-JP" sz="2100" b="1" dirty="0"/>
          </a:p>
          <a:p>
            <a:pPr lvl="1"/>
            <a:r>
              <a:rPr lang="ja-JP" altLang="en-US" sz="2100" dirty="0"/>
              <a:t>字幕のみの場合複数のニュースのクリップを結合し，そこを境界とするため自動で明確に決まっていた．しかしニュースチャンネルの生配信は視聴者が少なく，コメント数も少ない．</a:t>
            </a:r>
            <a:endParaRPr lang="en-US" altLang="ja-JP" sz="2100" dirty="0"/>
          </a:p>
          <a:p>
            <a:pPr lvl="1"/>
            <a:r>
              <a:rPr lang="ja-JP" altLang="en-US" sz="2100" dirty="0"/>
              <a:t>配信全体でコメント数が一定数確保できるライブ配信にする必要がある</a:t>
            </a:r>
            <a:endParaRPr lang="en-US" altLang="ja-JP" sz="2100" dirty="0"/>
          </a:p>
          <a:p>
            <a:pPr marL="571500" lvl="1" indent="0">
              <a:buNone/>
            </a:pPr>
            <a:r>
              <a:rPr lang="ja-JP" altLang="en-US" sz="2100" dirty="0"/>
              <a:t>　（</a:t>
            </a:r>
            <a:r>
              <a:rPr lang="en-US" altLang="ja-JP" sz="2100" dirty="0" err="1"/>
              <a:t>NewsCH</a:t>
            </a:r>
            <a:r>
              <a:rPr lang="ja-JP" altLang="en-US" sz="2100" dirty="0"/>
              <a:t>の生放送ではコメント数が少ないため人気配信者の雑談配信を選択する）</a:t>
            </a:r>
            <a:endParaRPr lang="en-US" altLang="ja-JP" sz="2100" dirty="0"/>
          </a:p>
          <a:p>
            <a:r>
              <a:rPr kumimoji="1" lang="ja-JP" altLang="en-US" sz="2100" b="1" dirty="0"/>
              <a:t>境界ラベルのルール</a:t>
            </a:r>
            <a:endParaRPr kumimoji="1" lang="en-US" altLang="ja-JP" sz="2100" b="1" dirty="0"/>
          </a:p>
          <a:p>
            <a:pPr lvl="1"/>
            <a:r>
              <a:rPr kumimoji="1" lang="ja-JP" altLang="en-US" sz="2100" b="1" dirty="0"/>
              <a:t>対象とした配信者のスタイル</a:t>
            </a:r>
            <a:r>
              <a:rPr kumimoji="1" lang="ja-JP" altLang="en-US" sz="2100" dirty="0"/>
              <a:t>：視聴者から質問コメントをもらい，選択した質問に沿って雑談をするスタイル</a:t>
            </a:r>
            <a:endParaRPr kumimoji="1" lang="en-US" altLang="ja-JP" sz="2100" dirty="0"/>
          </a:p>
          <a:p>
            <a:pPr lvl="1"/>
            <a:r>
              <a:rPr kumimoji="1" lang="ja-JP" altLang="en-US" sz="2100" dirty="0"/>
              <a:t>トピック境界ラベルとして割り当てるのは，配信者が選択した質問コメントが移り変わったところを境界ラベルとし，手動でラベル付けを行う．</a:t>
            </a:r>
            <a:endParaRPr kumimoji="1" lang="en-US" altLang="ja-JP" sz="2100" dirty="0"/>
          </a:p>
        </p:txBody>
      </p:sp>
      <p:sp>
        <p:nvSpPr>
          <p:cNvPr id="4" name="スライド番号プレースホルダー 3">
            <a:extLst>
              <a:ext uri="{FF2B5EF4-FFF2-40B4-BE49-F238E27FC236}">
                <a16:creationId xmlns:a16="http://schemas.microsoft.com/office/drawing/2014/main" id="{4986F48F-3504-3F68-6587-E4C3EE138F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spTree>
    <p:extLst>
      <p:ext uri="{BB962C8B-B14F-4D97-AF65-F5344CB8AC3E}">
        <p14:creationId xmlns:p14="http://schemas.microsoft.com/office/powerpoint/2010/main" val="15623520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テキスト プレースホルダー 2">
                <a:extLst>
                  <a:ext uri="{FF2B5EF4-FFF2-40B4-BE49-F238E27FC236}">
                    <a16:creationId xmlns:a16="http://schemas.microsoft.com/office/drawing/2014/main" id="{C532CAC0-22F7-F10B-6C2A-8A1DCF903D94}"/>
                  </a:ext>
                </a:extLst>
              </p:cNvPr>
              <p:cNvSpPr>
                <a:spLocks noGrp="1"/>
              </p:cNvSpPr>
              <p:nvPr>
                <p:ph type="body" idx="1"/>
              </p:nvPr>
            </p:nvSpPr>
            <p:spPr>
              <a:xfrm>
                <a:off x="610045" y="82452"/>
                <a:ext cx="11226503" cy="6655941"/>
              </a:xfrm>
            </p:spPr>
            <p:txBody>
              <a:bodyPr/>
              <a:lstStyle/>
              <a:p>
                <a:r>
                  <a:rPr kumimoji="1" lang="ja-JP" altLang="en-US" dirty="0"/>
                  <a:t>コメントの利用法</a:t>
                </a:r>
                <a:endParaRPr kumimoji="1" lang="en-US" altLang="ja-JP" dirty="0"/>
              </a:p>
              <a:p>
                <a:pPr lvl="1"/>
                <a:r>
                  <a:rPr kumimoji="1" lang="ja-JP" altLang="en-US" dirty="0"/>
                  <a:t>発話</a:t>
                </a:r>
                <a14:m>
                  <m:oMath xmlns:m="http://schemas.openxmlformats.org/officeDocument/2006/math">
                    <m:sSub>
                      <m:sSubPr>
                        <m:ctrlPr>
                          <a:rPr kumimoji="1" lang="en-US" altLang="ja-JP" i="1">
                            <a:latin typeface="Cambria Math" panose="02040503050406030204" pitchFamily="18" charset="0"/>
                          </a:rPr>
                        </m:ctrlPr>
                      </m:sSubPr>
                      <m:e>
                        <m:r>
                          <a:rPr kumimoji="1" lang="ja-JP" altLang="en-US" i="1">
                            <a:latin typeface="Cambria Math" panose="02040503050406030204" pitchFamily="18" charset="0"/>
                          </a:rPr>
                          <m:t>文</m:t>
                        </m:r>
                        <m:r>
                          <a:rPr kumimoji="1" lang="en-US" altLang="ja-JP" b="0" i="1" smtClean="0">
                            <a:latin typeface="Cambria Math" panose="02040503050406030204" pitchFamily="18" charset="0"/>
                          </a:rPr>
                          <m:t>𝑢</m:t>
                        </m:r>
                      </m:e>
                      <m:sub>
                        <m:r>
                          <a:rPr kumimoji="1" lang="en-US" altLang="ja-JP" i="1">
                            <a:latin typeface="Cambria Math" panose="02040503050406030204" pitchFamily="18" charset="0"/>
                          </a:rPr>
                          <m:t>𝑖</m:t>
                        </m:r>
                      </m:sub>
                    </m:sSub>
                    <m:r>
                      <a:rPr kumimoji="1" lang="ja-JP" altLang="en-US" i="1" smtClean="0">
                        <a:latin typeface="Cambria Math" panose="02040503050406030204" pitchFamily="18" charset="0"/>
                      </a:rPr>
                      <m:t>の</m:t>
                    </m:r>
                  </m:oMath>
                </a14:m>
                <a:r>
                  <a:rPr kumimoji="1" lang="ja-JP" altLang="en-US" dirty="0"/>
                  <a:t>埋め込みベクトル</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h</m:t>
                        </m:r>
                      </m:e>
                      <m:sub>
                        <m:r>
                          <a:rPr kumimoji="1" lang="en-US" altLang="ja-JP" b="0" i="1" smtClean="0">
                            <a:latin typeface="Cambria Math" panose="02040503050406030204" pitchFamily="18" charset="0"/>
                          </a:rPr>
                          <m:t>𝑖</m:t>
                        </m:r>
                      </m:sub>
                    </m:sSub>
                    <m:r>
                      <a:rPr kumimoji="1" lang="ja-JP" altLang="en-US" i="1">
                        <a:latin typeface="Cambria Math" panose="02040503050406030204" pitchFamily="18" charset="0"/>
                      </a:rPr>
                      <m:t>を</m:t>
                    </m:r>
                  </m:oMath>
                </a14:m>
                <a:r>
                  <a:rPr kumimoji="1" lang="ja-JP" altLang="en-US" dirty="0"/>
                  <a:t>それに対応する時間帯のコメントの埋め込みベクトル</a:t>
                </a:r>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𝑐</m:t>
                        </m:r>
                      </m:e>
                      <m:sub>
                        <m:r>
                          <a:rPr kumimoji="1" lang="en-US" altLang="ja-JP" b="0" i="1" smtClean="0">
                            <a:latin typeface="Cambria Math" panose="02040503050406030204" pitchFamily="18" charset="0"/>
                          </a:rPr>
                          <m:t>𝑖</m:t>
                        </m:r>
                      </m:sub>
                    </m:sSub>
                  </m:oMath>
                </a14:m>
                <a:r>
                  <a:rPr kumimoji="1" lang="ja-JP" altLang="en-US" dirty="0"/>
                  <a:t>を平均し</a:t>
                </a:r>
                <a14:m>
                  <m:oMath xmlns:m="http://schemas.openxmlformats.org/officeDocument/2006/math">
                    <m:r>
                      <a:rPr kumimoji="1" lang="ja-JP" altLang="en-US" i="1" dirty="0">
                        <a:latin typeface="Cambria Math" panose="02040503050406030204" pitchFamily="18" charset="0"/>
                      </a:rPr>
                      <m:t>発話とコメントを融合した</m:t>
                    </m:r>
                    <m:r>
                      <a:rPr kumimoji="1" lang="ja-JP" altLang="en-US" b="0" i="1" dirty="0">
                        <a:latin typeface="Cambria Math" panose="02040503050406030204" pitchFamily="18" charset="0"/>
                      </a:rPr>
                      <m:t>ベクトル</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𝑓</m:t>
                        </m:r>
                      </m:e>
                      <m:sub>
                        <m:r>
                          <a:rPr kumimoji="1" lang="en-US" altLang="ja-JP" b="0" i="1" smtClean="0">
                            <a:latin typeface="Cambria Math" panose="02040503050406030204" pitchFamily="18" charset="0"/>
                          </a:rPr>
                          <m:t>𝑖</m:t>
                        </m:r>
                      </m:sub>
                    </m:sSub>
                  </m:oMath>
                </a14:m>
                <a:r>
                  <a:rPr kumimoji="1" lang="ja-JP" altLang="en-US" dirty="0"/>
                  <a:t>とし</a:t>
                </a:r>
                <a:r>
                  <a:rPr kumimoji="1" lang="en-US" altLang="ja-JP" dirty="0"/>
                  <a:t> </a:t>
                </a:r>
                <a:r>
                  <a:rPr kumimoji="1" lang="ja-JP" altLang="en-US" dirty="0"/>
                  <a:t>その発話の埋め込みベクトルとして扱う→発話文だけでとらえられない場の雰囲気も取り入れる</a:t>
                </a:r>
                <a:endParaRPr kumimoji="1" lang="en-US" altLang="ja-JP" dirty="0"/>
              </a:p>
              <a:p>
                <a:pPr lvl="1"/>
                <a:endParaRPr kumimoji="1" lang="en-US" altLang="ja-JP" dirty="0"/>
              </a:p>
              <a:p>
                <a:pPr lvl="1"/>
                <a:endParaRPr kumimoji="1" lang="en-US" altLang="ja-JP" dirty="0"/>
              </a:p>
              <a:p>
                <a:pPr lvl="1"/>
                <a:endParaRPr kumimoji="1" lang="en-US" altLang="ja-JP" dirty="0"/>
              </a:p>
              <a:p>
                <a:pPr lvl="1"/>
                <a:endParaRPr kumimoji="1" lang="en-US" altLang="ja-JP" dirty="0"/>
              </a:p>
              <a:p>
                <a:pPr lvl="1"/>
                <a:endParaRPr kumimoji="1" lang="en-US" altLang="ja-JP" dirty="0"/>
              </a:p>
              <a:p>
                <a:pPr lvl="1"/>
                <a:endParaRPr kumimoji="1" lang="en-US" altLang="ja-JP" dirty="0"/>
              </a:p>
              <a:p>
                <a:pPr lvl="1"/>
                <a:r>
                  <a:rPr kumimoji="1" lang="ja-JP" altLang="en-US" dirty="0"/>
                  <a:t>発話開始時間 </a:t>
                </a:r>
                <a:r>
                  <a:rPr kumimoji="1" lang="en-US" altLang="ja-JP" dirty="0"/>
                  <a:t>start(s) </a:t>
                </a:r>
                <a:r>
                  <a:rPr kumimoji="1" lang="ja-JP" altLang="en-US" dirty="0"/>
                  <a:t>終了時間 </a:t>
                </a:r>
                <a:r>
                  <a:rPr kumimoji="1" lang="en-US" altLang="ja-JP" dirty="0"/>
                  <a:t>end(s)</a:t>
                </a:r>
                <a:r>
                  <a:rPr kumimoji="1" lang="ja-JP" altLang="en-US" dirty="0"/>
                  <a:t>　としたとき，</a:t>
                </a:r>
                <a:endParaRPr kumimoji="1" lang="en-US" altLang="ja-JP" dirty="0"/>
              </a:p>
              <a:p>
                <a:pPr marL="571500" lvl="1" indent="0">
                  <a:buNone/>
                </a:pPr>
                <a:r>
                  <a:rPr kumimoji="1" lang="ja-JP" altLang="en-US" dirty="0"/>
                  <a:t>　</a:t>
                </a:r>
                <a:r>
                  <a:rPr kumimoji="1" lang="en-US" altLang="ja-JP" dirty="0"/>
                  <a:t>start(s)</a:t>
                </a:r>
                <a:r>
                  <a:rPr kumimoji="1" lang="ja-JP" altLang="en-US" dirty="0"/>
                  <a:t>～</a:t>
                </a:r>
                <a:r>
                  <a:rPr kumimoji="1" lang="en-US" altLang="ja-JP" dirty="0"/>
                  <a:t>end+10(s)</a:t>
                </a:r>
                <a:r>
                  <a:rPr kumimoji="1" lang="ja-JP" altLang="en-US" dirty="0"/>
                  <a:t>内のコメントを収集し</a:t>
                </a:r>
                <a:endParaRPr kumimoji="1" lang="en-US" altLang="ja-JP" dirty="0"/>
              </a:p>
              <a:p>
                <a:pPr marL="571500" lvl="1" indent="0">
                  <a:buNone/>
                </a:pPr>
                <a:r>
                  <a:rPr kumimoji="1" lang="ja-JP" altLang="en-US" dirty="0"/>
                  <a:t>　ウィンドウ内のコメントの埋め込みベクトルを平均したものを</a:t>
                </a:r>
                <a14:m>
                  <m:oMath xmlns:m="http://schemas.openxmlformats.org/officeDocument/2006/math">
                    <m:sSub>
                      <m:sSubPr>
                        <m:ctrlPr>
                          <a:rPr kumimoji="1" lang="en-US" altLang="ja-JP" i="1">
                            <a:latin typeface="Cambria Math" panose="02040503050406030204" pitchFamily="18" charset="0"/>
                          </a:rPr>
                        </m:ctrlPr>
                      </m:sSubPr>
                      <m:e>
                        <m:r>
                          <a:rPr kumimoji="1" lang="en-US" altLang="ja-JP" i="1">
                            <a:latin typeface="Cambria Math" panose="02040503050406030204" pitchFamily="18" charset="0"/>
                          </a:rPr>
                          <m:t>𝑐</m:t>
                        </m:r>
                      </m:e>
                      <m:sub>
                        <m:r>
                          <a:rPr kumimoji="1" lang="en-US" altLang="ja-JP" i="1">
                            <a:latin typeface="Cambria Math" panose="02040503050406030204" pitchFamily="18" charset="0"/>
                          </a:rPr>
                          <m:t>𝑖</m:t>
                        </m:r>
                      </m:sub>
                    </m:sSub>
                    <m:r>
                      <a:rPr kumimoji="1" lang="ja-JP" altLang="en-US" i="1" smtClean="0">
                        <a:latin typeface="Cambria Math" panose="02040503050406030204" pitchFamily="18" charset="0"/>
                      </a:rPr>
                      <m:t>とする</m:t>
                    </m:r>
                  </m:oMath>
                </a14:m>
                <a:endParaRPr kumimoji="1" lang="en-US" altLang="ja-JP" dirty="0"/>
              </a:p>
              <a:p>
                <a:pPr lvl="1"/>
                <a:endParaRPr kumimoji="1" lang="en-US" altLang="ja-JP" dirty="0"/>
              </a:p>
            </p:txBody>
          </p:sp>
        </mc:Choice>
        <mc:Fallback>
          <p:sp>
            <p:nvSpPr>
              <p:cNvPr id="3" name="テキスト プレースホルダー 2">
                <a:extLst>
                  <a:ext uri="{FF2B5EF4-FFF2-40B4-BE49-F238E27FC236}">
                    <a16:creationId xmlns:a16="http://schemas.microsoft.com/office/drawing/2014/main" id="{C532CAC0-22F7-F10B-6C2A-8A1DCF903D94}"/>
                  </a:ext>
                </a:extLst>
              </p:cNvPr>
              <p:cNvSpPr>
                <a:spLocks noGrp="1" noRot="1" noChangeAspect="1" noMove="1" noResize="1" noEditPoints="1" noAdjustHandles="1" noChangeArrowheads="1" noChangeShapeType="1" noTextEdit="1"/>
              </p:cNvSpPr>
              <p:nvPr>
                <p:ph type="body" idx="1"/>
              </p:nvPr>
            </p:nvSpPr>
            <p:spPr>
              <a:xfrm>
                <a:off x="610045" y="82452"/>
                <a:ext cx="11226503" cy="6655941"/>
              </a:xfrm>
              <a:blipFill>
                <a:blip r:embed="rId2"/>
                <a:stretch>
                  <a:fillRect r="-380" b="-825"/>
                </a:stretch>
              </a:blipFill>
            </p:spPr>
            <p:txBody>
              <a:bodyPr/>
              <a:lstStyle/>
              <a:p>
                <a:r>
                  <a:rPr lang="ja-JP" altLang="en-US">
                    <a:noFill/>
                  </a:rPr>
                  <a:t> </a:t>
                </a:r>
              </a:p>
            </p:txBody>
          </p:sp>
        </mc:Fallback>
      </mc:AlternateContent>
      <p:sp>
        <p:nvSpPr>
          <p:cNvPr id="4" name="スライド番号プレースホルダー 3">
            <a:extLst>
              <a:ext uri="{FF2B5EF4-FFF2-40B4-BE49-F238E27FC236}">
                <a16:creationId xmlns:a16="http://schemas.microsoft.com/office/drawing/2014/main" id="{59504076-0ED1-85F9-21B1-68FDE288DFC1}"/>
              </a:ext>
            </a:extLst>
          </p:cNvPr>
          <p:cNvSpPr>
            <a:spLocks noGrp="1"/>
          </p:cNvSpPr>
          <p:nvPr>
            <p:ph type="sldNum" idx="12"/>
          </p:nvPr>
        </p:nvSpPr>
        <p:spPr>
          <a:xfrm>
            <a:off x="9017765" y="6412184"/>
            <a:ext cx="2743200" cy="365125"/>
          </a:xfrm>
        </p:spPr>
        <p:txBody>
          <a:bodyPr/>
          <a:lstStyle/>
          <a:p>
            <a:pPr marL="0" lvl="0" indent="0" algn="r" rtl="0">
              <a:spcBef>
                <a:spcPts val="0"/>
              </a:spcBef>
              <a:spcAft>
                <a:spcPts val="0"/>
              </a:spcAft>
              <a:buNone/>
            </a:pPr>
            <a:fld id="{00000000-1234-1234-1234-123412341234}" type="slidenum">
              <a:rPr lang="en-US" smtClean="0"/>
              <a:t>7</a:t>
            </a:fld>
            <a:endParaRPr lang="en-US" dirty="0"/>
          </a:p>
        </p:txBody>
      </p:sp>
      <p:pic>
        <p:nvPicPr>
          <p:cNvPr id="6" name="図 5">
            <a:extLst>
              <a:ext uri="{FF2B5EF4-FFF2-40B4-BE49-F238E27FC236}">
                <a16:creationId xmlns:a16="http://schemas.microsoft.com/office/drawing/2014/main" id="{BC8DE8AA-F7E3-FE2B-FBE1-421117249CC8}"/>
              </a:ext>
            </a:extLst>
          </p:cNvPr>
          <p:cNvPicPr>
            <a:picLocks noChangeAspect="1"/>
          </p:cNvPicPr>
          <p:nvPr/>
        </p:nvPicPr>
        <p:blipFill>
          <a:blip r:embed="rId3"/>
          <a:stretch>
            <a:fillRect/>
          </a:stretch>
        </p:blipFill>
        <p:spPr>
          <a:xfrm>
            <a:off x="8387519" y="2440861"/>
            <a:ext cx="3373446" cy="2890480"/>
          </a:xfrm>
          <a:prstGeom prst="rect">
            <a:avLst/>
          </a:prstGeom>
        </p:spPr>
      </p:pic>
      <mc:AlternateContent xmlns:mc="http://schemas.openxmlformats.org/markup-compatibility/2006">
        <mc:Choice xmlns:p14="http://schemas.microsoft.com/office/powerpoint/2010/main" Requires="p14">
          <p:contentPart p14:bwMode="auto" r:id="rId4">
            <p14:nvContentPartPr>
              <p14:cNvPr id="8" name="インク 7">
                <a:extLst>
                  <a:ext uri="{FF2B5EF4-FFF2-40B4-BE49-F238E27FC236}">
                    <a16:creationId xmlns:a16="http://schemas.microsoft.com/office/drawing/2014/main" id="{263B24BE-DDAC-0B2A-CF79-CEA83970E307}"/>
                  </a:ext>
                </a:extLst>
              </p14:cNvPr>
              <p14:cNvContentPartPr/>
              <p14:nvPr/>
            </p14:nvContentPartPr>
            <p14:xfrm>
              <a:off x="7319219" y="3468855"/>
              <a:ext cx="2136600" cy="8280"/>
            </p14:xfrm>
          </p:contentPart>
        </mc:Choice>
        <mc:Fallback>
          <p:pic>
            <p:nvPicPr>
              <p:cNvPr id="8" name="インク 7">
                <a:extLst>
                  <a:ext uri="{FF2B5EF4-FFF2-40B4-BE49-F238E27FC236}">
                    <a16:creationId xmlns:a16="http://schemas.microsoft.com/office/drawing/2014/main" id="{263B24BE-DDAC-0B2A-CF79-CEA83970E307}"/>
                  </a:ext>
                </a:extLst>
              </p:cNvPr>
              <p:cNvPicPr/>
              <p:nvPr/>
            </p:nvPicPr>
            <p:blipFill>
              <a:blip r:embed="rId5"/>
              <a:stretch>
                <a:fillRect/>
              </a:stretch>
            </p:blipFill>
            <p:spPr>
              <a:xfrm>
                <a:off x="7310219" y="3460230"/>
                <a:ext cx="2154240" cy="25185"/>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9" name="インク 8">
                <a:extLst>
                  <a:ext uri="{FF2B5EF4-FFF2-40B4-BE49-F238E27FC236}">
                    <a16:creationId xmlns:a16="http://schemas.microsoft.com/office/drawing/2014/main" id="{3744FA75-4F71-2BB6-D23A-1A0AEDEC9461}"/>
                  </a:ext>
                </a:extLst>
              </p14:cNvPr>
              <p14:cNvContentPartPr/>
              <p14:nvPr/>
            </p14:nvContentPartPr>
            <p14:xfrm>
              <a:off x="9360285" y="3403767"/>
              <a:ext cx="145080" cy="151200"/>
            </p14:xfrm>
          </p:contentPart>
        </mc:Choice>
        <mc:Fallback>
          <p:pic>
            <p:nvPicPr>
              <p:cNvPr id="9" name="インク 8">
                <a:extLst>
                  <a:ext uri="{FF2B5EF4-FFF2-40B4-BE49-F238E27FC236}">
                    <a16:creationId xmlns:a16="http://schemas.microsoft.com/office/drawing/2014/main" id="{3744FA75-4F71-2BB6-D23A-1A0AEDEC9461}"/>
                  </a:ext>
                </a:extLst>
              </p:cNvPr>
              <p:cNvPicPr/>
              <p:nvPr/>
            </p:nvPicPr>
            <p:blipFill>
              <a:blip r:embed="rId7"/>
              <a:stretch>
                <a:fillRect/>
              </a:stretch>
            </p:blipFill>
            <p:spPr>
              <a:xfrm>
                <a:off x="9351263" y="3394746"/>
                <a:ext cx="162764" cy="168882"/>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8">
            <p14:nvContentPartPr>
              <p14:cNvPr id="14" name="インク 13">
                <a:extLst>
                  <a:ext uri="{FF2B5EF4-FFF2-40B4-BE49-F238E27FC236}">
                    <a16:creationId xmlns:a16="http://schemas.microsoft.com/office/drawing/2014/main" id="{8207F9C8-9998-FD64-A8B9-01E77CBC17A7}"/>
                  </a:ext>
                </a:extLst>
              </p14:cNvPr>
              <p14:cNvContentPartPr/>
              <p14:nvPr/>
            </p14:nvContentPartPr>
            <p14:xfrm>
              <a:off x="7933060" y="2756221"/>
              <a:ext cx="360" cy="360"/>
            </p14:xfrm>
          </p:contentPart>
        </mc:Choice>
        <mc:Fallback>
          <p:pic>
            <p:nvPicPr>
              <p:cNvPr id="14" name="インク 13">
                <a:extLst>
                  <a:ext uri="{FF2B5EF4-FFF2-40B4-BE49-F238E27FC236}">
                    <a16:creationId xmlns:a16="http://schemas.microsoft.com/office/drawing/2014/main" id="{8207F9C8-9998-FD64-A8B9-01E77CBC17A7}"/>
                  </a:ext>
                </a:extLst>
              </p:cNvPr>
              <p:cNvPicPr/>
              <p:nvPr/>
            </p:nvPicPr>
            <p:blipFill>
              <a:blip r:embed="rId9"/>
              <a:stretch>
                <a:fillRect/>
              </a:stretch>
            </p:blipFill>
            <p:spPr>
              <a:xfrm>
                <a:off x="7915060" y="2648221"/>
                <a:ext cx="36000" cy="21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0">
            <p14:nvContentPartPr>
              <p14:cNvPr id="15" name="インク 14">
                <a:extLst>
                  <a:ext uri="{FF2B5EF4-FFF2-40B4-BE49-F238E27FC236}">
                    <a16:creationId xmlns:a16="http://schemas.microsoft.com/office/drawing/2014/main" id="{2451F09A-83ED-C674-166C-99199BDD3591}"/>
                  </a:ext>
                </a:extLst>
              </p14:cNvPr>
              <p14:cNvContentPartPr/>
              <p14:nvPr/>
            </p14:nvContentPartPr>
            <p14:xfrm>
              <a:off x="7933060" y="2756221"/>
              <a:ext cx="360" cy="360"/>
            </p14:xfrm>
          </p:contentPart>
        </mc:Choice>
        <mc:Fallback>
          <p:pic>
            <p:nvPicPr>
              <p:cNvPr id="15" name="インク 14">
                <a:extLst>
                  <a:ext uri="{FF2B5EF4-FFF2-40B4-BE49-F238E27FC236}">
                    <a16:creationId xmlns:a16="http://schemas.microsoft.com/office/drawing/2014/main" id="{2451F09A-83ED-C674-166C-99199BDD3591}"/>
                  </a:ext>
                </a:extLst>
              </p:cNvPr>
              <p:cNvPicPr/>
              <p:nvPr/>
            </p:nvPicPr>
            <p:blipFill>
              <a:blip r:embed="rId9"/>
              <a:stretch>
                <a:fillRect/>
              </a:stretch>
            </p:blipFill>
            <p:spPr>
              <a:xfrm>
                <a:off x="7915060" y="2648221"/>
                <a:ext cx="36000" cy="216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1">
            <p14:nvContentPartPr>
              <p14:cNvPr id="16" name="インク 15">
                <a:extLst>
                  <a:ext uri="{FF2B5EF4-FFF2-40B4-BE49-F238E27FC236}">
                    <a16:creationId xmlns:a16="http://schemas.microsoft.com/office/drawing/2014/main" id="{2669116D-F0F5-B77E-C8B0-C8ECED15B715}"/>
                  </a:ext>
                </a:extLst>
              </p14:cNvPr>
              <p14:cNvContentPartPr/>
              <p14:nvPr/>
            </p14:nvContentPartPr>
            <p14:xfrm>
              <a:off x="7933060" y="2756221"/>
              <a:ext cx="360" cy="360"/>
            </p14:xfrm>
          </p:contentPart>
        </mc:Choice>
        <mc:Fallback>
          <p:pic>
            <p:nvPicPr>
              <p:cNvPr id="16" name="インク 15">
                <a:extLst>
                  <a:ext uri="{FF2B5EF4-FFF2-40B4-BE49-F238E27FC236}">
                    <a16:creationId xmlns:a16="http://schemas.microsoft.com/office/drawing/2014/main" id="{2669116D-F0F5-B77E-C8B0-C8ECED15B715}"/>
                  </a:ext>
                </a:extLst>
              </p:cNvPr>
              <p:cNvPicPr/>
              <p:nvPr/>
            </p:nvPicPr>
            <p:blipFill>
              <a:blip r:embed="rId9"/>
              <a:stretch>
                <a:fillRect/>
              </a:stretch>
            </p:blipFill>
            <p:spPr>
              <a:xfrm>
                <a:off x="7915060" y="2648221"/>
                <a:ext cx="36000" cy="21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36" name="インク 35">
                <a:extLst>
                  <a:ext uri="{FF2B5EF4-FFF2-40B4-BE49-F238E27FC236}">
                    <a16:creationId xmlns:a16="http://schemas.microsoft.com/office/drawing/2014/main" id="{B0744E54-694F-4590-67E4-C1887B12ADCB}"/>
                  </a:ext>
                </a:extLst>
              </p14:cNvPr>
              <p14:cNvContentPartPr/>
              <p14:nvPr/>
            </p14:nvContentPartPr>
            <p14:xfrm>
              <a:off x="5614660" y="2440861"/>
              <a:ext cx="434880" cy="520200"/>
            </p14:xfrm>
          </p:contentPart>
        </mc:Choice>
        <mc:Fallback>
          <p:pic>
            <p:nvPicPr>
              <p:cNvPr id="36" name="インク 35">
                <a:extLst>
                  <a:ext uri="{FF2B5EF4-FFF2-40B4-BE49-F238E27FC236}">
                    <a16:creationId xmlns:a16="http://schemas.microsoft.com/office/drawing/2014/main" id="{B0744E54-694F-4590-67E4-C1887B12ADCB}"/>
                  </a:ext>
                </a:extLst>
              </p:cNvPr>
              <p:cNvPicPr/>
              <p:nvPr/>
            </p:nvPicPr>
            <p:blipFill>
              <a:blip r:embed="rId13"/>
              <a:stretch>
                <a:fillRect/>
              </a:stretch>
            </p:blipFill>
            <p:spPr>
              <a:xfrm>
                <a:off x="5605667" y="2431861"/>
                <a:ext cx="452505" cy="53784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37" name="インク 36">
                <a:extLst>
                  <a:ext uri="{FF2B5EF4-FFF2-40B4-BE49-F238E27FC236}">
                    <a16:creationId xmlns:a16="http://schemas.microsoft.com/office/drawing/2014/main" id="{804E141A-15FD-3821-F0E6-4B08F1956FD3}"/>
                  </a:ext>
                </a:extLst>
              </p14:cNvPr>
              <p14:cNvContentPartPr/>
              <p14:nvPr/>
            </p14:nvContentPartPr>
            <p14:xfrm>
              <a:off x="8674455" y="2556863"/>
              <a:ext cx="360" cy="360"/>
            </p14:xfrm>
          </p:contentPart>
        </mc:Choice>
        <mc:Fallback>
          <p:pic>
            <p:nvPicPr>
              <p:cNvPr id="37" name="インク 36">
                <a:extLst>
                  <a:ext uri="{FF2B5EF4-FFF2-40B4-BE49-F238E27FC236}">
                    <a16:creationId xmlns:a16="http://schemas.microsoft.com/office/drawing/2014/main" id="{804E141A-15FD-3821-F0E6-4B08F1956FD3}"/>
                  </a:ext>
                </a:extLst>
              </p:cNvPr>
              <p:cNvPicPr/>
              <p:nvPr/>
            </p:nvPicPr>
            <p:blipFill>
              <a:blip r:embed="rId15"/>
              <a:stretch>
                <a:fillRect/>
              </a:stretch>
            </p:blipFill>
            <p:spPr>
              <a:xfrm>
                <a:off x="8665455" y="2547863"/>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38" name="インク 37">
                <a:extLst>
                  <a:ext uri="{FF2B5EF4-FFF2-40B4-BE49-F238E27FC236}">
                    <a16:creationId xmlns:a16="http://schemas.microsoft.com/office/drawing/2014/main" id="{90442F2B-0C3D-295F-7B0C-64EF72A5115F}"/>
                  </a:ext>
                </a:extLst>
              </p14:cNvPr>
              <p14:cNvContentPartPr/>
              <p14:nvPr/>
            </p14:nvContentPartPr>
            <p14:xfrm>
              <a:off x="9483735" y="2823983"/>
              <a:ext cx="360" cy="360"/>
            </p14:xfrm>
          </p:contentPart>
        </mc:Choice>
        <mc:Fallback>
          <p:pic>
            <p:nvPicPr>
              <p:cNvPr id="38" name="インク 37">
                <a:extLst>
                  <a:ext uri="{FF2B5EF4-FFF2-40B4-BE49-F238E27FC236}">
                    <a16:creationId xmlns:a16="http://schemas.microsoft.com/office/drawing/2014/main" id="{90442F2B-0C3D-295F-7B0C-64EF72A5115F}"/>
                  </a:ext>
                </a:extLst>
              </p:cNvPr>
              <p:cNvPicPr/>
              <p:nvPr/>
            </p:nvPicPr>
            <p:blipFill>
              <a:blip r:embed="rId15"/>
              <a:stretch>
                <a:fillRect/>
              </a:stretch>
            </p:blipFill>
            <p:spPr>
              <a:xfrm>
                <a:off x="9474735" y="2814983"/>
                <a:ext cx="18000" cy="18000"/>
              </a:xfrm>
              <a:prstGeom prst="rect">
                <a:avLst/>
              </a:prstGeom>
            </p:spPr>
          </p:pic>
        </mc:Fallback>
      </mc:AlternateContent>
      <p:grpSp>
        <p:nvGrpSpPr>
          <p:cNvPr id="41" name="グループ化 40">
            <a:extLst>
              <a:ext uri="{FF2B5EF4-FFF2-40B4-BE49-F238E27FC236}">
                <a16:creationId xmlns:a16="http://schemas.microsoft.com/office/drawing/2014/main" id="{5BC8FA74-B9B4-03DF-52CE-24D9D559EFA1}"/>
              </a:ext>
            </a:extLst>
          </p:cNvPr>
          <p:cNvGrpSpPr/>
          <p:nvPr/>
        </p:nvGrpSpPr>
        <p:grpSpPr>
          <a:xfrm>
            <a:off x="6131857" y="2656943"/>
            <a:ext cx="91440" cy="358920"/>
            <a:chOff x="1953492" y="4626225"/>
            <a:chExt cx="91440" cy="358920"/>
          </a:xfrm>
        </p:grpSpPr>
        <mc:AlternateContent xmlns:mc="http://schemas.openxmlformats.org/markup-compatibility/2006" xmlns:p14="http://schemas.microsoft.com/office/powerpoint/2010/main">
          <mc:Choice Requires="p14">
            <p:contentPart p14:bwMode="auto" r:id="rId17">
              <p14:nvContentPartPr>
                <p14:cNvPr id="39" name="インク 38">
                  <a:extLst>
                    <a:ext uri="{FF2B5EF4-FFF2-40B4-BE49-F238E27FC236}">
                      <a16:creationId xmlns:a16="http://schemas.microsoft.com/office/drawing/2014/main" id="{80FBEE6D-49CC-0AEE-8F3F-72B89700AEF9}"/>
                    </a:ext>
                  </a:extLst>
                </p14:cNvPr>
                <p14:cNvContentPartPr/>
                <p14:nvPr/>
              </p14:nvContentPartPr>
              <p14:xfrm>
                <a:off x="1953492" y="4761945"/>
                <a:ext cx="91440" cy="223200"/>
              </p14:xfrm>
            </p:contentPart>
          </mc:Choice>
          <mc:Fallback xmlns="">
            <p:pic>
              <p:nvPicPr>
                <p:cNvPr id="39" name="インク 38">
                  <a:extLst>
                    <a:ext uri="{FF2B5EF4-FFF2-40B4-BE49-F238E27FC236}">
                      <a16:creationId xmlns:a16="http://schemas.microsoft.com/office/drawing/2014/main" id="{80FBEE6D-49CC-0AEE-8F3F-72B89700AEF9}"/>
                    </a:ext>
                  </a:extLst>
                </p:cNvPr>
                <p:cNvPicPr/>
                <p:nvPr/>
              </p:nvPicPr>
              <p:blipFill>
                <a:blip r:embed="rId18"/>
                <a:stretch>
                  <a:fillRect/>
                </a:stretch>
              </p:blipFill>
              <p:spPr>
                <a:xfrm>
                  <a:off x="1944492" y="4753305"/>
                  <a:ext cx="10908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0" name="インク 39">
                  <a:extLst>
                    <a:ext uri="{FF2B5EF4-FFF2-40B4-BE49-F238E27FC236}">
                      <a16:creationId xmlns:a16="http://schemas.microsoft.com/office/drawing/2014/main" id="{C743CD25-DA54-F0A2-6E9E-9EF54EF8CD07}"/>
                    </a:ext>
                  </a:extLst>
                </p14:cNvPr>
                <p14:cNvContentPartPr/>
                <p14:nvPr/>
              </p14:nvContentPartPr>
              <p14:xfrm>
                <a:off x="2000292" y="4626225"/>
                <a:ext cx="33120" cy="93600"/>
              </p14:xfrm>
            </p:contentPart>
          </mc:Choice>
          <mc:Fallback xmlns="">
            <p:pic>
              <p:nvPicPr>
                <p:cNvPr id="40" name="インク 39">
                  <a:extLst>
                    <a:ext uri="{FF2B5EF4-FFF2-40B4-BE49-F238E27FC236}">
                      <a16:creationId xmlns:a16="http://schemas.microsoft.com/office/drawing/2014/main" id="{C743CD25-DA54-F0A2-6E9E-9EF54EF8CD07}"/>
                    </a:ext>
                  </a:extLst>
                </p:cNvPr>
                <p:cNvPicPr/>
                <p:nvPr/>
              </p:nvPicPr>
              <p:blipFill>
                <a:blip r:embed="rId20"/>
                <a:stretch>
                  <a:fillRect/>
                </a:stretch>
              </p:blipFill>
              <p:spPr>
                <a:xfrm>
                  <a:off x="1991652" y="4617585"/>
                  <a:ext cx="50760" cy="111240"/>
                </a:xfrm>
                <a:prstGeom prst="rect">
                  <a:avLst/>
                </a:prstGeom>
              </p:spPr>
            </p:pic>
          </mc:Fallback>
        </mc:AlternateContent>
      </p:grpSp>
      <p:grpSp>
        <p:nvGrpSpPr>
          <p:cNvPr id="45" name="グループ化 44">
            <a:extLst>
              <a:ext uri="{FF2B5EF4-FFF2-40B4-BE49-F238E27FC236}">
                <a16:creationId xmlns:a16="http://schemas.microsoft.com/office/drawing/2014/main" id="{3810B2A8-0C35-1A93-EBEF-F527EF0A0A03}"/>
              </a:ext>
            </a:extLst>
          </p:cNvPr>
          <p:cNvGrpSpPr/>
          <p:nvPr/>
        </p:nvGrpSpPr>
        <p:grpSpPr>
          <a:xfrm>
            <a:off x="6837457" y="2556863"/>
            <a:ext cx="597240" cy="471240"/>
            <a:chOff x="2659092" y="4526145"/>
            <a:chExt cx="597240" cy="471240"/>
          </a:xfrm>
        </p:grpSpPr>
        <mc:AlternateContent xmlns:mc="http://schemas.openxmlformats.org/markup-compatibility/2006" xmlns:p14="http://schemas.microsoft.com/office/powerpoint/2010/main">
          <mc:Choice Requires="p14">
            <p:contentPart p14:bwMode="auto" r:id="rId21">
              <p14:nvContentPartPr>
                <p14:cNvPr id="42" name="インク 41">
                  <a:extLst>
                    <a:ext uri="{FF2B5EF4-FFF2-40B4-BE49-F238E27FC236}">
                      <a16:creationId xmlns:a16="http://schemas.microsoft.com/office/drawing/2014/main" id="{4CA8000C-02F7-5632-7D3B-6EBAD2507026}"/>
                    </a:ext>
                  </a:extLst>
                </p14:cNvPr>
                <p14:cNvContentPartPr/>
                <p14:nvPr/>
              </p14:nvContentPartPr>
              <p14:xfrm>
                <a:off x="2659092" y="4526145"/>
                <a:ext cx="292680" cy="383040"/>
              </p14:xfrm>
            </p:contentPart>
          </mc:Choice>
          <mc:Fallback xmlns="">
            <p:pic>
              <p:nvPicPr>
                <p:cNvPr id="42" name="インク 41">
                  <a:extLst>
                    <a:ext uri="{FF2B5EF4-FFF2-40B4-BE49-F238E27FC236}">
                      <a16:creationId xmlns:a16="http://schemas.microsoft.com/office/drawing/2014/main" id="{4CA8000C-02F7-5632-7D3B-6EBAD2507026}"/>
                    </a:ext>
                  </a:extLst>
                </p:cNvPr>
                <p:cNvPicPr/>
                <p:nvPr/>
              </p:nvPicPr>
              <p:blipFill>
                <a:blip r:embed="rId22"/>
                <a:stretch>
                  <a:fillRect/>
                </a:stretch>
              </p:blipFill>
              <p:spPr>
                <a:xfrm>
                  <a:off x="2650452" y="4517505"/>
                  <a:ext cx="310320" cy="400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43" name="インク 42">
                  <a:extLst>
                    <a:ext uri="{FF2B5EF4-FFF2-40B4-BE49-F238E27FC236}">
                      <a16:creationId xmlns:a16="http://schemas.microsoft.com/office/drawing/2014/main" id="{AC08F35E-B578-1490-EB44-4A5721EB7EED}"/>
                    </a:ext>
                  </a:extLst>
                </p14:cNvPr>
                <p14:cNvContentPartPr/>
                <p14:nvPr/>
              </p14:nvContentPartPr>
              <p14:xfrm>
                <a:off x="3069132" y="4798665"/>
                <a:ext cx="187200" cy="198720"/>
              </p14:xfrm>
            </p:contentPart>
          </mc:Choice>
          <mc:Fallback xmlns="">
            <p:pic>
              <p:nvPicPr>
                <p:cNvPr id="43" name="インク 42">
                  <a:extLst>
                    <a:ext uri="{FF2B5EF4-FFF2-40B4-BE49-F238E27FC236}">
                      <a16:creationId xmlns:a16="http://schemas.microsoft.com/office/drawing/2014/main" id="{AC08F35E-B578-1490-EB44-4A5721EB7EED}"/>
                    </a:ext>
                  </a:extLst>
                </p:cNvPr>
                <p:cNvPicPr/>
                <p:nvPr/>
              </p:nvPicPr>
              <p:blipFill>
                <a:blip r:embed="rId24"/>
                <a:stretch>
                  <a:fillRect/>
                </a:stretch>
              </p:blipFill>
              <p:spPr>
                <a:xfrm>
                  <a:off x="3060132" y="4790025"/>
                  <a:ext cx="20484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44" name="インク 43">
                  <a:extLst>
                    <a:ext uri="{FF2B5EF4-FFF2-40B4-BE49-F238E27FC236}">
                      <a16:creationId xmlns:a16="http://schemas.microsoft.com/office/drawing/2014/main" id="{F949C88F-EDD4-2EC1-4F52-92B6B0990A50}"/>
                    </a:ext>
                  </a:extLst>
                </p14:cNvPr>
                <p14:cNvContentPartPr/>
                <p14:nvPr/>
              </p14:nvContentPartPr>
              <p14:xfrm>
                <a:off x="3132132" y="4653225"/>
                <a:ext cx="1800" cy="360"/>
              </p14:xfrm>
            </p:contentPart>
          </mc:Choice>
          <mc:Fallback xmlns="">
            <p:pic>
              <p:nvPicPr>
                <p:cNvPr id="44" name="インク 43">
                  <a:extLst>
                    <a:ext uri="{FF2B5EF4-FFF2-40B4-BE49-F238E27FC236}">
                      <a16:creationId xmlns:a16="http://schemas.microsoft.com/office/drawing/2014/main" id="{F949C88F-EDD4-2EC1-4F52-92B6B0990A50}"/>
                    </a:ext>
                  </a:extLst>
                </p:cNvPr>
                <p:cNvPicPr/>
                <p:nvPr/>
              </p:nvPicPr>
              <p:blipFill>
                <a:blip r:embed="rId26"/>
                <a:stretch>
                  <a:fillRect/>
                </a:stretch>
              </p:blipFill>
              <p:spPr>
                <a:xfrm>
                  <a:off x="3123492" y="4644585"/>
                  <a:ext cx="19440" cy="180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27">
            <p14:nvContentPartPr>
              <p14:cNvPr id="46" name="インク 45">
                <a:extLst>
                  <a:ext uri="{FF2B5EF4-FFF2-40B4-BE49-F238E27FC236}">
                    <a16:creationId xmlns:a16="http://schemas.microsoft.com/office/drawing/2014/main" id="{1DA7B01E-D5B0-9A71-F1E7-ED4DB80B8F7A}"/>
                  </a:ext>
                </a:extLst>
              </p14:cNvPr>
              <p14:cNvContentPartPr/>
              <p14:nvPr/>
            </p14:nvContentPartPr>
            <p14:xfrm>
              <a:off x="6047257" y="3181823"/>
              <a:ext cx="1063080" cy="228600"/>
            </p14:xfrm>
          </p:contentPart>
        </mc:Choice>
        <mc:Fallback>
          <p:pic>
            <p:nvPicPr>
              <p:cNvPr id="46" name="インク 45">
                <a:extLst>
                  <a:ext uri="{FF2B5EF4-FFF2-40B4-BE49-F238E27FC236}">
                    <a16:creationId xmlns:a16="http://schemas.microsoft.com/office/drawing/2014/main" id="{1DA7B01E-D5B0-9A71-F1E7-ED4DB80B8F7A}"/>
                  </a:ext>
                </a:extLst>
              </p:cNvPr>
              <p:cNvPicPr/>
              <p:nvPr/>
            </p:nvPicPr>
            <p:blipFill>
              <a:blip r:embed="rId28"/>
              <a:stretch>
                <a:fillRect/>
              </a:stretch>
            </p:blipFill>
            <p:spPr>
              <a:xfrm>
                <a:off x="6038257" y="3172823"/>
                <a:ext cx="1080720" cy="246240"/>
              </a:xfrm>
              <a:prstGeom prst="rect">
                <a:avLst/>
              </a:prstGeom>
            </p:spPr>
          </p:pic>
        </mc:Fallback>
      </mc:AlternateContent>
      <p:grpSp>
        <p:nvGrpSpPr>
          <p:cNvPr id="54" name="グループ化 53">
            <a:extLst>
              <a:ext uri="{FF2B5EF4-FFF2-40B4-BE49-F238E27FC236}">
                <a16:creationId xmlns:a16="http://schemas.microsoft.com/office/drawing/2014/main" id="{53C98A3E-47CA-CF28-1480-0FCB7540AC7D}"/>
              </a:ext>
            </a:extLst>
          </p:cNvPr>
          <p:cNvGrpSpPr/>
          <p:nvPr/>
        </p:nvGrpSpPr>
        <p:grpSpPr>
          <a:xfrm>
            <a:off x="6013777" y="3608783"/>
            <a:ext cx="1148040" cy="479520"/>
            <a:chOff x="1835412" y="5578065"/>
            <a:chExt cx="1148040" cy="479520"/>
          </a:xfrm>
        </p:grpSpPr>
        <mc:AlternateContent xmlns:mc="http://schemas.openxmlformats.org/markup-compatibility/2006" xmlns:p14="http://schemas.microsoft.com/office/powerpoint/2010/main">
          <mc:Choice Requires="p14">
            <p:contentPart p14:bwMode="auto" r:id="rId29">
              <p14:nvContentPartPr>
                <p14:cNvPr id="51" name="インク 50">
                  <a:extLst>
                    <a:ext uri="{FF2B5EF4-FFF2-40B4-BE49-F238E27FC236}">
                      <a16:creationId xmlns:a16="http://schemas.microsoft.com/office/drawing/2014/main" id="{F9F111D0-68CE-B9B6-AEC3-A24ACD95800B}"/>
                    </a:ext>
                  </a:extLst>
                </p14:cNvPr>
                <p14:cNvContentPartPr/>
                <p14:nvPr/>
              </p14:nvContentPartPr>
              <p14:xfrm>
                <a:off x="1835412" y="5592825"/>
                <a:ext cx="388800" cy="290520"/>
              </p14:xfrm>
            </p:contentPart>
          </mc:Choice>
          <mc:Fallback xmlns="">
            <p:pic>
              <p:nvPicPr>
                <p:cNvPr id="51" name="インク 50">
                  <a:extLst>
                    <a:ext uri="{FF2B5EF4-FFF2-40B4-BE49-F238E27FC236}">
                      <a16:creationId xmlns:a16="http://schemas.microsoft.com/office/drawing/2014/main" id="{F9F111D0-68CE-B9B6-AEC3-A24ACD95800B}"/>
                    </a:ext>
                  </a:extLst>
                </p:cNvPr>
                <p:cNvPicPr/>
                <p:nvPr/>
              </p:nvPicPr>
              <p:blipFill>
                <a:blip r:embed="rId30"/>
                <a:stretch>
                  <a:fillRect/>
                </a:stretch>
              </p:blipFill>
              <p:spPr>
                <a:xfrm>
                  <a:off x="1826412" y="5583825"/>
                  <a:ext cx="406440" cy="3081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2" name="インク 51">
                  <a:extLst>
                    <a:ext uri="{FF2B5EF4-FFF2-40B4-BE49-F238E27FC236}">
                      <a16:creationId xmlns:a16="http://schemas.microsoft.com/office/drawing/2014/main" id="{7944E8A5-2AAE-E1E2-9957-96883AF22A5D}"/>
                    </a:ext>
                  </a:extLst>
                </p14:cNvPr>
                <p14:cNvContentPartPr/>
                <p14:nvPr/>
              </p14:nvContentPartPr>
              <p14:xfrm>
                <a:off x="2335812" y="5648985"/>
                <a:ext cx="207360" cy="203040"/>
              </p14:xfrm>
            </p:contentPart>
          </mc:Choice>
          <mc:Fallback xmlns="">
            <p:pic>
              <p:nvPicPr>
                <p:cNvPr id="52" name="インク 51">
                  <a:extLst>
                    <a:ext uri="{FF2B5EF4-FFF2-40B4-BE49-F238E27FC236}">
                      <a16:creationId xmlns:a16="http://schemas.microsoft.com/office/drawing/2014/main" id="{7944E8A5-2AAE-E1E2-9957-96883AF22A5D}"/>
                    </a:ext>
                  </a:extLst>
                </p:cNvPr>
                <p:cNvPicPr/>
                <p:nvPr/>
              </p:nvPicPr>
              <p:blipFill>
                <a:blip r:embed="rId32"/>
                <a:stretch>
                  <a:fillRect/>
                </a:stretch>
              </p:blipFill>
              <p:spPr>
                <a:xfrm>
                  <a:off x="2326812" y="5640345"/>
                  <a:ext cx="22500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53" name="インク 52">
                  <a:extLst>
                    <a:ext uri="{FF2B5EF4-FFF2-40B4-BE49-F238E27FC236}">
                      <a16:creationId xmlns:a16="http://schemas.microsoft.com/office/drawing/2014/main" id="{880AA440-56BC-91B3-F1EA-7E14E5A9945C}"/>
                    </a:ext>
                  </a:extLst>
                </p14:cNvPr>
                <p14:cNvContentPartPr/>
                <p14:nvPr/>
              </p14:nvContentPartPr>
              <p14:xfrm>
                <a:off x="2688612" y="5578065"/>
                <a:ext cx="294840" cy="479520"/>
              </p14:xfrm>
            </p:contentPart>
          </mc:Choice>
          <mc:Fallback xmlns="">
            <p:pic>
              <p:nvPicPr>
                <p:cNvPr id="53" name="インク 52">
                  <a:extLst>
                    <a:ext uri="{FF2B5EF4-FFF2-40B4-BE49-F238E27FC236}">
                      <a16:creationId xmlns:a16="http://schemas.microsoft.com/office/drawing/2014/main" id="{880AA440-56BC-91B3-F1EA-7E14E5A9945C}"/>
                    </a:ext>
                  </a:extLst>
                </p:cNvPr>
                <p:cNvPicPr/>
                <p:nvPr/>
              </p:nvPicPr>
              <p:blipFill>
                <a:blip r:embed="rId34"/>
                <a:stretch>
                  <a:fillRect/>
                </a:stretch>
              </p:blipFill>
              <p:spPr>
                <a:xfrm>
                  <a:off x="2679612" y="5569065"/>
                  <a:ext cx="312480" cy="497160"/>
                </a:xfrm>
                <a:prstGeom prst="rect">
                  <a:avLst/>
                </a:prstGeom>
              </p:spPr>
            </p:pic>
          </mc:Fallback>
        </mc:AlternateContent>
      </p:grpSp>
      <p:grpSp>
        <p:nvGrpSpPr>
          <p:cNvPr id="63" name="グループ化 62">
            <a:extLst>
              <a:ext uri="{FF2B5EF4-FFF2-40B4-BE49-F238E27FC236}">
                <a16:creationId xmlns:a16="http://schemas.microsoft.com/office/drawing/2014/main" id="{6D2CE7A7-A25F-5349-72C0-DD1B9883304B}"/>
              </a:ext>
            </a:extLst>
          </p:cNvPr>
          <p:cNvGrpSpPr/>
          <p:nvPr/>
        </p:nvGrpSpPr>
        <p:grpSpPr>
          <a:xfrm>
            <a:off x="6441457" y="4159943"/>
            <a:ext cx="572040" cy="708840"/>
            <a:chOff x="2263092" y="6129225"/>
            <a:chExt cx="572040" cy="708840"/>
          </a:xfrm>
        </p:grpSpPr>
        <mc:AlternateContent xmlns:mc="http://schemas.openxmlformats.org/markup-compatibility/2006" xmlns:p14="http://schemas.microsoft.com/office/powerpoint/2010/main">
          <mc:Choice Requires="p14">
            <p:contentPart p14:bwMode="auto" r:id="rId35">
              <p14:nvContentPartPr>
                <p14:cNvPr id="55" name="インク 54">
                  <a:extLst>
                    <a:ext uri="{FF2B5EF4-FFF2-40B4-BE49-F238E27FC236}">
                      <a16:creationId xmlns:a16="http://schemas.microsoft.com/office/drawing/2014/main" id="{11A6A45B-1D33-997C-1746-0D515EF900E4}"/>
                    </a:ext>
                  </a:extLst>
                </p14:cNvPr>
                <p14:cNvContentPartPr/>
                <p14:nvPr/>
              </p14:nvContentPartPr>
              <p14:xfrm>
                <a:off x="2371812" y="6129225"/>
                <a:ext cx="360" cy="153360"/>
              </p14:xfrm>
            </p:contentPart>
          </mc:Choice>
          <mc:Fallback xmlns="">
            <p:pic>
              <p:nvPicPr>
                <p:cNvPr id="55" name="インク 54">
                  <a:extLst>
                    <a:ext uri="{FF2B5EF4-FFF2-40B4-BE49-F238E27FC236}">
                      <a16:creationId xmlns:a16="http://schemas.microsoft.com/office/drawing/2014/main" id="{11A6A45B-1D33-997C-1746-0D515EF900E4}"/>
                    </a:ext>
                  </a:extLst>
                </p:cNvPr>
                <p:cNvPicPr/>
                <p:nvPr/>
              </p:nvPicPr>
              <p:blipFill>
                <a:blip r:embed="rId36"/>
                <a:stretch>
                  <a:fillRect/>
                </a:stretch>
              </p:blipFill>
              <p:spPr>
                <a:xfrm>
                  <a:off x="2363172" y="6120225"/>
                  <a:ext cx="180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56" name="インク 55">
                  <a:extLst>
                    <a:ext uri="{FF2B5EF4-FFF2-40B4-BE49-F238E27FC236}">
                      <a16:creationId xmlns:a16="http://schemas.microsoft.com/office/drawing/2014/main" id="{B4287A14-7024-A2EC-E177-B0613E457294}"/>
                    </a:ext>
                  </a:extLst>
                </p14:cNvPr>
                <p14:cNvContentPartPr/>
                <p14:nvPr/>
              </p14:nvContentPartPr>
              <p14:xfrm>
                <a:off x="2507172" y="6129225"/>
                <a:ext cx="18000" cy="172080"/>
              </p14:xfrm>
            </p:contentPart>
          </mc:Choice>
          <mc:Fallback xmlns="">
            <p:pic>
              <p:nvPicPr>
                <p:cNvPr id="56" name="インク 55">
                  <a:extLst>
                    <a:ext uri="{FF2B5EF4-FFF2-40B4-BE49-F238E27FC236}">
                      <a16:creationId xmlns:a16="http://schemas.microsoft.com/office/drawing/2014/main" id="{B4287A14-7024-A2EC-E177-B0613E457294}"/>
                    </a:ext>
                  </a:extLst>
                </p:cNvPr>
                <p:cNvPicPr/>
                <p:nvPr/>
              </p:nvPicPr>
              <p:blipFill>
                <a:blip r:embed="rId38"/>
                <a:stretch>
                  <a:fillRect/>
                </a:stretch>
              </p:blipFill>
              <p:spPr>
                <a:xfrm>
                  <a:off x="2498532" y="6120225"/>
                  <a:ext cx="3564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57" name="インク 56">
                  <a:extLst>
                    <a:ext uri="{FF2B5EF4-FFF2-40B4-BE49-F238E27FC236}">
                      <a16:creationId xmlns:a16="http://schemas.microsoft.com/office/drawing/2014/main" id="{E41A323C-FE01-32EA-E0B8-99363DA0F0F4}"/>
                    </a:ext>
                  </a:extLst>
                </p14:cNvPr>
                <p14:cNvContentPartPr/>
                <p14:nvPr/>
              </p14:nvContentPartPr>
              <p14:xfrm>
                <a:off x="2263092" y="6201225"/>
                <a:ext cx="401400" cy="167400"/>
              </p14:xfrm>
            </p:contentPart>
          </mc:Choice>
          <mc:Fallback xmlns="">
            <p:pic>
              <p:nvPicPr>
                <p:cNvPr id="57" name="インク 56">
                  <a:extLst>
                    <a:ext uri="{FF2B5EF4-FFF2-40B4-BE49-F238E27FC236}">
                      <a16:creationId xmlns:a16="http://schemas.microsoft.com/office/drawing/2014/main" id="{E41A323C-FE01-32EA-E0B8-99363DA0F0F4}"/>
                    </a:ext>
                  </a:extLst>
                </p:cNvPr>
                <p:cNvPicPr/>
                <p:nvPr/>
              </p:nvPicPr>
              <p:blipFill>
                <a:blip r:embed="rId40"/>
                <a:stretch>
                  <a:fillRect/>
                </a:stretch>
              </p:blipFill>
              <p:spPr>
                <a:xfrm>
                  <a:off x="2254452" y="6192585"/>
                  <a:ext cx="419040" cy="1850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58" name="インク 57">
                  <a:extLst>
                    <a:ext uri="{FF2B5EF4-FFF2-40B4-BE49-F238E27FC236}">
                      <a16:creationId xmlns:a16="http://schemas.microsoft.com/office/drawing/2014/main" id="{C19ABC2E-0739-9F41-29E2-CB2571C7540E}"/>
                    </a:ext>
                  </a:extLst>
                </p14:cNvPr>
                <p14:cNvContentPartPr/>
                <p14:nvPr/>
              </p14:nvContentPartPr>
              <p14:xfrm>
                <a:off x="2488092" y="6472665"/>
                <a:ext cx="101520" cy="365400"/>
              </p14:xfrm>
            </p:contentPart>
          </mc:Choice>
          <mc:Fallback xmlns="">
            <p:pic>
              <p:nvPicPr>
                <p:cNvPr id="58" name="インク 57">
                  <a:extLst>
                    <a:ext uri="{FF2B5EF4-FFF2-40B4-BE49-F238E27FC236}">
                      <a16:creationId xmlns:a16="http://schemas.microsoft.com/office/drawing/2014/main" id="{C19ABC2E-0739-9F41-29E2-CB2571C7540E}"/>
                    </a:ext>
                  </a:extLst>
                </p:cNvPr>
                <p:cNvPicPr/>
                <p:nvPr/>
              </p:nvPicPr>
              <p:blipFill>
                <a:blip r:embed="rId42"/>
                <a:stretch>
                  <a:fillRect/>
                </a:stretch>
              </p:blipFill>
              <p:spPr>
                <a:xfrm>
                  <a:off x="2479092" y="6464025"/>
                  <a:ext cx="11916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59" name="インク 58">
                  <a:extLst>
                    <a:ext uri="{FF2B5EF4-FFF2-40B4-BE49-F238E27FC236}">
                      <a16:creationId xmlns:a16="http://schemas.microsoft.com/office/drawing/2014/main" id="{BB4687B7-2073-BD0B-E218-A7314E200F5E}"/>
                    </a:ext>
                  </a:extLst>
                </p14:cNvPr>
                <p14:cNvContentPartPr/>
                <p14:nvPr/>
              </p14:nvContentPartPr>
              <p14:xfrm>
                <a:off x="2462172" y="6653385"/>
                <a:ext cx="198720" cy="10440"/>
              </p14:xfrm>
            </p:contentPart>
          </mc:Choice>
          <mc:Fallback xmlns="">
            <p:pic>
              <p:nvPicPr>
                <p:cNvPr id="59" name="インク 58">
                  <a:extLst>
                    <a:ext uri="{FF2B5EF4-FFF2-40B4-BE49-F238E27FC236}">
                      <a16:creationId xmlns:a16="http://schemas.microsoft.com/office/drawing/2014/main" id="{BB4687B7-2073-BD0B-E218-A7314E200F5E}"/>
                    </a:ext>
                  </a:extLst>
                </p:cNvPr>
                <p:cNvPicPr/>
                <p:nvPr/>
              </p:nvPicPr>
              <p:blipFill>
                <a:blip r:embed="rId44"/>
                <a:stretch>
                  <a:fillRect/>
                </a:stretch>
              </p:blipFill>
              <p:spPr>
                <a:xfrm>
                  <a:off x="2453532" y="6644385"/>
                  <a:ext cx="216360" cy="280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1" name="インク 60">
                  <a:extLst>
                    <a:ext uri="{FF2B5EF4-FFF2-40B4-BE49-F238E27FC236}">
                      <a16:creationId xmlns:a16="http://schemas.microsoft.com/office/drawing/2014/main" id="{C6ABF03A-1AFB-A0EF-75E7-99B564C54CFE}"/>
                    </a:ext>
                  </a:extLst>
                </p14:cNvPr>
                <p14:cNvContentPartPr/>
                <p14:nvPr/>
              </p14:nvContentPartPr>
              <p14:xfrm>
                <a:off x="2755932" y="6690105"/>
                <a:ext cx="79200" cy="110520"/>
              </p14:xfrm>
            </p:contentPart>
          </mc:Choice>
          <mc:Fallback xmlns="">
            <p:pic>
              <p:nvPicPr>
                <p:cNvPr id="61" name="インク 60">
                  <a:extLst>
                    <a:ext uri="{FF2B5EF4-FFF2-40B4-BE49-F238E27FC236}">
                      <a16:creationId xmlns:a16="http://schemas.microsoft.com/office/drawing/2014/main" id="{C6ABF03A-1AFB-A0EF-75E7-99B564C54CFE}"/>
                    </a:ext>
                  </a:extLst>
                </p:cNvPr>
                <p:cNvPicPr/>
                <p:nvPr/>
              </p:nvPicPr>
              <p:blipFill>
                <a:blip r:embed="rId46"/>
                <a:stretch>
                  <a:fillRect/>
                </a:stretch>
              </p:blipFill>
              <p:spPr>
                <a:xfrm>
                  <a:off x="2746932" y="6681465"/>
                  <a:ext cx="968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2" name="インク 61">
                  <a:extLst>
                    <a:ext uri="{FF2B5EF4-FFF2-40B4-BE49-F238E27FC236}">
                      <a16:creationId xmlns:a16="http://schemas.microsoft.com/office/drawing/2014/main" id="{8BA83F71-CA2E-6303-CBC6-DD4810E505FB}"/>
                    </a:ext>
                  </a:extLst>
                </p14:cNvPr>
                <p14:cNvContentPartPr/>
                <p14:nvPr/>
              </p14:nvContentPartPr>
              <p14:xfrm>
                <a:off x="2751972" y="6589305"/>
                <a:ext cx="11880" cy="11160"/>
              </p14:xfrm>
            </p:contentPart>
          </mc:Choice>
          <mc:Fallback xmlns="">
            <p:pic>
              <p:nvPicPr>
                <p:cNvPr id="62" name="インク 61">
                  <a:extLst>
                    <a:ext uri="{FF2B5EF4-FFF2-40B4-BE49-F238E27FC236}">
                      <a16:creationId xmlns:a16="http://schemas.microsoft.com/office/drawing/2014/main" id="{8BA83F71-CA2E-6303-CBC6-DD4810E505FB}"/>
                    </a:ext>
                  </a:extLst>
                </p:cNvPr>
                <p:cNvPicPr/>
                <p:nvPr/>
              </p:nvPicPr>
              <p:blipFill>
                <a:blip r:embed="rId48"/>
                <a:stretch>
                  <a:fillRect/>
                </a:stretch>
              </p:blipFill>
              <p:spPr>
                <a:xfrm>
                  <a:off x="2743332" y="6580305"/>
                  <a:ext cx="29520" cy="28800"/>
                </a:xfrm>
                <a:prstGeom prst="rect">
                  <a:avLst/>
                </a:prstGeom>
              </p:spPr>
            </p:pic>
          </mc:Fallback>
        </mc:AlternateContent>
      </p:grpSp>
    </p:spTree>
    <p:extLst>
      <p:ext uri="{BB962C8B-B14F-4D97-AF65-F5344CB8AC3E}">
        <p14:creationId xmlns:p14="http://schemas.microsoft.com/office/powerpoint/2010/main" val="38095594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9E3755-AC4E-E4A7-32A1-69B861A4B9F3}"/>
              </a:ext>
            </a:extLst>
          </p:cNvPr>
          <p:cNvSpPr>
            <a:spLocks noGrp="1"/>
          </p:cNvSpPr>
          <p:nvPr>
            <p:ph type="title"/>
          </p:nvPr>
        </p:nvSpPr>
        <p:spPr>
          <a:xfrm>
            <a:off x="891540" y="0"/>
            <a:ext cx="10515600" cy="1325563"/>
          </a:xfrm>
        </p:spPr>
        <p:txBody>
          <a:bodyPr/>
          <a:lstStyle/>
          <a:p>
            <a:r>
              <a:rPr lang="ja-JP" altLang="en-US" dirty="0"/>
              <a:t>進捗と</a:t>
            </a:r>
            <a:r>
              <a:rPr lang="en-US" altLang="ja-JP" dirty="0" err="1"/>
              <a:t>予定</a:t>
            </a:r>
            <a:endParaRPr kumimoji="1" lang="ja-JP" altLang="en-US" dirty="0"/>
          </a:p>
        </p:txBody>
      </p:sp>
      <p:sp>
        <p:nvSpPr>
          <p:cNvPr id="3" name="テキスト プレースホルダー 2">
            <a:extLst>
              <a:ext uri="{FF2B5EF4-FFF2-40B4-BE49-F238E27FC236}">
                <a16:creationId xmlns:a16="http://schemas.microsoft.com/office/drawing/2014/main" id="{01D4E1BB-7302-AB79-C28E-82A33BBCDE92}"/>
              </a:ext>
            </a:extLst>
          </p:cNvPr>
          <p:cNvSpPr>
            <a:spLocks noGrp="1"/>
          </p:cNvSpPr>
          <p:nvPr>
            <p:ph type="body" idx="1"/>
          </p:nvPr>
        </p:nvSpPr>
        <p:spPr>
          <a:xfrm>
            <a:off x="784859" y="929013"/>
            <a:ext cx="11548907" cy="5792461"/>
          </a:xfrm>
        </p:spPr>
        <p:txBody>
          <a:bodyPr/>
          <a:lstStyle/>
          <a:p>
            <a:pPr lvl="1"/>
            <a:r>
              <a:rPr kumimoji="1" lang="ja-JP" altLang="en-US" dirty="0"/>
              <a:t>トピック精度の測り方についての決定✅</a:t>
            </a:r>
            <a:endParaRPr kumimoji="1" lang="en-US" altLang="ja-JP" dirty="0"/>
          </a:p>
          <a:p>
            <a:pPr lvl="1"/>
            <a:r>
              <a:rPr kumimoji="1" lang="ja-JP" altLang="en-US" dirty="0"/>
              <a:t>トピック分割処理の実装✅</a:t>
            </a:r>
            <a:endParaRPr kumimoji="1" lang="en-US" altLang="ja-JP" dirty="0"/>
          </a:p>
          <a:p>
            <a:pPr lvl="1"/>
            <a:r>
              <a:rPr kumimoji="1" lang="ja-JP" altLang="en-US" dirty="0"/>
              <a:t>評価データの作成✅</a:t>
            </a:r>
            <a:endParaRPr kumimoji="1" lang="en-US" altLang="ja-JP" dirty="0"/>
          </a:p>
          <a:p>
            <a:pPr lvl="1"/>
            <a:r>
              <a:rPr kumimoji="1" lang="ja-JP" altLang="en-US" dirty="0"/>
              <a:t>モデルの学習を行う✅</a:t>
            </a:r>
            <a:endParaRPr kumimoji="1" lang="en-US" altLang="ja-JP" dirty="0"/>
          </a:p>
          <a:p>
            <a:pPr lvl="1"/>
            <a:r>
              <a:rPr kumimoji="1" lang="ja-JP" altLang="en-US" dirty="0"/>
              <a:t>発表題目案✅</a:t>
            </a:r>
            <a:r>
              <a:rPr kumimoji="1" lang="en-US" altLang="ja-JP" dirty="0"/>
              <a:t>,</a:t>
            </a:r>
            <a:r>
              <a:rPr kumimoji="1" lang="ja-JP" altLang="en-US" dirty="0"/>
              <a:t>要旨の作成✅</a:t>
            </a:r>
            <a:endParaRPr kumimoji="1" lang="en-US" altLang="ja-JP" dirty="0"/>
          </a:p>
          <a:p>
            <a:pPr lvl="1"/>
            <a:r>
              <a:rPr kumimoji="1" lang="ja-JP" altLang="en-US" dirty="0"/>
              <a:t>学習したモデルで</a:t>
            </a:r>
            <a:r>
              <a:rPr kumimoji="1" lang="en-US" altLang="ja-JP" dirty="0"/>
              <a:t>PK</a:t>
            </a:r>
            <a:r>
              <a:rPr kumimoji="1" lang="ja-JP" altLang="en-US" dirty="0"/>
              <a:t>と</a:t>
            </a:r>
            <a:r>
              <a:rPr kumimoji="1" lang="en-US" altLang="ja-JP" dirty="0"/>
              <a:t>WD</a:t>
            </a:r>
            <a:r>
              <a:rPr kumimoji="1" lang="ja-JP" altLang="en-US" dirty="0"/>
              <a:t>を測る（コメント利用なし）✅</a:t>
            </a:r>
            <a:endParaRPr kumimoji="1" lang="en-US" altLang="ja-JP" dirty="0"/>
          </a:p>
          <a:p>
            <a:pPr lvl="1"/>
            <a:r>
              <a:rPr kumimoji="1" lang="ja-JP" altLang="en-US" dirty="0"/>
              <a:t>コメントを利用した手法の実装✅</a:t>
            </a:r>
            <a:endParaRPr kumimoji="1" lang="en-US" altLang="ja-JP" dirty="0"/>
          </a:p>
          <a:p>
            <a:pPr lvl="1"/>
            <a:r>
              <a:rPr kumimoji="1" lang="ja-JP" altLang="en-US" dirty="0"/>
              <a:t>コメントなしとコメントあり手法の比較用テストデータの作成（途中）</a:t>
            </a:r>
            <a:endParaRPr kumimoji="1" lang="en-US" altLang="ja-JP" dirty="0"/>
          </a:p>
          <a:p>
            <a:pPr lvl="1"/>
            <a:r>
              <a:rPr kumimoji="1" lang="ja-JP" altLang="en-US" dirty="0"/>
              <a:t>コメントなしとコメントありの</a:t>
            </a:r>
            <a:r>
              <a:rPr kumimoji="1" lang="en-US" altLang="ja-JP" dirty="0"/>
              <a:t>Pk</a:t>
            </a:r>
            <a:r>
              <a:rPr kumimoji="1" lang="ja-JP" altLang="en-US" dirty="0"/>
              <a:t>，</a:t>
            </a:r>
            <a:r>
              <a:rPr kumimoji="1" lang="en-US" altLang="ja-JP" dirty="0"/>
              <a:t>WD</a:t>
            </a:r>
            <a:r>
              <a:rPr kumimoji="1" lang="ja-JP" altLang="en-US" dirty="0"/>
              <a:t>の測定（今週中）</a:t>
            </a:r>
            <a:endParaRPr kumimoji="1" lang="en-US" altLang="ja-JP" dirty="0"/>
          </a:p>
          <a:p>
            <a:pPr lvl="1"/>
            <a:r>
              <a:rPr kumimoji="1" lang="ja-JP" altLang="en-US" dirty="0"/>
              <a:t>実験結果からみられる傾向の分析（今週～来週）</a:t>
            </a:r>
            <a:endParaRPr kumimoji="1" lang="en-US" altLang="ja-JP" dirty="0"/>
          </a:p>
          <a:p>
            <a:pPr lvl="1"/>
            <a:r>
              <a:rPr kumimoji="1" lang="ja-JP" altLang="en-US" dirty="0"/>
              <a:t>人間による定性的評価を行う（オプション→今回はなしの予定）</a:t>
            </a:r>
            <a:endParaRPr kumimoji="1" lang="en-US" altLang="ja-JP" dirty="0"/>
          </a:p>
          <a:p>
            <a:pPr lvl="1"/>
            <a:r>
              <a:rPr kumimoji="1" lang="ja-JP" altLang="en-US" dirty="0"/>
              <a:t>論文原稿の作成（１２月１４日～）</a:t>
            </a:r>
            <a:endParaRPr kumimoji="1" lang="en-US" altLang="ja-JP" dirty="0"/>
          </a:p>
          <a:p>
            <a:pPr lvl="1"/>
            <a:endParaRPr kumimoji="1" lang="ja-JP" altLang="en-US" dirty="0"/>
          </a:p>
        </p:txBody>
      </p:sp>
      <p:sp>
        <p:nvSpPr>
          <p:cNvPr id="4" name="スライド番号プレースホルダー 3">
            <a:extLst>
              <a:ext uri="{FF2B5EF4-FFF2-40B4-BE49-F238E27FC236}">
                <a16:creationId xmlns:a16="http://schemas.microsoft.com/office/drawing/2014/main" id="{0B30A6C6-433C-05DC-5008-8997C14CC1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mc:AlternateContent xmlns:mc="http://schemas.openxmlformats.org/markup-compatibility/2006">
        <mc:Choice xmlns:p14="http://schemas.microsoft.com/office/powerpoint/2010/main" Requires="p14">
          <p:contentPart p14:bwMode="auto" r:id="rId2">
            <p14:nvContentPartPr>
              <p14:cNvPr id="7" name="インク 6">
                <a:extLst>
                  <a:ext uri="{FF2B5EF4-FFF2-40B4-BE49-F238E27FC236}">
                    <a16:creationId xmlns:a16="http://schemas.microsoft.com/office/drawing/2014/main" id="{94573767-4DD2-609E-766D-CF73577CA8DE}"/>
                  </a:ext>
                </a:extLst>
              </p14:cNvPr>
              <p14:cNvContentPartPr/>
              <p14:nvPr/>
            </p14:nvContentPartPr>
            <p14:xfrm>
              <a:off x="1773925" y="5928987"/>
              <a:ext cx="8750829" cy="720"/>
            </p14:xfrm>
          </p:contentPart>
        </mc:Choice>
        <mc:Fallback>
          <p:pic>
            <p:nvPicPr>
              <p:cNvPr id="7" name="インク 6">
                <a:extLst>
                  <a:ext uri="{FF2B5EF4-FFF2-40B4-BE49-F238E27FC236}">
                    <a16:creationId xmlns:a16="http://schemas.microsoft.com/office/drawing/2014/main" id="{94573767-4DD2-609E-766D-CF73577CA8DE}"/>
                  </a:ext>
                </a:extLst>
              </p:cNvPr>
              <p:cNvPicPr/>
              <p:nvPr/>
            </p:nvPicPr>
            <p:blipFill>
              <a:blip r:embed="rId3"/>
              <a:stretch>
                <a:fillRect/>
              </a:stretch>
            </p:blipFill>
            <p:spPr>
              <a:xfrm>
                <a:off x="1764925" y="5910987"/>
                <a:ext cx="8768469"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5" name="インク 4">
                <a:extLst>
                  <a:ext uri="{FF2B5EF4-FFF2-40B4-BE49-F238E27FC236}">
                    <a16:creationId xmlns:a16="http://schemas.microsoft.com/office/drawing/2014/main" id="{5201A5F8-6759-541B-848E-4ACB324F5A78}"/>
                  </a:ext>
                </a:extLst>
              </p14:cNvPr>
              <p14:cNvContentPartPr/>
              <p14:nvPr/>
            </p14:nvContentPartPr>
            <p14:xfrm>
              <a:off x="1915690" y="1285525"/>
              <a:ext cx="5038000" cy="720"/>
            </p14:xfrm>
          </p:contentPart>
        </mc:Choice>
        <mc:Fallback>
          <p:pic>
            <p:nvPicPr>
              <p:cNvPr id="5" name="インク 4">
                <a:extLst>
                  <a:ext uri="{FF2B5EF4-FFF2-40B4-BE49-F238E27FC236}">
                    <a16:creationId xmlns:a16="http://schemas.microsoft.com/office/drawing/2014/main" id="{5201A5F8-6759-541B-848E-4ACB324F5A78}"/>
                  </a:ext>
                </a:extLst>
              </p:cNvPr>
              <p:cNvPicPr/>
              <p:nvPr/>
            </p:nvPicPr>
            <p:blipFill>
              <a:blip r:embed="rId5"/>
              <a:stretch>
                <a:fillRect/>
              </a:stretch>
            </p:blipFill>
            <p:spPr>
              <a:xfrm>
                <a:off x="1906690" y="1267525"/>
                <a:ext cx="5055639"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8" name="インク 7">
                <a:extLst>
                  <a:ext uri="{FF2B5EF4-FFF2-40B4-BE49-F238E27FC236}">
                    <a16:creationId xmlns:a16="http://schemas.microsoft.com/office/drawing/2014/main" id="{6E52387A-EDEF-8263-9DED-BD9EA11417B2}"/>
                  </a:ext>
                </a:extLst>
              </p14:cNvPr>
              <p14:cNvContentPartPr/>
              <p14:nvPr/>
            </p14:nvContentPartPr>
            <p14:xfrm>
              <a:off x="1915692" y="2256390"/>
              <a:ext cx="2220374" cy="720"/>
            </p14:xfrm>
          </p:contentPart>
        </mc:Choice>
        <mc:Fallback>
          <p:pic>
            <p:nvPicPr>
              <p:cNvPr id="8" name="インク 7">
                <a:extLst>
                  <a:ext uri="{FF2B5EF4-FFF2-40B4-BE49-F238E27FC236}">
                    <a16:creationId xmlns:a16="http://schemas.microsoft.com/office/drawing/2014/main" id="{6E52387A-EDEF-8263-9DED-BD9EA11417B2}"/>
                  </a:ext>
                </a:extLst>
              </p:cNvPr>
              <p:cNvPicPr/>
              <p:nvPr/>
            </p:nvPicPr>
            <p:blipFill>
              <a:blip r:embed="rId7"/>
              <a:stretch>
                <a:fillRect/>
              </a:stretch>
            </p:blipFill>
            <p:spPr>
              <a:xfrm>
                <a:off x="1906692" y="2238390"/>
                <a:ext cx="2238013"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9" name="インク 8">
                <a:extLst>
                  <a:ext uri="{FF2B5EF4-FFF2-40B4-BE49-F238E27FC236}">
                    <a16:creationId xmlns:a16="http://schemas.microsoft.com/office/drawing/2014/main" id="{B37762DB-F8D8-FE96-2C89-C14E77FEA7B7}"/>
                  </a:ext>
                </a:extLst>
              </p14:cNvPr>
              <p14:cNvContentPartPr/>
              <p14:nvPr/>
            </p14:nvContentPartPr>
            <p14:xfrm>
              <a:off x="1915691" y="2681939"/>
              <a:ext cx="2571250" cy="720"/>
            </p14:xfrm>
          </p:contentPart>
        </mc:Choice>
        <mc:Fallback>
          <p:pic>
            <p:nvPicPr>
              <p:cNvPr id="9" name="インク 8">
                <a:extLst>
                  <a:ext uri="{FF2B5EF4-FFF2-40B4-BE49-F238E27FC236}">
                    <a16:creationId xmlns:a16="http://schemas.microsoft.com/office/drawing/2014/main" id="{B37762DB-F8D8-FE96-2C89-C14E77FEA7B7}"/>
                  </a:ext>
                </a:extLst>
              </p:cNvPr>
              <p:cNvPicPr/>
              <p:nvPr/>
            </p:nvPicPr>
            <p:blipFill>
              <a:blip r:embed="rId9"/>
              <a:stretch>
                <a:fillRect/>
              </a:stretch>
            </p:blipFill>
            <p:spPr>
              <a:xfrm>
                <a:off x="1906692" y="2663939"/>
                <a:ext cx="2588888"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 name="インク 9">
                <a:extLst>
                  <a:ext uri="{FF2B5EF4-FFF2-40B4-BE49-F238E27FC236}">
                    <a16:creationId xmlns:a16="http://schemas.microsoft.com/office/drawing/2014/main" id="{7F7A17AB-FBFE-C372-6E3D-E9D71141086D}"/>
                  </a:ext>
                </a:extLst>
              </p14:cNvPr>
              <p14:cNvContentPartPr/>
              <p14:nvPr/>
            </p14:nvContentPartPr>
            <p14:xfrm>
              <a:off x="1915690" y="3186123"/>
              <a:ext cx="3389958" cy="720"/>
            </p14:xfrm>
          </p:contentPart>
        </mc:Choice>
        <mc:Fallback>
          <p:pic>
            <p:nvPicPr>
              <p:cNvPr id="10" name="インク 9">
                <a:extLst>
                  <a:ext uri="{FF2B5EF4-FFF2-40B4-BE49-F238E27FC236}">
                    <a16:creationId xmlns:a16="http://schemas.microsoft.com/office/drawing/2014/main" id="{7F7A17AB-FBFE-C372-6E3D-E9D71141086D}"/>
                  </a:ext>
                </a:extLst>
              </p:cNvPr>
              <p:cNvPicPr/>
              <p:nvPr/>
            </p:nvPicPr>
            <p:blipFill>
              <a:blip r:embed="rId11"/>
              <a:stretch>
                <a:fillRect/>
              </a:stretch>
            </p:blipFill>
            <p:spPr>
              <a:xfrm>
                <a:off x="1906690" y="3168123"/>
                <a:ext cx="3407597"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 name="インク 10">
                <a:extLst>
                  <a:ext uri="{FF2B5EF4-FFF2-40B4-BE49-F238E27FC236}">
                    <a16:creationId xmlns:a16="http://schemas.microsoft.com/office/drawing/2014/main" id="{EF3AE1EC-118F-419E-8D0F-7838CB297776}"/>
                  </a:ext>
                </a:extLst>
              </p14:cNvPr>
              <p14:cNvContentPartPr/>
              <p14:nvPr/>
            </p14:nvContentPartPr>
            <p14:xfrm>
              <a:off x="1915691" y="1788989"/>
              <a:ext cx="3219835" cy="720"/>
            </p14:xfrm>
          </p:contentPart>
        </mc:Choice>
        <mc:Fallback>
          <p:pic>
            <p:nvPicPr>
              <p:cNvPr id="11" name="インク 10">
                <a:extLst>
                  <a:ext uri="{FF2B5EF4-FFF2-40B4-BE49-F238E27FC236}">
                    <a16:creationId xmlns:a16="http://schemas.microsoft.com/office/drawing/2014/main" id="{EF3AE1EC-118F-419E-8D0F-7838CB297776}"/>
                  </a:ext>
                </a:extLst>
              </p:cNvPr>
              <p:cNvPicPr/>
              <p:nvPr/>
            </p:nvPicPr>
            <p:blipFill>
              <a:blip r:embed="rId13"/>
              <a:stretch>
                <a:fillRect/>
              </a:stretch>
            </p:blipFill>
            <p:spPr>
              <a:xfrm>
                <a:off x="1906692" y="1770989"/>
                <a:ext cx="3237473" cy="3600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2" name="インク 11">
                <a:extLst>
                  <a:ext uri="{FF2B5EF4-FFF2-40B4-BE49-F238E27FC236}">
                    <a16:creationId xmlns:a16="http://schemas.microsoft.com/office/drawing/2014/main" id="{B994906A-0A38-F5BB-A882-37EF33267634}"/>
                  </a:ext>
                </a:extLst>
              </p14:cNvPr>
              <p14:cNvContentPartPr/>
              <p14:nvPr/>
            </p14:nvContentPartPr>
            <p14:xfrm>
              <a:off x="1915689" y="3610952"/>
              <a:ext cx="7366533" cy="720"/>
            </p14:xfrm>
          </p:contentPart>
        </mc:Choice>
        <mc:Fallback>
          <p:pic>
            <p:nvPicPr>
              <p:cNvPr id="12" name="インク 11">
                <a:extLst>
                  <a:ext uri="{FF2B5EF4-FFF2-40B4-BE49-F238E27FC236}">
                    <a16:creationId xmlns:a16="http://schemas.microsoft.com/office/drawing/2014/main" id="{B994906A-0A38-F5BB-A882-37EF33267634}"/>
                  </a:ext>
                </a:extLst>
              </p:cNvPr>
              <p:cNvPicPr/>
              <p:nvPr/>
            </p:nvPicPr>
            <p:blipFill>
              <a:blip r:embed="rId15"/>
              <a:stretch>
                <a:fillRect/>
              </a:stretch>
            </p:blipFill>
            <p:spPr>
              <a:xfrm>
                <a:off x="1906689" y="3592952"/>
                <a:ext cx="7384173" cy="36000"/>
              </a:xfrm>
              <a:prstGeom prst="rect">
                <a:avLst/>
              </a:prstGeom>
            </p:spPr>
          </p:pic>
        </mc:Fallback>
      </mc:AlternateContent>
    </p:spTree>
    <p:extLst>
      <p:ext uri="{BB962C8B-B14F-4D97-AF65-F5344CB8AC3E}">
        <p14:creationId xmlns:p14="http://schemas.microsoft.com/office/powerpoint/2010/main" val="2716303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671484-0E53-586E-2C32-62EDF74C4DD5}"/>
              </a:ext>
            </a:extLst>
          </p:cNvPr>
          <p:cNvSpPr>
            <a:spLocks noGrp="1"/>
          </p:cNvSpPr>
          <p:nvPr>
            <p:ph type="title"/>
          </p:nvPr>
        </p:nvSpPr>
        <p:spPr/>
        <p:txBody>
          <a:bodyPr/>
          <a:lstStyle/>
          <a:p>
            <a:r>
              <a:rPr kumimoji="1" lang="ja-JP" altLang="en-US" dirty="0"/>
              <a:t>実験結果分析内容</a:t>
            </a:r>
          </a:p>
        </p:txBody>
      </p:sp>
      <p:sp>
        <p:nvSpPr>
          <p:cNvPr id="3" name="テキスト プレースホルダー 2">
            <a:extLst>
              <a:ext uri="{FF2B5EF4-FFF2-40B4-BE49-F238E27FC236}">
                <a16:creationId xmlns:a16="http://schemas.microsoft.com/office/drawing/2014/main" id="{55742E68-F93A-E16A-4BA6-3A4288DFAFDD}"/>
              </a:ext>
            </a:extLst>
          </p:cNvPr>
          <p:cNvSpPr>
            <a:spLocks noGrp="1"/>
          </p:cNvSpPr>
          <p:nvPr>
            <p:ph type="body" idx="1"/>
          </p:nvPr>
        </p:nvSpPr>
        <p:spPr/>
        <p:txBody>
          <a:bodyPr/>
          <a:lstStyle/>
          <a:p>
            <a:r>
              <a:rPr lang="ja-JP" altLang="en-US" b="1" dirty="0"/>
              <a:t>誤検出の要因分析</a:t>
            </a:r>
            <a:endParaRPr lang="en-US" altLang="ja-JP" b="1" dirty="0"/>
          </a:p>
          <a:p>
            <a:pPr lvl="1"/>
            <a:r>
              <a:rPr lang="ja-JP" altLang="en-US" b="1" dirty="0"/>
              <a:t>誤って境界と判断した場合</a:t>
            </a:r>
            <a:endParaRPr lang="en-US" altLang="ja-JP" b="1" dirty="0"/>
          </a:p>
          <a:p>
            <a:pPr lvl="1"/>
            <a:r>
              <a:rPr lang="ja-JP" altLang="en-US" b="1" dirty="0"/>
              <a:t>境界を見逃す場合</a:t>
            </a:r>
          </a:p>
          <a:p>
            <a:r>
              <a:rPr lang="ja-JP" altLang="en-US" b="1" dirty="0"/>
              <a:t>正解境界位置の前後の字幕，コメントのパターン分析</a:t>
            </a:r>
          </a:p>
          <a:p>
            <a:endParaRPr kumimoji="1" lang="en-US" altLang="ja-JP" dirty="0"/>
          </a:p>
        </p:txBody>
      </p:sp>
      <p:sp>
        <p:nvSpPr>
          <p:cNvPr id="4" name="スライド番号プレースホルダー 3">
            <a:extLst>
              <a:ext uri="{FF2B5EF4-FFF2-40B4-BE49-F238E27FC236}">
                <a16:creationId xmlns:a16="http://schemas.microsoft.com/office/drawing/2014/main" id="{EDB3618E-6AC9-46FE-5446-B9C4D932D5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3139318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541309E-F470-D649-861A-3C5E1F185518}"/>
              </a:ext>
            </a:extLst>
          </p:cNvPr>
          <p:cNvSpPr>
            <a:spLocks noGrp="1"/>
          </p:cNvSpPr>
          <p:nvPr>
            <p:ph type="title"/>
          </p:nvPr>
        </p:nvSpPr>
        <p:spPr/>
        <p:txBody>
          <a:bodyPr/>
          <a:lstStyle/>
          <a:p>
            <a:r>
              <a:rPr kumimoji="1" lang="ja-JP" altLang="en-US" dirty="0"/>
              <a:t>コメント利用版のテストデータの作成</a:t>
            </a:r>
          </a:p>
        </p:txBody>
      </p:sp>
      <p:sp>
        <p:nvSpPr>
          <p:cNvPr id="3" name="テキスト プレースホルダー 2">
            <a:extLst>
              <a:ext uri="{FF2B5EF4-FFF2-40B4-BE49-F238E27FC236}">
                <a16:creationId xmlns:a16="http://schemas.microsoft.com/office/drawing/2014/main" id="{FAA75F41-25DD-9D65-6FA9-DE887566D38E}"/>
              </a:ext>
            </a:extLst>
          </p:cNvPr>
          <p:cNvSpPr>
            <a:spLocks noGrp="1"/>
          </p:cNvSpPr>
          <p:nvPr>
            <p:ph type="body" idx="1"/>
          </p:nvPr>
        </p:nvSpPr>
        <p:spPr>
          <a:xfrm>
            <a:off x="738963" y="1154923"/>
            <a:ext cx="11453037" cy="5383989"/>
          </a:xfrm>
        </p:spPr>
        <p:txBody>
          <a:bodyPr/>
          <a:lstStyle/>
          <a:p>
            <a:r>
              <a:rPr kumimoji="1" lang="ja-JP" altLang="en-US" dirty="0"/>
              <a:t>テスト目的：コメント不使用モデルとコメント使用モデルの比較</a:t>
            </a:r>
            <a:endParaRPr kumimoji="1" lang="en-US" altLang="ja-JP" dirty="0"/>
          </a:p>
          <a:p>
            <a:r>
              <a:rPr kumimoji="1" lang="ja-JP" altLang="en-US" dirty="0"/>
              <a:t>前回のテストデータ生成との違い</a:t>
            </a:r>
            <a:endParaRPr lang="en-US" altLang="ja-JP" dirty="0"/>
          </a:p>
          <a:p>
            <a:pPr lvl="1"/>
            <a:r>
              <a:rPr lang="ja-JP" altLang="en-US" dirty="0"/>
              <a:t>字幕のみなら、複数の切り抜き動画をつなぐ → 境界は自動で明確に決まる</a:t>
            </a:r>
            <a:endParaRPr lang="en-US" altLang="ja-JP" dirty="0"/>
          </a:p>
          <a:p>
            <a:pPr lvl="1"/>
            <a:r>
              <a:rPr lang="ja-JP" altLang="en-US" dirty="0"/>
              <a:t>コメント数が一定数確保できるライブ配信にする必要がある（</a:t>
            </a:r>
            <a:r>
              <a:rPr lang="en-US" altLang="ja-JP" dirty="0" err="1"/>
              <a:t>NewsCH</a:t>
            </a:r>
            <a:r>
              <a:rPr lang="ja-JP" altLang="en-US" dirty="0"/>
              <a:t>の生放送ではコメント数が少ないため人気配信者の雑談配信を選択）</a:t>
            </a:r>
            <a:endParaRPr lang="en-US" altLang="ja-JP" dirty="0"/>
          </a:p>
          <a:p>
            <a:pPr lvl="1"/>
            <a:r>
              <a:rPr lang="ja-JP" altLang="en-US" dirty="0"/>
              <a:t>長尺（</a:t>
            </a:r>
            <a:r>
              <a:rPr lang="en-US" altLang="ja-JP" dirty="0"/>
              <a:t>1〜3</a:t>
            </a:r>
            <a:r>
              <a:rPr lang="ja-JP" altLang="en-US" dirty="0"/>
              <a:t>時間）に対して手でラベルを付けるのは手間もかかり、主観的な評価になってしまう．</a:t>
            </a:r>
            <a:endParaRPr lang="en-US" altLang="ja-JP" dirty="0"/>
          </a:p>
          <a:p>
            <a:r>
              <a:rPr kumimoji="1" lang="ja-JP" altLang="en-US" dirty="0"/>
              <a:t>生成手順</a:t>
            </a:r>
            <a:endParaRPr kumimoji="1" lang="en-US" altLang="ja-JP" dirty="0"/>
          </a:p>
          <a:p>
            <a:pPr lvl="1"/>
            <a:r>
              <a:rPr kumimoji="1" lang="ja-JP" altLang="en-US" dirty="0"/>
              <a:t>切り抜き動画（１動画に複数シーンのクリップを含む）を基にして，それぞれのシーン中に生放送中に投稿されたコメントを取得し，境界検出に利用する．境界ラベルはシーンの切り替りの発話点とし，テストデータとする．</a:t>
            </a:r>
            <a:endParaRPr kumimoji="1" lang="en-US" altLang="ja-JP" dirty="0"/>
          </a:p>
        </p:txBody>
      </p:sp>
      <p:sp>
        <p:nvSpPr>
          <p:cNvPr id="4" name="スライド番号プレースホルダー 3">
            <a:extLst>
              <a:ext uri="{FF2B5EF4-FFF2-40B4-BE49-F238E27FC236}">
                <a16:creationId xmlns:a16="http://schemas.microsoft.com/office/drawing/2014/main" id="{4ADA1662-D3C3-3563-EDFF-527382C349C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dirty="0"/>
          </a:p>
        </p:txBody>
      </p:sp>
    </p:spTree>
    <p:extLst>
      <p:ext uri="{BB962C8B-B14F-4D97-AF65-F5344CB8AC3E}">
        <p14:creationId xmlns:p14="http://schemas.microsoft.com/office/powerpoint/2010/main" val="3435182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F7202F-C49B-E18D-004E-910F692EDED8}"/>
              </a:ext>
            </a:extLst>
          </p:cNvPr>
          <p:cNvSpPr>
            <a:spLocks noGrp="1"/>
          </p:cNvSpPr>
          <p:nvPr>
            <p:ph type="title"/>
          </p:nvPr>
        </p:nvSpPr>
        <p:spPr/>
        <p:txBody>
          <a:bodyPr/>
          <a:lstStyle/>
          <a:p>
            <a:r>
              <a:rPr kumimoji="1" lang="ja-JP" altLang="en-US" dirty="0"/>
              <a:t>１月以降の予定</a:t>
            </a:r>
          </a:p>
        </p:txBody>
      </p:sp>
      <p:sp>
        <p:nvSpPr>
          <p:cNvPr id="3" name="テキスト プレースホルダー 2">
            <a:extLst>
              <a:ext uri="{FF2B5EF4-FFF2-40B4-BE49-F238E27FC236}">
                <a16:creationId xmlns:a16="http://schemas.microsoft.com/office/drawing/2014/main" id="{02C1844F-2F0B-26B6-AFB1-AC4D7A290F81}"/>
              </a:ext>
            </a:extLst>
          </p:cNvPr>
          <p:cNvSpPr>
            <a:spLocks noGrp="1"/>
          </p:cNvSpPr>
          <p:nvPr>
            <p:ph type="body" idx="1"/>
          </p:nvPr>
        </p:nvSpPr>
        <p:spPr/>
        <p:txBody>
          <a:bodyPr/>
          <a:lstStyle/>
          <a:p>
            <a:r>
              <a:rPr kumimoji="1" lang="ja-JP" altLang="en-US" dirty="0"/>
              <a:t>学習は</a:t>
            </a:r>
            <a:r>
              <a:rPr kumimoji="1" lang="en-US" altLang="ja-JP" dirty="0" err="1"/>
              <a:t>NewsCH</a:t>
            </a:r>
            <a:r>
              <a:rPr kumimoji="1" lang="ja-JP" altLang="en-US" dirty="0"/>
              <a:t>の字幕を使っていたため，対象とした雑談配信者の字幕での学習済みモデルを作って比較する</a:t>
            </a:r>
          </a:p>
        </p:txBody>
      </p:sp>
      <p:sp>
        <p:nvSpPr>
          <p:cNvPr id="4" name="スライド番号プレースホルダー 3">
            <a:extLst>
              <a:ext uri="{FF2B5EF4-FFF2-40B4-BE49-F238E27FC236}">
                <a16:creationId xmlns:a16="http://schemas.microsoft.com/office/drawing/2014/main" id="{F4AEDFEF-AC5D-6FB9-BC86-D2A67D9CF27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extLst>
      <p:ext uri="{BB962C8B-B14F-4D97-AF65-F5344CB8AC3E}">
        <p14:creationId xmlns:p14="http://schemas.microsoft.com/office/powerpoint/2010/main" val="2837854080"/>
      </p:ext>
    </p:extLst>
  </p:cSld>
  <p:clrMapOvr>
    <a:masterClrMapping/>
  </p:clrMapOvr>
</p:sld>
</file>

<file path=ppt/theme/theme1.xml><?xml version="1.0" encoding="utf-8"?>
<a:theme xmlns:a="http://schemas.openxmlformats.org/drawingml/2006/main" name="GradientVTI">
  <a:themeElements>
    <a:clrScheme name="Office">
      <a:dk1>
        <a:srgbClr val="000000"/>
      </a:dk1>
      <a:lt1>
        <a:srgbClr val="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20741</TotalTime>
  <Words>918</Words>
  <Application>Microsoft Office PowerPoint</Application>
  <PresentationFormat>ワイド画面</PresentationFormat>
  <Paragraphs>81</Paragraphs>
  <Slides>11</Slides>
  <Notes>1</Notes>
  <HiddenSlides>3</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Arial</vt:lpstr>
      <vt:lpstr>Open Sans</vt:lpstr>
      <vt:lpstr>Cambria Math</vt:lpstr>
      <vt:lpstr>GradientVTI</vt:lpstr>
      <vt:lpstr>進捗報告</vt:lpstr>
      <vt:lpstr>進捗</vt:lpstr>
      <vt:lpstr>題目，要旨</vt:lpstr>
      <vt:lpstr>テスト内容（コメント未使用）</vt:lpstr>
      <vt:lpstr>テスト結果（コメント未使用）</vt:lpstr>
      <vt:lpstr>コメントを含めたテストデータの作成</vt:lpstr>
      <vt:lpstr>PowerPoint プレゼンテーション</vt:lpstr>
      <vt:lpstr>進捗と予定</vt:lpstr>
      <vt:lpstr>実験結果分析内容</vt:lpstr>
      <vt:lpstr>コメント利用版のテストデータの作成</vt:lpstr>
      <vt:lpstr>１月以降の予定</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昇汰 三輪</dc:creator>
  <cp:lastModifiedBy>昇汰 三輪</cp:lastModifiedBy>
  <cp:revision>51</cp:revision>
  <dcterms:created xsi:type="dcterms:W3CDTF">2025-05-18T22:20:18Z</dcterms:created>
  <dcterms:modified xsi:type="dcterms:W3CDTF">2025-12-05T01:44:23Z</dcterms:modified>
</cp:coreProperties>
</file>