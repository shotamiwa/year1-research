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Open San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p5rhJkSIdn0vD19cKm9efbNnj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OpenSans-bold.fntdata"/><Relationship Id="rId16" Type="http://schemas.openxmlformats.org/officeDocument/2006/relationships/font" Target="fonts/OpenSans-regular.fntdata"/><Relationship Id="rId5" Type="http://schemas.openxmlformats.org/officeDocument/2006/relationships/slide" Target="slides/slide1.xml"/><Relationship Id="rId19" Type="http://schemas.openxmlformats.org/officeDocument/2006/relationships/font" Target="fonts/OpenSans-boldItalic.fntdata"/><Relationship Id="rId6" Type="http://schemas.openxmlformats.org/officeDocument/2006/relationships/slide" Target="slides/slide2.xml"/><Relationship Id="rId18" Type="http://schemas.openxmlformats.org/officeDocument/2006/relationships/font" Target="fonts/OpenSans-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ja-JP"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713a17e2f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713a17e2f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e713a17e2f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713a17e2f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e713a17e2f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713a17e2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713a17e2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e713a17e2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713a17e2f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e713a17e2f_0_1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e713a17e2f_0_1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713a17e2f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e713a17e2f_0_1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e713a17e2f_0_1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713a17e2f_0_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e713a17e2f_0_1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e713a17e2f_0_1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713a17e2f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713a17e2f_0_1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e713a17e2f_0_1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1524000" y="1122363"/>
            <a:ext cx="9144000" cy="2387600"/>
          </a:xfrm>
          <a:prstGeom prst="rect">
            <a:avLst/>
          </a:prstGeom>
          <a:noFill/>
          <a:ln>
            <a:noFill/>
          </a:ln>
        </p:spPr>
        <p:txBody>
          <a:bodyPr anchorCtr="0" anchor="b" bIns="91425" lIns="109725" spcFirstLastPara="1" rIns="109725" wrap="square" tIns="109725">
            <a:noAutofit/>
          </a:bodyPr>
          <a:lstStyle>
            <a:lvl1pPr lvl="0" algn="l">
              <a:lnSpc>
                <a:spcPct val="110000"/>
              </a:lnSpc>
              <a:spcBef>
                <a:spcPts val="0"/>
              </a:spcBef>
              <a:spcAft>
                <a:spcPts val="0"/>
              </a:spcAft>
              <a:buClr>
                <a:schemeClr val="dk1"/>
              </a:buClr>
              <a:buSzPts val="6000"/>
              <a:buFont typeface="Arial"/>
              <a:buNone/>
              <a:defRPr b="0" i="0" sz="6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 type="subTitle"/>
          </p:nvPr>
        </p:nvSpPr>
        <p:spPr>
          <a:xfrm>
            <a:off x="1524000" y="3602038"/>
            <a:ext cx="9144000" cy="1655762"/>
          </a:xfrm>
          <a:prstGeom prst="rect">
            <a:avLst/>
          </a:prstGeom>
          <a:noFill/>
          <a:ln>
            <a:noFill/>
          </a:ln>
        </p:spPr>
        <p:txBody>
          <a:bodyPr anchorCtr="0" anchor="t" bIns="91425" lIns="109725" spcFirstLastPara="1" rIns="109725" wrap="square" tIns="109725">
            <a:noAutofit/>
          </a:bodyPr>
          <a:lstStyle>
            <a:lvl1pPr lvl="0" algn="l">
              <a:lnSpc>
                <a:spcPct val="110000"/>
              </a:lnSpc>
              <a:spcBef>
                <a:spcPts val="1000"/>
              </a:spcBef>
              <a:spcAft>
                <a:spcPts val="0"/>
              </a:spcAft>
              <a:buClr>
                <a:schemeClr val="dk1"/>
              </a:buClr>
              <a:buSzPts val="2400"/>
              <a:buNone/>
              <a:defRPr sz="24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4"/>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21" name="Google Shape;21;p14"/>
          <p:cNvCxnSpPr/>
          <p:nvPr/>
        </p:nvCxnSpPr>
        <p:spPr>
          <a:xfrm>
            <a:off x="715890" y="1114050"/>
            <a:ext cx="0" cy="5735637"/>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5"/>
          <p:cNvSpPr txBox="1"/>
          <p:nvPr>
            <p:ph type="title"/>
          </p:nvPr>
        </p:nvSpPr>
        <p:spPr>
          <a:xfrm>
            <a:off x="838200" y="365125"/>
            <a:ext cx="10515600" cy="1325563"/>
          </a:xfrm>
          <a:prstGeom prst="rect">
            <a:avLst/>
          </a:prstGeom>
          <a:noFill/>
          <a:ln>
            <a:noFill/>
          </a:ln>
        </p:spPr>
        <p:txBody>
          <a:bodyPr anchorCtr="0" anchor="ctr" bIns="91425" lIns="109725" spcFirstLastPara="1" rIns="109725" wrap="square" tIns="109725">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 type="body"/>
          </p:nvPr>
        </p:nvSpPr>
        <p:spPr>
          <a:xfrm>
            <a:off x="838200" y="1825625"/>
            <a:ext cx="10515600" cy="4351338"/>
          </a:xfrm>
          <a:prstGeom prst="rect">
            <a:avLst/>
          </a:prstGeom>
          <a:noFill/>
          <a:ln>
            <a:noFill/>
          </a:ln>
        </p:spPr>
        <p:txBody>
          <a:bodyPr anchorCtr="0" anchor="t" bIns="91425" lIns="109725" spcFirstLastPara="1" rIns="109725" wrap="square" tIns="109725">
            <a:no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5"/>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28" name="Google Shape;28;p15"/>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16"/>
          <p:cNvSpPr txBox="1"/>
          <p:nvPr>
            <p:ph type="title"/>
          </p:nvPr>
        </p:nvSpPr>
        <p:spPr>
          <a:xfrm>
            <a:off x="831850" y="1709738"/>
            <a:ext cx="10515600" cy="2852737"/>
          </a:xfrm>
          <a:prstGeom prst="rect">
            <a:avLst/>
          </a:prstGeom>
          <a:noFill/>
          <a:ln>
            <a:noFill/>
          </a:ln>
        </p:spPr>
        <p:txBody>
          <a:bodyPr anchorCtr="0" anchor="b" bIns="91425" lIns="109725" spcFirstLastPara="1" rIns="109725" wrap="square" tIns="109725">
            <a:noAutofit/>
          </a:bodyPr>
          <a:lstStyle>
            <a:lvl1pPr lvl="0" algn="l">
              <a:lnSpc>
                <a:spcPct val="110000"/>
              </a:lnSpc>
              <a:spcBef>
                <a:spcPts val="0"/>
              </a:spcBef>
              <a:spcAft>
                <a:spcPts val="0"/>
              </a:spcAft>
              <a:buClr>
                <a:schemeClr val="dk1"/>
              </a:buClr>
              <a:buSzPts val="6000"/>
              <a:buFont typeface="Arial"/>
              <a:buNone/>
              <a:defRPr b="1" i="0" sz="6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 type="body"/>
          </p:nvPr>
        </p:nvSpPr>
        <p:spPr>
          <a:xfrm>
            <a:off x="831850" y="4589463"/>
            <a:ext cx="10515600" cy="1500187"/>
          </a:xfrm>
          <a:prstGeom prst="rect">
            <a:avLst/>
          </a:prstGeom>
          <a:noFill/>
          <a:ln>
            <a:noFill/>
          </a:ln>
        </p:spPr>
        <p:txBody>
          <a:bodyPr anchorCtr="0" anchor="t" bIns="91425" lIns="109725" spcFirstLastPara="1" rIns="109725" wrap="square" tIns="109725">
            <a:noAutofit/>
          </a:bodyPr>
          <a:lstStyle>
            <a:lvl1pPr indent="-228600" lvl="0" marL="457200" algn="l">
              <a:lnSpc>
                <a:spcPct val="110000"/>
              </a:lnSpc>
              <a:spcBef>
                <a:spcPts val="1000"/>
              </a:spcBef>
              <a:spcAft>
                <a:spcPts val="0"/>
              </a:spcAft>
              <a:buClr>
                <a:srgbClr val="888888"/>
              </a:buClr>
              <a:buSzPts val="2400"/>
              <a:buNone/>
              <a:defRPr sz="2400">
                <a:solidFill>
                  <a:srgbClr val="888888"/>
                </a:solidFill>
              </a:defRPr>
            </a:lvl1pPr>
            <a:lvl2pPr indent="-228600" lvl="1" marL="914400" algn="l">
              <a:lnSpc>
                <a:spcPct val="110000"/>
              </a:lnSpc>
              <a:spcBef>
                <a:spcPts val="500"/>
              </a:spcBef>
              <a:spcAft>
                <a:spcPts val="0"/>
              </a:spcAft>
              <a:buClr>
                <a:srgbClr val="888888"/>
              </a:buClr>
              <a:buSzPts val="2000"/>
              <a:buNone/>
              <a:defRPr sz="2000">
                <a:solidFill>
                  <a:srgbClr val="888888"/>
                </a:solidFill>
              </a:defRPr>
            </a:lvl2pPr>
            <a:lvl3pPr indent="-228600" lvl="2" marL="1371600" algn="l">
              <a:lnSpc>
                <a:spcPct val="110000"/>
              </a:lnSpc>
              <a:spcBef>
                <a:spcPts val="500"/>
              </a:spcBef>
              <a:spcAft>
                <a:spcPts val="0"/>
              </a:spcAft>
              <a:buClr>
                <a:srgbClr val="888888"/>
              </a:buClr>
              <a:buSzPts val="1800"/>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16"/>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6"/>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35" name="Google Shape;35;p16"/>
          <p:cNvCxnSpPr/>
          <p:nvPr/>
        </p:nvCxnSpPr>
        <p:spPr>
          <a:xfrm>
            <a:off x="715890" y="1701425"/>
            <a:ext cx="0" cy="5148262"/>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17"/>
          <p:cNvSpPr txBox="1"/>
          <p:nvPr>
            <p:ph type="title"/>
          </p:nvPr>
        </p:nvSpPr>
        <p:spPr>
          <a:xfrm>
            <a:off x="838200" y="365125"/>
            <a:ext cx="10515600" cy="1325563"/>
          </a:xfrm>
          <a:prstGeom prst="rect">
            <a:avLst/>
          </a:prstGeom>
          <a:noFill/>
          <a:ln>
            <a:noFill/>
          </a:ln>
        </p:spPr>
        <p:txBody>
          <a:bodyPr anchorCtr="0" anchor="ctr" bIns="91425" lIns="109725" spcFirstLastPara="1" rIns="109725" wrap="square" tIns="109725">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 type="body"/>
          </p:nvPr>
        </p:nvSpPr>
        <p:spPr>
          <a:xfrm>
            <a:off x="838200" y="1825625"/>
            <a:ext cx="5181600" cy="4351338"/>
          </a:xfrm>
          <a:prstGeom prst="rect">
            <a:avLst/>
          </a:prstGeom>
          <a:noFill/>
          <a:ln>
            <a:noFill/>
          </a:ln>
        </p:spPr>
        <p:txBody>
          <a:bodyPr anchorCtr="0" anchor="t" bIns="91425" lIns="109725" spcFirstLastPara="1" rIns="109725" wrap="square" tIns="109725">
            <a:no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17"/>
          <p:cNvSpPr txBox="1"/>
          <p:nvPr>
            <p:ph idx="2" type="body"/>
          </p:nvPr>
        </p:nvSpPr>
        <p:spPr>
          <a:xfrm>
            <a:off x="6172200" y="1825625"/>
            <a:ext cx="5181600" cy="4351338"/>
          </a:xfrm>
          <a:prstGeom prst="rect">
            <a:avLst/>
          </a:prstGeom>
          <a:noFill/>
          <a:ln>
            <a:noFill/>
          </a:ln>
        </p:spPr>
        <p:txBody>
          <a:bodyPr anchorCtr="0" anchor="t" bIns="91425" lIns="109725" spcFirstLastPara="1" rIns="109725" wrap="square" tIns="109725">
            <a:no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7"/>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7"/>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43" name="Google Shape;43;p17"/>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8"/>
          <p:cNvSpPr txBox="1"/>
          <p:nvPr>
            <p:ph type="title"/>
          </p:nvPr>
        </p:nvSpPr>
        <p:spPr>
          <a:xfrm>
            <a:off x="839788" y="365125"/>
            <a:ext cx="10515600" cy="1325563"/>
          </a:xfrm>
          <a:prstGeom prst="rect">
            <a:avLst/>
          </a:prstGeom>
          <a:noFill/>
          <a:ln>
            <a:noFill/>
          </a:ln>
        </p:spPr>
        <p:txBody>
          <a:bodyPr anchorCtr="0" anchor="ctr" bIns="91425" lIns="109725" spcFirstLastPara="1" rIns="109725" wrap="square" tIns="109725">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8"/>
          <p:cNvSpPr txBox="1"/>
          <p:nvPr>
            <p:ph idx="1" type="body"/>
          </p:nvPr>
        </p:nvSpPr>
        <p:spPr>
          <a:xfrm>
            <a:off x="839788" y="1681163"/>
            <a:ext cx="5157787" cy="823912"/>
          </a:xfrm>
          <a:prstGeom prst="rect">
            <a:avLst/>
          </a:prstGeom>
          <a:noFill/>
          <a:ln>
            <a:noFill/>
          </a:ln>
        </p:spPr>
        <p:txBody>
          <a:bodyPr anchorCtr="0" anchor="b" bIns="91425" lIns="109725" spcFirstLastPara="1" rIns="109725" wrap="square" tIns="109725">
            <a:noAutofit/>
          </a:bodyPr>
          <a:lstStyle>
            <a:lvl1pPr indent="-228600" lvl="0" marL="457200" algn="l">
              <a:lnSpc>
                <a:spcPct val="110000"/>
              </a:lnSpc>
              <a:spcBef>
                <a:spcPts val="1000"/>
              </a:spcBef>
              <a:spcAft>
                <a:spcPts val="0"/>
              </a:spcAft>
              <a:buClr>
                <a:schemeClr val="dk1"/>
              </a:buClr>
              <a:buSzPts val="2400"/>
              <a:buNone/>
              <a:defRPr b="1" sz="24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8"/>
          <p:cNvSpPr txBox="1"/>
          <p:nvPr>
            <p:ph idx="2" type="body"/>
          </p:nvPr>
        </p:nvSpPr>
        <p:spPr>
          <a:xfrm>
            <a:off x="839788" y="2505075"/>
            <a:ext cx="5157787" cy="3684588"/>
          </a:xfrm>
          <a:prstGeom prst="rect">
            <a:avLst/>
          </a:prstGeom>
          <a:noFill/>
          <a:ln>
            <a:noFill/>
          </a:ln>
        </p:spPr>
        <p:txBody>
          <a:bodyPr anchorCtr="0" anchor="t" bIns="91425" lIns="109725" spcFirstLastPara="1" rIns="109725" wrap="square" tIns="109725">
            <a:no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8"/>
          <p:cNvSpPr txBox="1"/>
          <p:nvPr>
            <p:ph idx="3" type="body"/>
          </p:nvPr>
        </p:nvSpPr>
        <p:spPr>
          <a:xfrm>
            <a:off x="6172200" y="1681163"/>
            <a:ext cx="5183188" cy="823912"/>
          </a:xfrm>
          <a:prstGeom prst="rect">
            <a:avLst/>
          </a:prstGeom>
          <a:noFill/>
          <a:ln>
            <a:noFill/>
          </a:ln>
        </p:spPr>
        <p:txBody>
          <a:bodyPr anchorCtr="0" anchor="b" bIns="91425" lIns="109725" spcFirstLastPara="1" rIns="109725" wrap="square" tIns="109725">
            <a:noAutofit/>
          </a:bodyPr>
          <a:lstStyle>
            <a:lvl1pPr indent="-228600" lvl="0" marL="457200" algn="l">
              <a:lnSpc>
                <a:spcPct val="110000"/>
              </a:lnSpc>
              <a:spcBef>
                <a:spcPts val="1000"/>
              </a:spcBef>
              <a:spcAft>
                <a:spcPts val="0"/>
              </a:spcAft>
              <a:buClr>
                <a:schemeClr val="dk1"/>
              </a:buClr>
              <a:buSzPts val="2400"/>
              <a:buNone/>
              <a:defRPr b="1" sz="24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8"/>
          <p:cNvSpPr txBox="1"/>
          <p:nvPr>
            <p:ph idx="4" type="body"/>
          </p:nvPr>
        </p:nvSpPr>
        <p:spPr>
          <a:xfrm>
            <a:off x="6172200" y="2505075"/>
            <a:ext cx="5183188" cy="3684588"/>
          </a:xfrm>
          <a:prstGeom prst="rect">
            <a:avLst/>
          </a:prstGeom>
          <a:noFill/>
          <a:ln>
            <a:noFill/>
          </a:ln>
        </p:spPr>
        <p:txBody>
          <a:bodyPr anchorCtr="0" anchor="t" bIns="91425" lIns="109725" spcFirstLastPara="1" rIns="109725" wrap="square" tIns="109725">
            <a:no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8"/>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53" name="Google Shape;53;p18"/>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9"/>
          <p:cNvSpPr txBox="1"/>
          <p:nvPr>
            <p:ph type="title"/>
          </p:nvPr>
        </p:nvSpPr>
        <p:spPr>
          <a:xfrm>
            <a:off x="838200" y="365125"/>
            <a:ext cx="10515600" cy="1325563"/>
          </a:xfrm>
          <a:prstGeom prst="rect">
            <a:avLst/>
          </a:prstGeom>
          <a:noFill/>
          <a:ln>
            <a:noFill/>
          </a:ln>
        </p:spPr>
        <p:txBody>
          <a:bodyPr anchorCtr="0" anchor="ctr" bIns="91425" lIns="109725" spcFirstLastPara="1" rIns="109725" wrap="square" tIns="109725">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9"/>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59" name="Google Shape;59;p19"/>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0"/>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0"/>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64" name="Google Shape;64;p20"/>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91425" lIns="109725" spcFirstLastPara="1" rIns="109725" wrap="square" tIns="109725">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txBox="1"/>
          <p:nvPr>
            <p:ph idx="1" type="body"/>
          </p:nvPr>
        </p:nvSpPr>
        <p:spPr>
          <a:xfrm>
            <a:off x="5183188" y="987425"/>
            <a:ext cx="6172200" cy="4873625"/>
          </a:xfrm>
          <a:prstGeom prst="rect">
            <a:avLst/>
          </a:prstGeom>
          <a:noFill/>
          <a:ln>
            <a:noFill/>
          </a:ln>
        </p:spPr>
        <p:txBody>
          <a:bodyPr anchorCtr="0" anchor="t" bIns="91425" lIns="109725" spcFirstLastPara="1" rIns="109725" wrap="square" tIns="109725">
            <a:noAutofit/>
          </a:bodyPr>
          <a:lstStyle>
            <a:lvl1pPr indent="-431800" lvl="0" marL="457200" algn="l">
              <a:lnSpc>
                <a:spcPct val="110000"/>
              </a:lnSpc>
              <a:spcBef>
                <a:spcPts val="1000"/>
              </a:spcBef>
              <a:spcAft>
                <a:spcPts val="0"/>
              </a:spcAft>
              <a:buClr>
                <a:schemeClr val="dk1"/>
              </a:buClr>
              <a:buSzPts val="3200"/>
              <a:buChar char="•"/>
              <a:defRPr sz="3200"/>
            </a:lvl1pPr>
            <a:lvl2pPr indent="-406400" lvl="1" marL="914400" algn="l">
              <a:lnSpc>
                <a:spcPct val="110000"/>
              </a:lnSpc>
              <a:spcBef>
                <a:spcPts val="500"/>
              </a:spcBef>
              <a:spcAft>
                <a:spcPts val="0"/>
              </a:spcAft>
              <a:buClr>
                <a:schemeClr val="dk1"/>
              </a:buClr>
              <a:buSzPts val="2800"/>
              <a:buChar char="•"/>
              <a:defRPr sz="2800"/>
            </a:lvl2pPr>
            <a:lvl3pPr indent="-381000" lvl="2" marL="1371600" algn="l">
              <a:lnSpc>
                <a:spcPct val="110000"/>
              </a:lnSpc>
              <a:spcBef>
                <a:spcPts val="500"/>
              </a:spcBef>
              <a:spcAft>
                <a:spcPts val="0"/>
              </a:spcAft>
              <a:buClr>
                <a:schemeClr val="dk1"/>
              </a:buClr>
              <a:buSzPts val="2400"/>
              <a:buChar char="•"/>
              <a:defRPr sz="24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21"/>
          <p:cNvSpPr txBox="1"/>
          <p:nvPr>
            <p:ph idx="2" type="body"/>
          </p:nvPr>
        </p:nvSpPr>
        <p:spPr>
          <a:xfrm>
            <a:off x="839788" y="2057400"/>
            <a:ext cx="3932237" cy="3811588"/>
          </a:xfrm>
          <a:prstGeom prst="rect">
            <a:avLst/>
          </a:prstGeom>
          <a:noFill/>
          <a:ln>
            <a:noFill/>
          </a:ln>
        </p:spPr>
        <p:txBody>
          <a:bodyPr anchorCtr="0" anchor="t" bIns="91425" lIns="109725" spcFirstLastPara="1" rIns="109725" wrap="square" tIns="109725">
            <a:noAutofit/>
          </a:bodyPr>
          <a:lstStyle>
            <a:lvl1pPr indent="-228600" lvl="0" marL="457200" algn="l">
              <a:lnSpc>
                <a:spcPct val="110000"/>
              </a:lnSpc>
              <a:spcBef>
                <a:spcPts val="1000"/>
              </a:spcBef>
              <a:spcAft>
                <a:spcPts val="0"/>
              </a:spcAft>
              <a:buClr>
                <a:schemeClr val="dk1"/>
              </a:buClr>
              <a:buSzPts val="1600"/>
              <a:buNone/>
              <a:defRPr sz="16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72" name="Google Shape;72;p21"/>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22"/>
          <p:cNvSpPr txBox="1"/>
          <p:nvPr>
            <p:ph type="title"/>
          </p:nvPr>
        </p:nvSpPr>
        <p:spPr>
          <a:xfrm>
            <a:off x="839788" y="457200"/>
            <a:ext cx="3932237" cy="1600200"/>
          </a:xfrm>
          <a:prstGeom prst="rect">
            <a:avLst/>
          </a:prstGeom>
          <a:noFill/>
          <a:ln>
            <a:noFill/>
          </a:ln>
        </p:spPr>
        <p:txBody>
          <a:bodyPr anchorCtr="0" anchor="b" bIns="91425" lIns="109725" spcFirstLastPara="1" rIns="109725" wrap="square" tIns="109725">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2"/>
          <p:cNvSpPr/>
          <p:nvPr>
            <p:ph idx="2" type="pic"/>
          </p:nvPr>
        </p:nvSpPr>
        <p:spPr>
          <a:xfrm>
            <a:off x="5183188" y="987425"/>
            <a:ext cx="6172200" cy="4873625"/>
          </a:xfrm>
          <a:prstGeom prst="rect">
            <a:avLst/>
          </a:prstGeom>
          <a:noFill/>
          <a:ln>
            <a:noFill/>
          </a:ln>
        </p:spPr>
      </p:sp>
      <p:sp>
        <p:nvSpPr>
          <p:cNvPr id="76" name="Google Shape;76;p22"/>
          <p:cNvSpPr txBox="1"/>
          <p:nvPr>
            <p:ph idx="1" type="body"/>
          </p:nvPr>
        </p:nvSpPr>
        <p:spPr>
          <a:xfrm>
            <a:off x="839788" y="2057400"/>
            <a:ext cx="3932237" cy="3811588"/>
          </a:xfrm>
          <a:prstGeom prst="rect">
            <a:avLst/>
          </a:prstGeom>
          <a:noFill/>
          <a:ln>
            <a:noFill/>
          </a:ln>
        </p:spPr>
        <p:txBody>
          <a:bodyPr anchorCtr="0" anchor="t" bIns="91425" lIns="109725" spcFirstLastPara="1" rIns="109725" wrap="square" tIns="109725">
            <a:noAutofit/>
          </a:bodyPr>
          <a:lstStyle>
            <a:lvl1pPr indent="-228600" lvl="0" marL="457200" algn="l">
              <a:lnSpc>
                <a:spcPct val="110000"/>
              </a:lnSpc>
              <a:spcBef>
                <a:spcPts val="1000"/>
              </a:spcBef>
              <a:spcAft>
                <a:spcPts val="0"/>
              </a:spcAft>
              <a:buClr>
                <a:schemeClr val="dk1"/>
              </a:buClr>
              <a:buSzPts val="1600"/>
              <a:buNone/>
              <a:defRPr sz="16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80" name="Google Shape;80;p22"/>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23"/>
          <p:cNvSpPr txBox="1"/>
          <p:nvPr>
            <p:ph type="title"/>
          </p:nvPr>
        </p:nvSpPr>
        <p:spPr>
          <a:xfrm>
            <a:off x="838200" y="365125"/>
            <a:ext cx="10515600" cy="1325563"/>
          </a:xfrm>
          <a:prstGeom prst="rect">
            <a:avLst/>
          </a:prstGeom>
          <a:noFill/>
          <a:ln>
            <a:noFill/>
          </a:ln>
        </p:spPr>
        <p:txBody>
          <a:bodyPr anchorCtr="0" anchor="ctr" bIns="91425" lIns="109725" spcFirstLastPara="1" rIns="109725" wrap="square" tIns="109725">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 type="body"/>
          </p:nvPr>
        </p:nvSpPr>
        <p:spPr>
          <a:xfrm rot="5400000">
            <a:off x="3920331" y="-1256506"/>
            <a:ext cx="4351338" cy="10515600"/>
          </a:xfrm>
          <a:prstGeom prst="rect">
            <a:avLst/>
          </a:prstGeom>
          <a:noFill/>
          <a:ln>
            <a:noFill/>
          </a:ln>
        </p:spPr>
        <p:txBody>
          <a:bodyPr anchorCtr="0" anchor="t" bIns="91425" lIns="109725" spcFirstLastPara="1" rIns="109725" wrap="square" tIns="109725">
            <a:no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23"/>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3"/>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3"/>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87" name="Google Shape;87;p23"/>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24"/>
          <p:cNvSpPr txBox="1"/>
          <p:nvPr>
            <p:ph type="title"/>
          </p:nvPr>
        </p:nvSpPr>
        <p:spPr>
          <a:xfrm rot="5400000">
            <a:off x="7133431" y="1956594"/>
            <a:ext cx="5811838" cy="2628900"/>
          </a:xfrm>
          <a:prstGeom prst="rect">
            <a:avLst/>
          </a:prstGeom>
          <a:noFill/>
          <a:ln>
            <a:noFill/>
          </a:ln>
        </p:spPr>
        <p:txBody>
          <a:bodyPr anchorCtr="0" anchor="ctr" bIns="91425" lIns="109725" spcFirstLastPara="1" rIns="109725" wrap="square" tIns="109725">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4"/>
          <p:cNvSpPr txBox="1"/>
          <p:nvPr>
            <p:ph idx="1" type="body"/>
          </p:nvPr>
        </p:nvSpPr>
        <p:spPr>
          <a:xfrm rot="5400000">
            <a:off x="1799431" y="-596106"/>
            <a:ext cx="5811838" cy="7734300"/>
          </a:xfrm>
          <a:prstGeom prst="rect">
            <a:avLst/>
          </a:prstGeom>
          <a:noFill/>
          <a:ln>
            <a:noFill/>
          </a:ln>
        </p:spPr>
        <p:txBody>
          <a:bodyPr anchorCtr="0" anchor="t" bIns="91425" lIns="109725" spcFirstLastPara="1" rIns="109725" wrap="square" tIns="109725">
            <a:no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24"/>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4"/>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4"/>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cxnSp>
        <p:nvCxnSpPr>
          <p:cNvPr id="94" name="Google Shape;94;p24"/>
          <p:cNvCxnSpPr/>
          <p:nvPr/>
        </p:nvCxnSpPr>
        <p:spPr>
          <a:xfrm flipH="1" rot="10800000">
            <a:off x="8313" y="261865"/>
            <a:ext cx="11353802" cy="1"/>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91425" lIns="109725" spcFirstLastPara="1" rIns="109725" wrap="square" tIns="109725">
            <a:no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91425" lIns="109725" spcFirstLastPara="1" rIns="109725" wrap="square" tIns="109725">
            <a:noAutofit/>
          </a:bodyPr>
          <a:lstStyle>
            <a:lvl1pPr indent="-406400" lvl="0" marL="457200" marR="0" rtl="0" algn="l">
              <a:lnSpc>
                <a:spcPct val="11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91425" lIns="109725" spcFirstLastPara="1" rIns="109725" wrap="square" tIns="1097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91425" lIns="109725" spcFirstLastPara="1" rIns="109725" wrap="square" tIns="1097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91425" lIns="109725" spcFirstLastPara="1" rIns="109725" wrap="square" tIns="109725">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JP"/>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 name="Google Shape;100;p1"/>
          <p:cNvSpPr/>
          <p:nvPr/>
        </p:nvSpPr>
        <p:spPr>
          <a:xfrm>
            <a:off x="8878" y="0"/>
            <a:ext cx="12192000" cy="6858000"/>
          </a:xfrm>
          <a:prstGeom prst="rect">
            <a:avLst/>
          </a:prstGeom>
          <a:gradFill>
            <a:gsLst>
              <a:gs pos="0">
                <a:schemeClr val="accent2"/>
              </a:gs>
              <a:gs pos="100000">
                <a:schemeClr val="accent4"/>
              </a:gs>
            </a:gsLst>
            <a:lin ang="18900044"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Open Sans"/>
              <a:ea typeface="Open Sans"/>
              <a:cs typeface="Open Sans"/>
              <a:sym typeface="Open Sans"/>
            </a:endParaRPr>
          </a:p>
        </p:txBody>
      </p:sp>
      <p:sp>
        <p:nvSpPr>
          <p:cNvPr id="101" name="Google Shape;101;p1"/>
          <p:cNvSpPr txBox="1"/>
          <p:nvPr>
            <p:ph type="ctrTitle"/>
          </p:nvPr>
        </p:nvSpPr>
        <p:spPr>
          <a:xfrm>
            <a:off x="1256275" y="2271449"/>
            <a:ext cx="9679500" cy="2847000"/>
          </a:xfrm>
          <a:prstGeom prst="rect">
            <a:avLst/>
          </a:prstGeom>
          <a:noFill/>
          <a:ln>
            <a:noFill/>
          </a:ln>
        </p:spPr>
        <p:txBody>
          <a:bodyPr anchorCtr="0" anchor="b" bIns="91425" lIns="109725" spcFirstLastPara="1" rIns="109725" wrap="square" tIns="109725">
            <a:normAutofit/>
          </a:bodyPr>
          <a:lstStyle/>
          <a:p>
            <a:pPr indent="0" lvl="0" marL="0" rtl="0" algn="l">
              <a:lnSpc>
                <a:spcPct val="110000"/>
              </a:lnSpc>
              <a:spcBef>
                <a:spcPts val="0"/>
              </a:spcBef>
              <a:spcAft>
                <a:spcPts val="0"/>
              </a:spcAft>
              <a:buClr>
                <a:srgbClr val="FFFFFF"/>
              </a:buClr>
              <a:buSzPts val="7200"/>
              <a:buFont typeface="Arial"/>
              <a:buNone/>
            </a:pPr>
            <a:r>
              <a:rPr lang="ja-JP" sz="7200">
                <a:solidFill>
                  <a:srgbClr val="FFFFFF"/>
                </a:solidFill>
              </a:rPr>
              <a:t>進捗報告</a:t>
            </a:r>
            <a:endParaRPr/>
          </a:p>
        </p:txBody>
      </p:sp>
      <p:sp>
        <p:nvSpPr>
          <p:cNvPr id="102" name="Google Shape;102;p1"/>
          <p:cNvSpPr txBox="1"/>
          <p:nvPr>
            <p:ph idx="1" type="subTitle"/>
          </p:nvPr>
        </p:nvSpPr>
        <p:spPr>
          <a:xfrm>
            <a:off x="1256275" y="5098254"/>
            <a:ext cx="9679500" cy="750300"/>
          </a:xfrm>
          <a:prstGeom prst="rect">
            <a:avLst/>
          </a:prstGeom>
          <a:noFill/>
          <a:ln>
            <a:noFill/>
          </a:ln>
        </p:spPr>
        <p:txBody>
          <a:bodyPr anchorCtr="0" anchor="ctr" bIns="91425" lIns="109725" spcFirstLastPara="1" rIns="109725" wrap="square" tIns="109725">
            <a:normAutofit/>
          </a:bodyPr>
          <a:lstStyle/>
          <a:p>
            <a:pPr indent="0" lvl="0" marL="0" rtl="0" algn="l">
              <a:lnSpc>
                <a:spcPct val="110000"/>
              </a:lnSpc>
              <a:spcBef>
                <a:spcPts val="0"/>
              </a:spcBef>
              <a:spcAft>
                <a:spcPts val="0"/>
              </a:spcAft>
              <a:buClr>
                <a:srgbClr val="FFFFFF"/>
              </a:buClr>
              <a:buSzPts val="2400"/>
              <a:buNone/>
            </a:pPr>
            <a:r>
              <a:rPr lang="ja-JP">
                <a:solidFill>
                  <a:srgbClr val="FFFFFF"/>
                </a:solidFill>
              </a:rPr>
              <a:t>Al21120　三輪昇汰　2026/ 6/ 2</a:t>
            </a:r>
            <a:endParaRPr>
              <a:solidFill>
                <a:srgbClr val="FFFFFF"/>
              </a:solidFill>
            </a:endParaRPr>
          </a:p>
        </p:txBody>
      </p:sp>
      <p:cxnSp>
        <p:nvCxnSpPr>
          <p:cNvPr id="103" name="Google Shape;103;p1"/>
          <p:cNvCxnSpPr/>
          <p:nvPr/>
        </p:nvCxnSpPr>
        <p:spPr>
          <a:xfrm>
            <a:off x="8878" y="806470"/>
            <a:ext cx="8453400" cy="0"/>
          </a:xfrm>
          <a:prstGeom prst="straightConnector1">
            <a:avLst/>
          </a:prstGeom>
          <a:noFill/>
          <a:ln cap="sq" cmpd="sng" w="25400">
            <a:solidFill>
              <a:srgbClr val="FFFFFF"/>
            </a:solidFill>
            <a:prstDash val="solid"/>
            <a:bevel/>
            <a:headEnd len="sm" w="sm" type="none"/>
            <a:tailEnd len="sm" w="sm" type="none"/>
          </a:ln>
        </p:spPr>
      </p:cxnSp>
      <p:sp>
        <p:nvSpPr>
          <p:cNvPr id="104" name="Google Shape;104;p1"/>
          <p:cNvSpPr/>
          <p:nvPr/>
        </p:nvSpPr>
        <p:spPr>
          <a:xfrm>
            <a:off x="544954" y="2875093"/>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Open Sans"/>
              <a:ea typeface="Open Sans"/>
              <a:cs typeface="Open Sans"/>
              <a:sym typeface="Open Sans"/>
            </a:endParaRPr>
          </a:p>
        </p:txBody>
      </p:sp>
      <p:sp>
        <p:nvSpPr>
          <p:cNvPr id="105" name="Google Shape;105;p1"/>
          <p:cNvSpPr/>
          <p:nvPr/>
        </p:nvSpPr>
        <p:spPr>
          <a:xfrm>
            <a:off x="903734" y="3104388"/>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Open Sans"/>
              <a:ea typeface="Open Sans"/>
              <a:cs typeface="Open Sans"/>
              <a:sym typeface="Open Sans"/>
            </a:endParaRPr>
          </a:p>
        </p:txBody>
      </p:sp>
      <p:sp>
        <p:nvSpPr>
          <p:cNvPr id="106" name="Google Shape;106;p1"/>
          <p:cNvSpPr/>
          <p:nvPr/>
        </p:nvSpPr>
        <p:spPr>
          <a:xfrm>
            <a:off x="529414" y="3619532"/>
            <a:ext cx="127714" cy="127714"/>
          </a:xfrm>
          <a:custGeom>
            <a:rect b="b" l="l" r="r" t="t"/>
            <a:pathLst>
              <a:path extrusionOk="0" h="127714" w="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Open Sans"/>
              <a:ea typeface="Open Sans"/>
              <a:cs typeface="Open Sans"/>
              <a:sym typeface="Open Sans"/>
            </a:endParaRPr>
          </a:p>
        </p:txBody>
      </p:sp>
      <p:sp>
        <p:nvSpPr>
          <p:cNvPr id="107" name="Google Shape;107;p1"/>
          <p:cNvSpPr txBox="1"/>
          <p:nvPr>
            <p:ph idx="12" type="sldNum"/>
          </p:nvPr>
        </p:nvSpPr>
        <p:spPr>
          <a:xfrm>
            <a:off x="8610600" y="6356350"/>
            <a:ext cx="2743200" cy="365100"/>
          </a:xfrm>
          <a:prstGeom prst="rect">
            <a:avLst/>
          </a:prstGeom>
          <a:noFill/>
          <a:ln>
            <a:noFill/>
          </a:ln>
        </p:spPr>
        <p:txBody>
          <a:bodyPr anchorCtr="0" anchor="ctr" bIns="91425" lIns="109725" spcFirstLastPara="1" rIns="109725" wrap="square" tIns="109725">
            <a:noAutofit/>
          </a:bodyPr>
          <a:lstStyle/>
          <a:p>
            <a:pPr indent="0" lvl="0" marL="0" rtl="0" algn="r">
              <a:lnSpc>
                <a:spcPct val="100000"/>
              </a:lnSpc>
              <a:spcBef>
                <a:spcPts val="0"/>
              </a:spcBef>
              <a:spcAft>
                <a:spcPts val="0"/>
              </a:spcAft>
              <a:buSzPts val="1200"/>
              <a:buNone/>
            </a:pPr>
            <a:fld id="{00000000-1234-1234-1234-123412341234}" type="slidenum">
              <a:rPr lang="ja-JP"/>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838200" y="365125"/>
            <a:ext cx="10515600" cy="1325700"/>
          </a:xfrm>
          <a:prstGeom prst="rect">
            <a:avLst/>
          </a:prstGeom>
          <a:noFill/>
          <a:ln>
            <a:noFill/>
          </a:ln>
        </p:spPr>
        <p:txBody>
          <a:bodyPr anchorCtr="0" anchor="ctr" bIns="91425" lIns="109725" spcFirstLastPara="1" rIns="109725" wrap="square" tIns="109725">
            <a:noAutofit/>
          </a:bodyPr>
          <a:lstStyle/>
          <a:p>
            <a:pPr indent="0" lvl="0" marL="0" rtl="0" algn="l">
              <a:lnSpc>
                <a:spcPct val="110000"/>
              </a:lnSpc>
              <a:spcBef>
                <a:spcPts val="0"/>
              </a:spcBef>
              <a:spcAft>
                <a:spcPts val="0"/>
              </a:spcAft>
              <a:buClr>
                <a:schemeClr val="dk1"/>
              </a:buClr>
              <a:buSzPts val="1800"/>
              <a:buNone/>
            </a:pPr>
            <a:r>
              <a:rPr lang="ja-JP"/>
              <a:t>今週の進捗</a:t>
            </a:r>
            <a:endParaRPr/>
          </a:p>
        </p:txBody>
      </p:sp>
      <p:sp>
        <p:nvSpPr>
          <p:cNvPr id="113" name="Google Shape;113;p3"/>
          <p:cNvSpPr txBox="1"/>
          <p:nvPr>
            <p:ph idx="1" type="body"/>
          </p:nvPr>
        </p:nvSpPr>
        <p:spPr>
          <a:xfrm>
            <a:off x="838200" y="1825625"/>
            <a:ext cx="10515600" cy="4351200"/>
          </a:xfrm>
          <a:prstGeom prst="rect">
            <a:avLst/>
          </a:prstGeom>
          <a:noFill/>
          <a:ln>
            <a:noFill/>
          </a:ln>
        </p:spPr>
        <p:txBody>
          <a:bodyPr anchorCtr="0" anchor="t" bIns="91425" lIns="109725" spcFirstLastPara="1" rIns="109725" wrap="square" tIns="109725">
            <a:noAutofit/>
          </a:bodyPr>
          <a:lstStyle/>
          <a:p>
            <a:pPr indent="-342900" lvl="0" marL="457200" rtl="0" algn="l">
              <a:lnSpc>
                <a:spcPct val="110000"/>
              </a:lnSpc>
              <a:spcBef>
                <a:spcPts val="1000"/>
              </a:spcBef>
              <a:spcAft>
                <a:spcPts val="0"/>
              </a:spcAft>
              <a:buClr>
                <a:schemeClr val="dk1"/>
              </a:buClr>
              <a:buSzPts val="1800"/>
              <a:buChar char="•"/>
            </a:pPr>
            <a:r>
              <a:rPr lang="ja-JP"/>
              <a:t>アンケート協力募集</a:t>
            </a:r>
            <a:endParaRPr/>
          </a:p>
          <a:p>
            <a:pPr indent="-342900" lvl="0" marL="457200" rtl="0" algn="l">
              <a:lnSpc>
                <a:spcPct val="110000"/>
              </a:lnSpc>
              <a:spcBef>
                <a:spcPts val="1000"/>
              </a:spcBef>
              <a:spcAft>
                <a:spcPts val="0"/>
              </a:spcAft>
              <a:buClr>
                <a:schemeClr val="dk1"/>
              </a:buClr>
              <a:buSzPts val="1800"/>
              <a:buChar char="•"/>
            </a:pPr>
            <a:r>
              <a:rPr lang="ja-JP"/>
              <a:t>今後について</a:t>
            </a:r>
            <a:endParaRPr/>
          </a:p>
        </p:txBody>
      </p:sp>
      <p:sp>
        <p:nvSpPr>
          <p:cNvPr id="114" name="Google Shape;114;p3"/>
          <p:cNvSpPr txBox="1"/>
          <p:nvPr>
            <p:ph idx="12" type="sldNum"/>
          </p:nvPr>
        </p:nvSpPr>
        <p:spPr>
          <a:xfrm>
            <a:off x="8610600" y="6356350"/>
            <a:ext cx="2743200" cy="365100"/>
          </a:xfrm>
          <a:prstGeom prst="rect">
            <a:avLst/>
          </a:prstGeom>
          <a:noFill/>
          <a:ln>
            <a:noFill/>
          </a:ln>
        </p:spPr>
        <p:txBody>
          <a:bodyPr anchorCtr="0" anchor="ctr" bIns="91425" lIns="109725" spcFirstLastPara="1" rIns="109725" wrap="square" tIns="109725">
            <a:noAutofit/>
          </a:bodyPr>
          <a:lstStyle/>
          <a:p>
            <a:pPr indent="0" lvl="0" marL="0" rtl="0" algn="r">
              <a:lnSpc>
                <a:spcPct val="100000"/>
              </a:lnSpc>
              <a:spcBef>
                <a:spcPts val="0"/>
              </a:spcBef>
              <a:spcAft>
                <a:spcPts val="0"/>
              </a:spcAft>
              <a:buSzPts val="1200"/>
              <a:buNone/>
            </a:pPr>
            <a:fld id="{00000000-1234-1234-1234-123412341234}" type="slidenum">
              <a:rPr lang="ja-JP"/>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838200" y="365125"/>
            <a:ext cx="10515600" cy="1325700"/>
          </a:xfrm>
          <a:prstGeom prst="rect">
            <a:avLst/>
          </a:prstGeom>
          <a:noFill/>
          <a:ln>
            <a:noFill/>
          </a:ln>
        </p:spPr>
        <p:txBody>
          <a:bodyPr anchorCtr="0" anchor="ctr" bIns="91425" lIns="109725" spcFirstLastPara="1" rIns="109725" wrap="square" tIns="109725">
            <a:noAutofit/>
          </a:bodyPr>
          <a:lstStyle/>
          <a:p>
            <a:pPr indent="0" lvl="0" marL="0" rtl="0" algn="l">
              <a:lnSpc>
                <a:spcPct val="110000"/>
              </a:lnSpc>
              <a:spcBef>
                <a:spcPts val="0"/>
              </a:spcBef>
              <a:spcAft>
                <a:spcPts val="0"/>
              </a:spcAft>
              <a:buClr>
                <a:schemeClr val="dk1"/>
              </a:buClr>
              <a:buSzPts val="1800"/>
              <a:buNone/>
            </a:pPr>
            <a:r>
              <a:rPr lang="ja-JP"/>
              <a:t>予備アンケート状況</a:t>
            </a:r>
            <a:endParaRPr/>
          </a:p>
        </p:txBody>
      </p:sp>
      <p:sp>
        <p:nvSpPr>
          <p:cNvPr id="120" name="Google Shape;120;p5"/>
          <p:cNvSpPr txBox="1"/>
          <p:nvPr>
            <p:ph idx="1" type="body"/>
          </p:nvPr>
        </p:nvSpPr>
        <p:spPr>
          <a:xfrm>
            <a:off x="838200" y="1825625"/>
            <a:ext cx="10515600" cy="4351200"/>
          </a:xfrm>
          <a:prstGeom prst="rect">
            <a:avLst/>
          </a:prstGeom>
          <a:noFill/>
          <a:ln>
            <a:noFill/>
          </a:ln>
        </p:spPr>
        <p:txBody>
          <a:bodyPr anchorCtr="0" anchor="t" bIns="91425" lIns="109725" spcFirstLastPara="1" rIns="109725" wrap="square" tIns="109725">
            <a:noAutofit/>
          </a:bodyPr>
          <a:lstStyle/>
          <a:p>
            <a:pPr indent="-342900" lvl="0" marL="457200" rtl="0" algn="l">
              <a:lnSpc>
                <a:spcPct val="110000"/>
              </a:lnSpc>
              <a:spcBef>
                <a:spcPts val="1000"/>
              </a:spcBef>
              <a:spcAft>
                <a:spcPts val="0"/>
              </a:spcAft>
              <a:buClr>
                <a:schemeClr val="dk1"/>
              </a:buClr>
              <a:buSzPts val="1800"/>
              <a:buChar char="•"/>
            </a:pPr>
            <a:r>
              <a:rPr lang="ja-JP"/>
              <a:t>参加人数：</a:t>
            </a:r>
            <a:r>
              <a:rPr lang="ja-JP"/>
              <a:t>10名</a:t>
            </a:r>
            <a:r>
              <a:rPr lang="ja-JP"/>
              <a:t>（6/2時点）</a:t>
            </a:r>
            <a:endParaRPr/>
          </a:p>
          <a:p>
            <a:pPr indent="-342900" lvl="0" marL="457200" rtl="0" algn="l">
              <a:lnSpc>
                <a:spcPct val="110000"/>
              </a:lnSpc>
              <a:spcBef>
                <a:spcPts val="1000"/>
              </a:spcBef>
              <a:spcAft>
                <a:spcPts val="0"/>
              </a:spcAft>
              <a:buSzPts val="1800"/>
              <a:buChar char="•"/>
            </a:pPr>
            <a:r>
              <a:rPr lang="ja-JP"/>
              <a:t>回答締め切り：6月30日</a:t>
            </a:r>
            <a:endParaRPr/>
          </a:p>
          <a:p>
            <a:pPr indent="0" lvl="0" marL="0" rtl="0" algn="l">
              <a:lnSpc>
                <a:spcPct val="110000"/>
              </a:lnSpc>
              <a:spcBef>
                <a:spcPts val="1000"/>
              </a:spcBef>
              <a:spcAft>
                <a:spcPts val="0"/>
              </a:spcAft>
              <a:buNone/>
            </a:pPr>
            <a:r>
              <a:t/>
            </a:r>
            <a:endParaRPr/>
          </a:p>
          <a:p>
            <a:pPr indent="-228600" lvl="0" marL="457200" rtl="0" algn="l">
              <a:lnSpc>
                <a:spcPct val="110000"/>
              </a:lnSpc>
              <a:spcBef>
                <a:spcPts val="1000"/>
              </a:spcBef>
              <a:spcAft>
                <a:spcPts val="0"/>
              </a:spcAft>
              <a:buClr>
                <a:schemeClr val="dk1"/>
              </a:buClr>
              <a:buSzPts val="1800"/>
              <a:buNone/>
            </a:pPr>
            <a:r>
              <a:t/>
            </a:r>
            <a:endParaRPr/>
          </a:p>
        </p:txBody>
      </p:sp>
      <p:sp>
        <p:nvSpPr>
          <p:cNvPr id="121" name="Google Shape;121;p5"/>
          <p:cNvSpPr txBox="1"/>
          <p:nvPr>
            <p:ph idx="12" type="sldNum"/>
          </p:nvPr>
        </p:nvSpPr>
        <p:spPr>
          <a:xfrm>
            <a:off x="8610600" y="6356350"/>
            <a:ext cx="2743200" cy="365100"/>
          </a:xfrm>
          <a:prstGeom prst="rect">
            <a:avLst/>
          </a:prstGeom>
          <a:noFill/>
          <a:ln>
            <a:noFill/>
          </a:ln>
        </p:spPr>
        <p:txBody>
          <a:bodyPr anchorCtr="0" anchor="ctr" bIns="91425" lIns="109725" spcFirstLastPara="1" rIns="109725" wrap="square" tIns="109725">
            <a:noAutofit/>
          </a:bodyPr>
          <a:lstStyle/>
          <a:p>
            <a:pPr indent="0" lvl="0" marL="0" rtl="0" algn="r">
              <a:lnSpc>
                <a:spcPct val="100000"/>
              </a:lnSpc>
              <a:spcBef>
                <a:spcPts val="0"/>
              </a:spcBef>
              <a:spcAft>
                <a:spcPts val="0"/>
              </a:spcAft>
              <a:buSzPts val="1200"/>
              <a:buNone/>
            </a:pPr>
            <a:fld id="{00000000-1234-1234-1234-123412341234}" type="slidenum">
              <a:rPr lang="ja-JP"/>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ph type="title"/>
          </p:nvPr>
        </p:nvSpPr>
        <p:spPr>
          <a:xfrm>
            <a:off x="838200" y="365125"/>
            <a:ext cx="10515600" cy="1325700"/>
          </a:xfrm>
          <a:prstGeom prst="rect">
            <a:avLst/>
          </a:prstGeom>
          <a:noFill/>
          <a:ln>
            <a:noFill/>
          </a:ln>
        </p:spPr>
        <p:txBody>
          <a:bodyPr anchorCtr="0" anchor="ctr" bIns="91425" lIns="109725" spcFirstLastPara="1" rIns="109725" wrap="square" tIns="109725">
            <a:noAutofit/>
          </a:bodyPr>
          <a:lstStyle/>
          <a:p>
            <a:pPr indent="0" lvl="0" marL="0" rtl="0" algn="l">
              <a:lnSpc>
                <a:spcPct val="110000"/>
              </a:lnSpc>
              <a:spcBef>
                <a:spcPts val="0"/>
              </a:spcBef>
              <a:spcAft>
                <a:spcPts val="0"/>
              </a:spcAft>
              <a:buClr>
                <a:schemeClr val="dk1"/>
              </a:buClr>
              <a:buSzPts val="1800"/>
              <a:buNone/>
            </a:pPr>
            <a:r>
              <a:rPr lang="ja-JP"/>
              <a:t>アンケート</a:t>
            </a:r>
            <a:r>
              <a:rPr lang="ja-JP"/>
              <a:t>概要</a:t>
            </a:r>
            <a:endParaRPr/>
          </a:p>
        </p:txBody>
      </p:sp>
      <p:sp>
        <p:nvSpPr>
          <p:cNvPr id="127" name="Google Shape;127;p7"/>
          <p:cNvSpPr txBox="1"/>
          <p:nvPr>
            <p:ph idx="1" type="body"/>
          </p:nvPr>
        </p:nvSpPr>
        <p:spPr>
          <a:xfrm>
            <a:off x="838200" y="1825624"/>
            <a:ext cx="10515600" cy="5032500"/>
          </a:xfrm>
          <a:prstGeom prst="rect">
            <a:avLst/>
          </a:prstGeom>
          <a:noFill/>
          <a:ln>
            <a:noFill/>
          </a:ln>
        </p:spPr>
        <p:txBody>
          <a:bodyPr anchorCtr="0" anchor="t" bIns="91425" lIns="109725" spcFirstLastPara="1" rIns="109725" wrap="square" tIns="109725">
            <a:noAutofit/>
          </a:bodyPr>
          <a:lstStyle/>
          <a:p>
            <a:pPr indent="0" lvl="0" marL="114300" rtl="0" algn="l">
              <a:lnSpc>
                <a:spcPct val="110000"/>
              </a:lnSpc>
              <a:spcBef>
                <a:spcPts val="1000"/>
              </a:spcBef>
              <a:spcAft>
                <a:spcPts val="0"/>
              </a:spcAft>
              <a:buSzPts val="1800"/>
              <a:buNone/>
            </a:pPr>
            <a:r>
              <a:rPr b="1" lang="ja-JP"/>
              <a:t>対象データ</a:t>
            </a:r>
            <a:r>
              <a:rPr lang="ja-JP"/>
              <a:t>：雑談配信の中の２３セグメント</a:t>
            </a:r>
            <a:endParaRPr/>
          </a:p>
          <a:p>
            <a:pPr indent="0" lvl="0" marL="114300" rtl="0" algn="l">
              <a:lnSpc>
                <a:spcPct val="110000"/>
              </a:lnSpc>
              <a:spcBef>
                <a:spcPts val="1000"/>
              </a:spcBef>
              <a:spcAft>
                <a:spcPts val="0"/>
              </a:spcAft>
              <a:buSzPts val="1800"/>
              <a:buNone/>
            </a:pPr>
            <a:r>
              <a:rPr b="1" lang="ja-JP"/>
              <a:t>質問項目</a:t>
            </a:r>
            <a:r>
              <a:rPr lang="ja-JP"/>
              <a:t>：９問の満足度に関する質問</a:t>
            </a:r>
            <a:endParaRPr/>
          </a:p>
          <a:p>
            <a:pPr indent="0" lvl="0" marL="114300" rtl="0" algn="l">
              <a:lnSpc>
                <a:spcPct val="110000"/>
              </a:lnSpc>
              <a:spcBef>
                <a:spcPts val="1000"/>
              </a:spcBef>
              <a:spcAft>
                <a:spcPts val="0"/>
              </a:spcAft>
              <a:buSzPts val="1800"/>
              <a:buNone/>
            </a:pPr>
            <a:r>
              <a:rPr b="1" lang="ja-JP"/>
              <a:t>回答形式</a:t>
            </a:r>
            <a:r>
              <a:rPr lang="ja-JP"/>
              <a:t>：５段階評価</a:t>
            </a:r>
            <a:endParaRPr/>
          </a:p>
          <a:p>
            <a:pPr indent="0" lvl="0" marL="0" rtl="0" algn="l">
              <a:spcBef>
                <a:spcPts val="1000"/>
              </a:spcBef>
              <a:spcAft>
                <a:spcPts val="0"/>
              </a:spcAft>
              <a:buSzPts val="1100"/>
              <a:buNone/>
            </a:pPr>
            <a:r>
              <a:rPr b="1" lang="ja-JP"/>
              <a:t>アンケート目的</a:t>
            </a:r>
            <a:r>
              <a:rPr lang="ja-JP"/>
              <a:t>：</a:t>
            </a:r>
            <a:endParaRPr/>
          </a:p>
          <a:p>
            <a:pPr indent="0" lvl="0" marL="0" rtl="0" algn="l">
              <a:spcBef>
                <a:spcPts val="1000"/>
              </a:spcBef>
              <a:spcAft>
                <a:spcPts val="0"/>
              </a:spcAft>
              <a:buSzPts val="1100"/>
              <a:buNone/>
            </a:pPr>
            <a:r>
              <a:rPr lang="ja-JP"/>
              <a:t>・「視聴者の行動指標（ヒートマップ）と主観指標（満足度）　にはギャップがあるのではないか」という仮説の検証</a:t>
            </a:r>
            <a:endParaRPr/>
          </a:p>
          <a:p>
            <a:pPr indent="0" lvl="0" marL="0" rtl="0" algn="l">
              <a:spcBef>
                <a:spcPts val="1000"/>
              </a:spcBef>
              <a:spcAft>
                <a:spcPts val="0"/>
              </a:spcAft>
              <a:buSzPts val="1100"/>
              <a:buNone/>
            </a:pPr>
            <a:r>
              <a:rPr lang="ja-JP"/>
              <a:t>・満足度に関与する要因の分析</a:t>
            </a:r>
            <a:endParaRPr/>
          </a:p>
          <a:p>
            <a:pPr indent="0" lvl="0" marL="0" rtl="0" algn="l">
              <a:spcBef>
                <a:spcPts val="1000"/>
              </a:spcBef>
              <a:spcAft>
                <a:spcPts val="0"/>
              </a:spcAft>
              <a:buSzPts val="1100"/>
              <a:buNone/>
            </a:pPr>
            <a:r>
              <a:rPr lang="ja-JP"/>
              <a:t>・ヒートマップ値が高くなる要因の分析</a:t>
            </a:r>
            <a:endParaRPr/>
          </a:p>
          <a:p>
            <a:pPr indent="0" lvl="0" marL="114300" rtl="0" algn="l">
              <a:lnSpc>
                <a:spcPct val="110000"/>
              </a:lnSpc>
              <a:spcBef>
                <a:spcPts val="1000"/>
              </a:spcBef>
              <a:spcAft>
                <a:spcPts val="0"/>
              </a:spcAft>
              <a:buSzPts val="1800"/>
              <a:buNone/>
            </a:pPr>
            <a:r>
              <a:t/>
            </a:r>
            <a:endParaRPr/>
          </a:p>
        </p:txBody>
      </p:sp>
      <p:sp>
        <p:nvSpPr>
          <p:cNvPr id="128" name="Google Shape;128;p7"/>
          <p:cNvSpPr txBox="1"/>
          <p:nvPr>
            <p:ph idx="12" type="sldNum"/>
          </p:nvPr>
        </p:nvSpPr>
        <p:spPr>
          <a:xfrm>
            <a:off x="8610600" y="6356350"/>
            <a:ext cx="2743200" cy="365100"/>
          </a:xfrm>
          <a:prstGeom prst="rect">
            <a:avLst/>
          </a:prstGeom>
          <a:noFill/>
          <a:ln>
            <a:noFill/>
          </a:ln>
        </p:spPr>
        <p:txBody>
          <a:bodyPr anchorCtr="0" anchor="ctr" bIns="91425" lIns="109725" spcFirstLastPara="1" rIns="109725" wrap="square" tIns="109725">
            <a:noAutofit/>
          </a:bodyPr>
          <a:lstStyle/>
          <a:p>
            <a:pPr indent="0" lvl="0" marL="0" rtl="0" algn="r">
              <a:lnSpc>
                <a:spcPct val="100000"/>
              </a:lnSpc>
              <a:spcBef>
                <a:spcPts val="0"/>
              </a:spcBef>
              <a:spcAft>
                <a:spcPts val="0"/>
              </a:spcAft>
              <a:buSzPts val="1200"/>
              <a:buNone/>
            </a:pPr>
            <a:fld id="{00000000-1234-1234-1234-123412341234}" type="slidenum">
              <a:rPr lang="ja-JP"/>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e713a17e2f_0_18"/>
          <p:cNvSpPr txBox="1"/>
          <p:nvPr>
            <p:ph type="title"/>
          </p:nvPr>
        </p:nvSpPr>
        <p:spPr>
          <a:xfrm>
            <a:off x="838200" y="365125"/>
            <a:ext cx="10515600" cy="1325700"/>
          </a:xfrm>
          <a:prstGeom prst="rect">
            <a:avLst/>
          </a:prstGeom>
        </p:spPr>
        <p:txBody>
          <a:bodyPr anchorCtr="0" anchor="ctr" bIns="91425" lIns="109725" spcFirstLastPara="1" rIns="109725" wrap="square" tIns="109725">
            <a:noAutofit/>
          </a:bodyPr>
          <a:lstStyle/>
          <a:p>
            <a:pPr indent="0" lvl="0" marL="0" rtl="0" algn="l">
              <a:spcBef>
                <a:spcPts val="0"/>
              </a:spcBef>
              <a:spcAft>
                <a:spcPts val="0"/>
              </a:spcAft>
              <a:buNone/>
            </a:pPr>
            <a:r>
              <a:rPr lang="ja-JP"/>
              <a:t>質問内容（9項目）</a:t>
            </a:r>
            <a:endParaRPr/>
          </a:p>
        </p:txBody>
      </p:sp>
      <p:sp>
        <p:nvSpPr>
          <p:cNvPr id="135" name="Google Shape;135;g3e713a17e2f_0_18"/>
          <p:cNvSpPr txBox="1"/>
          <p:nvPr>
            <p:ph idx="1" type="body"/>
          </p:nvPr>
        </p:nvSpPr>
        <p:spPr>
          <a:xfrm>
            <a:off x="838200" y="1825625"/>
            <a:ext cx="10515600" cy="4895700"/>
          </a:xfrm>
          <a:prstGeom prst="rect">
            <a:avLst/>
          </a:prstGeom>
        </p:spPr>
        <p:txBody>
          <a:bodyPr anchorCtr="0" anchor="t" bIns="91425" lIns="109725" spcFirstLastPara="1" rIns="109725" wrap="square" tIns="109725">
            <a:noAutofit/>
          </a:bodyPr>
          <a:lstStyle/>
          <a:p>
            <a:pPr indent="0" lvl="0" marL="0" rtl="0" algn="l">
              <a:spcBef>
                <a:spcPts val="1000"/>
              </a:spcBef>
              <a:spcAft>
                <a:spcPts val="0"/>
              </a:spcAft>
              <a:buNone/>
            </a:pPr>
            <a:r>
              <a:rPr lang="ja-JP"/>
              <a:t>娯楽性、情報性、社会性、リラックス、総合満足度の５つの観点から計9項目のアンケート</a:t>
            </a:r>
            <a:endParaRPr/>
          </a:p>
          <a:p>
            <a:pPr indent="-342900" lvl="0" marL="457200" rtl="0" algn="l">
              <a:spcBef>
                <a:spcPts val="1000"/>
              </a:spcBef>
              <a:spcAft>
                <a:spcPts val="0"/>
              </a:spcAft>
              <a:buSzPts val="1800"/>
              <a:buChar char="•"/>
            </a:pPr>
            <a:r>
              <a:rPr b="1" lang="ja-JP"/>
              <a:t>娯楽性</a:t>
            </a:r>
            <a:endParaRPr b="1"/>
          </a:p>
          <a:p>
            <a:pPr indent="-342900" lvl="1" marL="914400" rtl="0" algn="l">
              <a:spcBef>
                <a:spcPts val="500"/>
              </a:spcBef>
              <a:spcAft>
                <a:spcPts val="0"/>
              </a:spcAft>
              <a:buSzPts val="1800"/>
              <a:buChar char="•"/>
            </a:pPr>
            <a:r>
              <a:rPr lang="ja-JP"/>
              <a:t>1. この動画は面白かった</a:t>
            </a:r>
            <a:endParaRPr/>
          </a:p>
          <a:p>
            <a:pPr indent="-342900" lvl="1" marL="914400" rtl="0" algn="l">
              <a:spcBef>
                <a:spcPts val="500"/>
              </a:spcBef>
              <a:spcAft>
                <a:spcPts val="0"/>
              </a:spcAft>
              <a:buSzPts val="1800"/>
              <a:buChar char="•"/>
            </a:pPr>
            <a:r>
              <a:rPr lang="ja-JP"/>
              <a:t>2. この動画に引き込まれた</a:t>
            </a:r>
            <a:endParaRPr/>
          </a:p>
          <a:p>
            <a:pPr indent="-342900" lvl="1" marL="914400" rtl="0" algn="l">
              <a:spcBef>
                <a:spcPts val="500"/>
              </a:spcBef>
              <a:spcAft>
                <a:spcPts val="0"/>
              </a:spcAft>
              <a:buSzPts val="1800"/>
              <a:buChar char="•"/>
            </a:pPr>
            <a:r>
              <a:rPr lang="ja-JP"/>
              <a:t>3. この動画のテンポは良かった</a:t>
            </a:r>
            <a:endParaRPr/>
          </a:p>
          <a:p>
            <a:pPr indent="-342900" lvl="0" marL="457200" rtl="0" algn="l">
              <a:spcBef>
                <a:spcPts val="1000"/>
              </a:spcBef>
              <a:spcAft>
                <a:spcPts val="0"/>
              </a:spcAft>
              <a:buSzPts val="1800"/>
              <a:buChar char="•"/>
            </a:pPr>
            <a:r>
              <a:rPr b="1" lang="ja-JP"/>
              <a:t>情報性</a:t>
            </a:r>
            <a:endParaRPr b="1"/>
          </a:p>
          <a:p>
            <a:pPr indent="-342900" lvl="1" marL="914400" rtl="0" algn="l">
              <a:spcBef>
                <a:spcPts val="500"/>
              </a:spcBef>
              <a:spcAft>
                <a:spcPts val="0"/>
              </a:spcAft>
              <a:buSzPts val="1800"/>
              <a:buChar char="•"/>
            </a:pPr>
            <a:r>
              <a:rPr lang="ja-JP"/>
              <a:t>4. この動画から新しい情報を得られた</a:t>
            </a:r>
            <a:endParaRPr/>
          </a:p>
          <a:p>
            <a:pPr indent="-342900" lvl="1" marL="914400" rtl="0" algn="l">
              <a:spcBef>
                <a:spcPts val="500"/>
              </a:spcBef>
              <a:spcAft>
                <a:spcPts val="0"/>
              </a:spcAft>
              <a:buSzPts val="1800"/>
              <a:buChar char="•"/>
            </a:pPr>
            <a:r>
              <a:rPr lang="ja-JP"/>
              <a:t>5. この動画には有益な情報が含まれていた</a:t>
            </a:r>
            <a:endParaRPr/>
          </a:p>
          <a:p>
            <a:pPr indent="0" lvl="0" marL="0" rtl="0" algn="l">
              <a:spcBef>
                <a:spcPts val="1000"/>
              </a:spcBef>
              <a:spcAft>
                <a:spcPts val="0"/>
              </a:spcAft>
              <a:buNone/>
            </a:pPr>
            <a:r>
              <a:t/>
            </a:r>
            <a:endParaRPr/>
          </a:p>
        </p:txBody>
      </p:sp>
      <p:sp>
        <p:nvSpPr>
          <p:cNvPr id="136" name="Google Shape;136;g3e713a17e2f_0_18"/>
          <p:cNvSpPr txBox="1"/>
          <p:nvPr>
            <p:ph idx="12" type="sldNum"/>
          </p:nvPr>
        </p:nvSpPr>
        <p:spPr>
          <a:xfrm>
            <a:off x="8610600" y="6356350"/>
            <a:ext cx="2743200" cy="365100"/>
          </a:xfrm>
          <a:prstGeom prst="rect">
            <a:avLst/>
          </a:prstGeom>
        </p:spPr>
        <p:txBody>
          <a:bodyPr anchorCtr="0" anchor="ctr" bIns="91425" lIns="109725" spcFirstLastPara="1" rIns="109725" wrap="square" tIns="109725">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e713a17e2f_0_32"/>
          <p:cNvSpPr txBox="1"/>
          <p:nvPr>
            <p:ph type="title"/>
          </p:nvPr>
        </p:nvSpPr>
        <p:spPr>
          <a:xfrm>
            <a:off x="838200" y="365125"/>
            <a:ext cx="10515600" cy="1325700"/>
          </a:xfrm>
          <a:prstGeom prst="rect">
            <a:avLst/>
          </a:prstGeom>
          <a:noFill/>
          <a:ln>
            <a:noFill/>
          </a:ln>
        </p:spPr>
        <p:txBody>
          <a:bodyPr anchorCtr="0" anchor="ctr" bIns="91425" lIns="109725" spcFirstLastPara="1" rIns="109725" wrap="square" tIns="109725">
            <a:noAutofit/>
          </a:bodyPr>
          <a:lstStyle/>
          <a:p>
            <a:pPr indent="0" lvl="0" marL="0" rtl="0" algn="l">
              <a:lnSpc>
                <a:spcPct val="110000"/>
              </a:lnSpc>
              <a:spcBef>
                <a:spcPts val="0"/>
              </a:spcBef>
              <a:spcAft>
                <a:spcPts val="0"/>
              </a:spcAft>
              <a:buClr>
                <a:schemeClr val="dk1"/>
              </a:buClr>
              <a:buSzPts val="1800"/>
              <a:buNone/>
            </a:pPr>
            <a:r>
              <a:rPr lang="ja-JP"/>
              <a:t>質問内容（9項目）</a:t>
            </a:r>
            <a:endParaRPr/>
          </a:p>
        </p:txBody>
      </p:sp>
      <p:sp>
        <p:nvSpPr>
          <p:cNvPr id="142" name="Google Shape;142;g3e713a17e2f_0_32"/>
          <p:cNvSpPr txBox="1"/>
          <p:nvPr>
            <p:ph idx="1" type="body"/>
          </p:nvPr>
        </p:nvSpPr>
        <p:spPr>
          <a:xfrm>
            <a:off x="838200" y="1825625"/>
            <a:ext cx="10515600" cy="4896000"/>
          </a:xfrm>
          <a:prstGeom prst="rect">
            <a:avLst/>
          </a:prstGeom>
          <a:noFill/>
          <a:ln>
            <a:noFill/>
          </a:ln>
        </p:spPr>
        <p:txBody>
          <a:bodyPr anchorCtr="0" anchor="t" bIns="91425" lIns="109725" spcFirstLastPara="1" rIns="109725" wrap="square" tIns="109725">
            <a:noAutofit/>
          </a:bodyPr>
          <a:lstStyle/>
          <a:p>
            <a:pPr indent="-342900" lvl="0" marL="457200" rtl="0" algn="l">
              <a:lnSpc>
                <a:spcPct val="110000"/>
              </a:lnSpc>
              <a:spcBef>
                <a:spcPts val="1000"/>
              </a:spcBef>
              <a:spcAft>
                <a:spcPts val="0"/>
              </a:spcAft>
              <a:buClr>
                <a:schemeClr val="dk1"/>
              </a:buClr>
              <a:buSzPts val="1800"/>
              <a:buChar char="•"/>
            </a:pPr>
            <a:r>
              <a:rPr b="1" lang="ja-JP"/>
              <a:t>社会性</a:t>
            </a:r>
            <a:endParaRPr b="1"/>
          </a:p>
          <a:p>
            <a:pPr indent="-342900" lvl="1" marL="914400" rtl="0" algn="l">
              <a:lnSpc>
                <a:spcPct val="110000"/>
              </a:lnSpc>
              <a:spcBef>
                <a:spcPts val="500"/>
              </a:spcBef>
              <a:spcAft>
                <a:spcPts val="0"/>
              </a:spcAft>
              <a:buSzPts val="1800"/>
              <a:buChar char="•"/>
            </a:pPr>
            <a:r>
              <a:rPr lang="ja-JP"/>
              <a:t>6. この動画は誰かに共有したいと思った</a:t>
            </a:r>
            <a:endParaRPr/>
          </a:p>
          <a:p>
            <a:pPr indent="-342900" lvl="0" marL="457200" rtl="0" algn="l">
              <a:lnSpc>
                <a:spcPct val="110000"/>
              </a:lnSpc>
              <a:spcBef>
                <a:spcPts val="1000"/>
              </a:spcBef>
              <a:spcAft>
                <a:spcPts val="0"/>
              </a:spcAft>
              <a:buClr>
                <a:schemeClr val="dk1"/>
              </a:buClr>
              <a:buSzPts val="1800"/>
              <a:buChar char="•"/>
            </a:pPr>
            <a:r>
              <a:rPr b="1" lang="ja-JP"/>
              <a:t>リラックス</a:t>
            </a:r>
            <a:endParaRPr b="1"/>
          </a:p>
          <a:p>
            <a:pPr indent="-342900" lvl="1" marL="914400" rtl="0" algn="l">
              <a:lnSpc>
                <a:spcPct val="110000"/>
              </a:lnSpc>
              <a:spcBef>
                <a:spcPts val="500"/>
              </a:spcBef>
              <a:spcAft>
                <a:spcPts val="0"/>
              </a:spcAft>
              <a:buSzPts val="1800"/>
              <a:buChar char="•"/>
            </a:pPr>
            <a:r>
              <a:rPr lang="ja-JP"/>
              <a:t>7. この動画は気軽に視聴できた</a:t>
            </a:r>
            <a:endParaRPr/>
          </a:p>
          <a:p>
            <a:pPr indent="-342900" lvl="1" marL="914400" rtl="0" algn="l">
              <a:lnSpc>
                <a:spcPct val="110000"/>
              </a:lnSpc>
              <a:spcBef>
                <a:spcPts val="500"/>
              </a:spcBef>
              <a:spcAft>
                <a:spcPts val="0"/>
              </a:spcAft>
              <a:buSzPts val="1800"/>
              <a:buChar char="•"/>
            </a:pPr>
            <a:r>
              <a:rPr lang="ja-JP"/>
              <a:t>8. この動画は気分転換になった</a:t>
            </a:r>
            <a:endParaRPr/>
          </a:p>
          <a:p>
            <a:pPr indent="-342900" lvl="0" marL="457200" rtl="0" algn="l">
              <a:lnSpc>
                <a:spcPct val="110000"/>
              </a:lnSpc>
              <a:spcBef>
                <a:spcPts val="1000"/>
              </a:spcBef>
              <a:spcAft>
                <a:spcPts val="0"/>
              </a:spcAft>
              <a:buClr>
                <a:schemeClr val="dk1"/>
              </a:buClr>
              <a:buSzPts val="1800"/>
              <a:buChar char="•"/>
            </a:pPr>
            <a:r>
              <a:rPr b="1" lang="ja-JP"/>
              <a:t>満足度</a:t>
            </a:r>
            <a:endParaRPr b="1"/>
          </a:p>
          <a:p>
            <a:pPr indent="-342900" lvl="1" marL="914400" rtl="0" algn="l">
              <a:lnSpc>
                <a:spcPct val="110000"/>
              </a:lnSpc>
              <a:spcBef>
                <a:spcPts val="500"/>
              </a:spcBef>
              <a:spcAft>
                <a:spcPts val="0"/>
              </a:spcAft>
              <a:buSzPts val="1800"/>
              <a:buChar char="•"/>
            </a:pPr>
            <a:r>
              <a:rPr lang="ja-JP"/>
              <a:t>9. この動画に満足した</a:t>
            </a:r>
            <a:endParaRPr/>
          </a:p>
          <a:p>
            <a:pPr indent="0" lvl="0" marL="114300" rtl="0" algn="l">
              <a:lnSpc>
                <a:spcPct val="110000"/>
              </a:lnSpc>
              <a:spcBef>
                <a:spcPts val="1000"/>
              </a:spcBef>
              <a:spcAft>
                <a:spcPts val="0"/>
              </a:spcAft>
              <a:buSzPts val="1800"/>
              <a:buNone/>
            </a:pPr>
            <a:r>
              <a:t/>
            </a:r>
            <a:endParaRPr/>
          </a:p>
        </p:txBody>
      </p:sp>
      <p:sp>
        <p:nvSpPr>
          <p:cNvPr id="143" name="Google Shape;143;g3e713a17e2f_0_32"/>
          <p:cNvSpPr txBox="1"/>
          <p:nvPr>
            <p:ph idx="12" type="sldNum"/>
          </p:nvPr>
        </p:nvSpPr>
        <p:spPr>
          <a:xfrm>
            <a:off x="8610600" y="6356350"/>
            <a:ext cx="2743200" cy="365100"/>
          </a:xfrm>
          <a:prstGeom prst="rect">
            <a:avLst/>
          </a:prstGeom>
          <a:noFill/>
          <a:ln>
            <a:noFill/>
          </a:ln>
        </p:spPr>
        <p:txBody>
          <a:bodyPr anchorCtr="0" anchor="ctr" bIns="91425" lIns="109725" spcFirstLastPara="1" rIns="109725" wrap="square" tIns="109725">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e713a17e2f_0_0"/>
          <p:cNvSpPr txBox="1"/>
          <p:nvPr>
            <p:ph type="title"/>
          </p:nvPr>
        </p:nvSpPr>
        <p:spPr>
          <a:xfrm>
            <a:off x="838200" y="365125"/>
            <a:ext cx="10515600" cy="1325700"/>
          </a:xfrm>
          <a:prstGeom prst="rect">
            <a:avLst/>
          </a:prstGeom>
        </p:spPr>
        <p:txBody>
          <a:bodyPr anchorCtr="0" anchor="ctr" bIns="91425" lIns="109725" spcFirstLastPara="1" rIns="109725" wrap="square" tIns="109725">
            <a:noAutofit/>
          </a:bodyPr>
          <a:lstStyle/>
          <a:p>
            <a:pPr indent="0" lvl="0" marL="0" rtl="0" algn="l">
              <a:spcBef>
                <a:spcPts val="0"/>
              </a:spcBef>
              <a:spcAft>
                <a:spcPts val="0"/>
              </a:spcAft>
              <a:buNone/>
            </a:pPr>
            <a:r>
              <a:rPr lang="ja-JP"/>
              <a:t>今後のアプローチ（相関ベース）</a:t>
            </a:r>
            <a:endParaRPr/>
          </a:p>
        </p:txBody>
      </p:sp>
      <p:sp>
        <p:nvSpPr>
          <p:cNvPr id="150" name="Google Shape;150;g3e713a17e2f_0_0"/>
          <p:cNvSpPr txBox="1"/>
          <p:nvPr>
            <p:ph idx="1" type="body"/>
          </p:nvPr>
        </p:nvSpPr>
        <p:spPr>
          <a:xfrm>
            <a:off x="838200" y="1825625"/>
            <a:ext cx="11247900" cy="4895700"/>
          </a:xfrm>
          <a:prstGeom prst="rect">
            <a:avLst/>
          </a:prstGeom>
        </p:spPr>
        <p:txBody>
          <a:bodyPr anchorCtr="0" anchor="t" bIns="91425" lIns="109725" spcFirstLastPara="1" rIns="109725" wrap="square" tIns="109725">
            <a:noAutofit/>
          </a:bodyPr>
          <a:lstStyle/>
          <a:p>
            <a:pPr indent="0" lvl="0" marL="0" rtl="0" algn="l">
              <a:spcBef>
                <a:spcPts val="1000"/>
              </a:spcBef>
              <a:spcAft>
                <a:spcPts val="0"/>
              </a:spcAft>
              <a:buNone/>
            </a:pPr>
            <a:r>
              <a:rPr b="1" lang="ja-JP"/>
              <a:t>1. </a:t>
            </a:r>
            <a:r>
              <a:rPr lang="ja-JP"/>
              <a:t>各項目のスコア化 </a:t>
            </a:r>
            <a:endParaRPr/>
          </a:p>
          <a:p>
            <a:pPr indent="0" lvl="0" marL="0" rtl="0" algn="l">
              <a:spcBef>
                <a:spcPts val="1000"/>
              </a:spcBef>
              <a:spcAft>
                <a:spcPts val="0"/>
              </a:spcAft>
              <a:buNone/>
            </a:pPr>
            <a:r>
              <a:rPr lang="ja-JP"/>
              <a:t>全くそう思わない→１点　・・・　非常にそう思う→５点</a:t>
            </a:r>
            <a:endParaRPr/>
          </a:p>
          <a:p>
            <a:pPr indent="0" lvl="0" marL="0" rtl="0" algn="l">
              <a:spcBef>
                <a:spcPts val="1000"/>
              </a:spcBef>
              <a:spcAft>
                <a:spcPts val="0"/>
              </a:spcAft>
              <a:buNone/>
            </a:pPr>
            <a:r>
              <a:rPr b="1" lang="ja-JP"/>
              <a:t>2. </a:t>
            </a:r>
            <a:r>
              <a:rPr lang="ja-JP"/>
              <a:t>回答者の平均値を項目ごとに計算</a:t>
            </a:r>
            <a:endParaRPr/>
          </a:p>
          <a:p>
            <a:pPr indent="0" lvl="0" marL="0" rtl="0" algn="l">
              <a:spcBef>
                <a:spcPts val="1000"/>
              </a:spcBef>
              <a:spcAft>
                <a:spcPts val="0"/>
              </a:spcAft>
              <a:buNone/>
            </a:pPr>
            <a:r>
              <a:rPr lang="ja-JP"/>
              <a:t>　→セグメントごとに９つの評価スコアを算出</a:t>
            </a:r>
            <a:endParaRPr/>
          </a:p>
          <a:p>
            <a:pPr indent="0" lvl="0" marL="0" rtl="0" algn="l">
              <a:spcBef>
                <a:spcPts val="1000"/>
              </a:spcBef>
              <a:spcAft>
                <a:spcPts val="0"/>
              </a:spcAft>
              <a:buNone/>
            </a:pPr>
            <a:r>
              <a:rPr b="1" lang="ja-JP"/>
              <a:t>3. </a:t>
            </a:r>
            <a:r>
              <a:rPr lang="ja-JP"/>
              <a:t>項目9(総合満足度)と、ヒートマップ値との相関を算出</a:t>
            </a:r>
            <a:endParaRPr/>
          </a:p>
          <a:p>
            <a:pPr indent="0" lvl="0" marL="0" rtl="0" algn="l">
              <a:spcBef>
                <a:spcPts val="1000"/>
              </a:spcBef>
              <a:spcAft>
                <a:spcPts val="0"/>
              </a:spcAft>
              <a:buNone/>
            </a:pPr>
            <a:r>
              <a:rPr b="1" lang="ja-JP"/>
              <a:t>4.</a:t>
            </a:r>
            <a:r>
              <a:rPr lang="ja-JP"/>
              <a:t> 1〜8の各項目と、9の総合満足度との相関を算出 (8パターン)</a:t>
            </a:r>
            <a:endParaRPr/>
          </a:p>
          <a:p>
            <a:pPr indent="0" lvl="0" marL="0" rtl="0" algn="l">
              <a:spcBef>
                <a:spcPts val="1000"/>
              </a:spcBef>
              <a:spcAft>
                <a:spcPts val="0"/>
              </a:spcAft>
              <a:buNone/>
            </a:pPr>
            <a:r>
              <a:rPr b="1" lang="ja-JP"/>
              <a:t>5. </a:t>
            </a:r>
            <a:r>
              <a:rPr lang="ja-JP"/>
              <a:t>1〜8の各項目と、ヒートマップ値との相関を算出(8パターン)</a:t>
            </a:r>
            <a:endParaRPr/>
          </a:p>
          <a:p>
            <a:pPr indent="0" lvl="0" marL="0" rtl="0" algn="l">
              <a:spcBef>
                <a:spcPts val="1000"/>
              </a:spcBef>
              <a:spcAft>
                <a:spcPts val="0"/>
              </a:spcAft>
              <a:buNone/>
            </a:pPr>
            <a:r>
              <a:rPr b="1" lang="ja-JP"/>
              <a:t>6.</a:t>
            </a:r>
            <a:r>
              <a:rPr lang="ja-JP"/>
              <a:t> step3～5の結果をもとに考察</a:t>
            </a:r>
            <a:endParaRPr/>
          </a:p>
          <a:p>
            <a:pPr indent="0" lvl="0" marL="0" rtl="0" algn="l">
              <a:spcBef>
                <a:spcPts val="1000"/>
              </a:spcBef>
              <a:spcAft>
                <a:spcPts val="0"/>
              </a:spcAft>
              <a:buNone/>
            </a:pPr>
            <a:r>
              <a:t/>
            </a:r>
            <a:endParaRPr/>
          </a:p>
        </p:txBody>
      </p:sp>
      <p:sp>
        <p:nvSpPr>
          <p:cNvPr id="151" name="Google Shape;151;g3e713a17e2f_0_0"/>
          <p:cNvSpPr txBox="1"/>
          <p:nvPr>
            <p:ph idx="12" type="sldNum"/>
          </p:nvPr>
        </p:nvSpPr>
        <p:spPr>
          <a:xfrm>
            <a:off x="8610600" y="6356350"/>
            <a:ext cx="2743200" cy="365100"/>
          </a:xfrm>
          <a:prstGeom prst="rect">
            <a:avLst/>
          </a:prstGeom>
        </p:spPr>
        <p:txBody>
          <a:bodyPr anchorCtr="0" anchor="ctr" bIns="91425" lIns="109725" spcFirstLastPara="1" rIns="109725" wrap="square" tIns="109725">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e713a17e2f_0_141"/>
          <p:cNvSpPr txBox="1"/>
          <p:nvPr>
            <p:ph type="title"/>
          </p:nvPr>
        </p:nvSpPr>
        <p:spPr>
          <a:xfrm>
            <a:off x="838200" y="365125"/>
            <a:ext cx="10515600" cy="1325700"/>
          </a:xfrm>
          <a:prstGeom prst="rect">
            <a:avLst/>
          </a:prstGeom>
        </p:spPr>
        <p:txBody>
          <a:bodyPr anchorCtr="0" anchor="ctr" bIns="91425" lIns="109725" spcFirstLastPara="1" rIns="109725" wrap="square" tIns="109725">
            <a:noAutofit/>
          </a:bodyPr>
          <a:lstStyle/>
          <a:p>
            <a:pPr indent="0" lvl="0" marL="0" rtl="0" algn="l">
              <a:spcBef>
                <a:spcPts val="0"/>
              </a:spcBef>
              <a:spcAft>
                <a:spcPts val="0"/>
              </a:spcAft>
              <a:buNone/>
            </a:pPr>
            <a:r>
              <a:rPr lang="ja-JP"/>
              <a:t>それぞれの相関分析の目的</a:t>
            </a:r>
            <a:endParaRPr/>
          </a:p>
        </p:txBody>
      </p:sp>
      <p:sp>
        <p:nvSpPr>
          <p:cNvPr id="158" name="Google Shape;158;g3e713a17e2f_0_141"/>
          <p:cNvSpPr txBox="1"/>
          <p:nvPr>
            <p:ph idx="1" type="body"/>
          </p:nvPr>
        </p:nvSpPr>
        <p:spPr>
          <a:xfrm>
            <a:off x="838200" y="1825625"/>
            <a:ext cx="11701500" cy="4530600"/>
          </a:xfrm>
          <a:prstGeom prst="rect">
            <a:avLst/>
          </a:prstGeom>
        </p:spPr>
        <p:txBody>
          <a:bodyPr anchorCtr="0" anchor="t" bIns="91425" lIns="109725" spcFirstLastPara="1" rIns="109725" wrap="square" tIns="109725">
            <a:noAutofit/>
          </a:bodyPr>
          <a:lstStyle/>
          <a:p>
            <a:pPr indent="0" lvl="0" marL="0" rtl="0" algn="l">
              <a:spcBef>
                <a:spcPts val="1000"/>
              </a:spcBef>
              <a:spcAft>
                <a:spcPts val="0"/>
              </a:spcAft>
              <a:buNone/>
            </a:pPr>
            <a:r>
              <a:rPr b="1" lang="ja-JP"/>
              <a:t>・①項目9の総合満足度と、ヒートマップ値との相関</a:t>
            </a:r>
            <a:endParaRPr b="1"/>
          </a:p>
          <a:p>
            <a:pPr indent="0" lvl="0" marL="0" rtl="0" algn="l">
              <a:spcBef>
                <a:spcPts val="1000"/>
              </a:spcBef>
              <a:spcAft>
                <a:spcPts val="0"/>
              </a:spcAft>
              <a:buNone/>
            </a:pPr>
            <a:r>
              <a:rPr lang="ja-JP"/>
              <a:t>→ 動画全体における</a:t>
            </a:r>
            <a:r>
              <a:rPr lang="ja-JP" u="sng"/>
              <a:t>満足度</a:t>
            </a:r>
            <a:r>
              <a:rPr lang="ja-JP"/>
              <a:t>と</a:t>
            </a:r>
            <a:r>
              <a:rPr lang="ja-JP" u="sng"/>
              <a:t>ヒートマップ値</a:t>
            </a:r>
            <a:r>
              <a:rPr lang="ja-JP"/>
              <a:t>の相関関係</a:t>
            </a:r>
            <a:r>
              <a:rPr lang="ja-JP"/>
              <a:t>を捉える</a:t>
            </a:r>
            <a:endParaRPr/>
          </a:p>
          <a:p>
            <a:pPr indent="0" lvl="0" marL="0" rtl="0" algn="l">
              <a:spcBef>
                <a:spcPts val="1000"/>
              </a:spcBef>
              <a:spcAft>
                <a:spcPts val="0"/>
              </a:spcAft>
              <a:buNone/>
            </a:pPr>
            <a:r>
              <a:rPr b="1" lang="ja-JP"/>
              <a:t>・②1〜8の各項目と、9の総合満足度との相関</a:t>
            </a:r>
            <a:endParaRPr b="1"/>
          </a:p>
          <a:p>
            <a:pPr indent="0" lvl="0" marL="0" rtl="0" algn="l">
              <a:spcBef>
                <a:spcPts val="1000"/>
              </a:spcBef>
              <a:spcAft>
                <a:spcPts val="0"/>
              </a:spcAft>
              <a:buNone/>
            </a:pPr>
            <a:r>
              <a:rPr lang="ja-JP"/>
              <a:t>→ どの</a:t>
            </a:r>
            <a:r>
              <a:rPr lang="ja-JP" u="sng"/>
              <a:t>項目（娯楽性、... 、リラックス）</a:t>
            </a:r>
            <a:r>
              <a:rPr lang="ja-JP"/>
              <a:t>が動画の</a:t>
            </a:r>
            <a:r>
              <a:rPr lang="ja-JP" u="sng"/>
              <a:t>満足度</a:t>
            </a:r>
            <a:r>
              <a:rPr lang="ja-JP"/>
              <a:t>と関係がありそうかを特定する</a:t>
            </a:r>
            <a:endParaRPr/>
          </a:p>
          <a:p>
            <a:pPr indent="0" lvl="0" marL="0" rtl="0" algn="l">
              <a:spcBef>
                <a:spcPts val="1000"/>
              </a:spcBef>
              <a:spcAft>
                <a:spcPts val="0"/>
              </a:spcAft>
              <a:buNone/>
            </a:pPr>
            <a:r>
              <a:rPr b="1" lang="ja-JP"/>
              <a:t>・③1〜8の各項目と、ヒートマップ値との相関</a:t>
            </a:r>
            <a:endParaRPr b="1"/>
          </a:p>
          <a:p>
            <a:pPr indent="0" lvl="0" marL="0" rtl="0" algn="l">
              <a:spcBef>
                <a:spcPts val="1000"/>
              </a:spcBef>
              <a:spcAft>
                <a:spcPts val="0"/>
              </a:spcAft>
              <a:buNone/>
            </a:pPr>
            <a:r>
              <a:rPr lang="ja-JP"/>
              <a:t>→ リプレイなどの視聴行動の要因になっている心理的要素を特定する。 </a:t>
            </a:r>
            <a:endParaRPr/>
          </a:p>
        </p:txBody>
      </p:sp>
      <p:sp>
        <p:nvSpPr>
          <p:cNvPr id="159" name="Google Shape;159;g3e713a17e2f_0_141"/>
          <p:cNvSpPr txBox="1"/>
          <p:nvPr>
            <p:ph idx="12" type="sldNum"/>
          </p:nvPr>
        </p:nvSpPr>
        <p:spPr>
          <a:xfrm>
            <a:off x="8610600" y="6356350"/>
            <a:ext cx="2743200" cy="365100"/>
          </a:xfrm>
          <a:prstGeom prst="rect">
            <a:avLst/>
          </a:prstGeom>
        </p:spPr>
        <p:txBody>
          <a:bodyPr anchorCtr="0" anchor="ctr" bIns="91425" lIns="109725" spcFirstLastPara="1" rIns="109725" wrap="square" tIns="109725">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e713a17e2f_0_124"/>
          <p:cNvSpPr txBox="1"/>
          <p:nvPr>
            <p:ph type="title"/>
          </p:nvPr>
        </p:nvSpPr>
        <p:spPr>
          <a:xfrm>
            <a:off x="838200" y="365125"/>
            <a:ext cx="10515600" cy="1325700"/>
          </a:xfrm>
          <a:prstGeom prst="rect">
            <a:avLst/>
          </a:prstGeom>
        </p:spPr>
        <p:txBody>
          <a:bodyPr anchorCtr="0" anchor="ctr" bIns="91425" lIns="109725" spcFirstLastPara="1" rIns="109725" wrap="square" tIns="109725">
            <a:noAutofit/>
          </a:bodyPr>
          <a:lstStyle/>
          <a:p>
            <a:pPr indent="0" lvl="0" marL="0" rtl="0" algn="l">
              <a:spcBef>
                <a:spcPts val="0"/>
              </a:spcBef>
              <a:spcAft>
                <a:spcPts val="0"/>
              </a:spcAft>
              <a:buNone/>
            </a:pPr>
            <a:r>
              <a:rPr lang="ja-JP"/>
              <a:t>特に考察したい内容</a:t>
            </a:r>
            <a:endParaRPr/>
          </a:p>
        </p:txBody>
      </p:sp>
      <p:sp>
        <p:nvSpPr>
          <p:cNvPr id="166" name="Google Shape;166;g3e713a17e2f_0_124"/>
          <p:cNvSpPr txBox="1"/>
          <p:nvPr>
            <p:ph idx="1" type="body"/>
          </p:nvPr>
        </p:nvSpPr>
        <p:spPr>
          <a:xfrm>
            <a:off x="838200" y="1690825"/>
            <a:ext cx="10515600" cy="5032500"/>
          </a:xfrm>
          <a:prstGeom prst="rect">
            <a:avLst/>
          </a:prstGeom>
        </p:spPr>
        <p:txBody>
          <a:bodyPr anchorCtr="0" anchor="t" bIns="91425" lIns="109725" spcFirstLastPara="1" rIns="109725" wrap="square" tIns="109725">
            <a:noAutofit/>
          </a:bodyPr>
          <a:lstStyle/>
          <a:p>
            <a:pPr indent="0" lvl="0" marL="0" rtl="0" algn="l">
              <a:spcBef>
                <a:spcPts val="1000"/>
              </a:spcBef>
              <a:spcAft>
                <a:spcPts val="0"/>
              </a:spcAft>
              <a:buNone/>
            </a:pPr>
            <a:r>
              <a:rPr b="1" lang="ja-JP"/>
              <a:t>ヒートマップ</a:t>
            </a:r>
            <a:r>
              <a:rPr b="1" lang="ja-JP">
                <a:solidFill>
                  <a:srgbClr val="FF0000"/>
                </a:solidFill>
              </a:rPr>
              <a:t>高</a:t>
            </a:r>
            <a:r>
              <a:rPr b="1" lang="ja-JP"/>
              <a:t>×満足度</a:t>
            </a:r>
            <a:r>
              <a:rPr b="1" lang="ja-JP">
                <a:solidFill>
                  <a:srgbClr val="0000FF"/>
                </a:solidFill>
              </a:rPr>
              <a:t>低</a:t>
            </a:r>
            <a:r>
              <a:rPr b="1" lang="ja-JP"/>
              <a:t>　</a:t>
            </a:r>
            <a:endParaRPr b="1"/>
          </a:p>
          <a:p>
            <a:pPr indent="0" lvl="0" marL="0" rtl="0" algn="l">
              <a:spcBef>
                <a:spcPts val="1000"/>
              </a:spcBef>
              <a:spcAft>
                <a:spcPts val="0"/>
              </a:spcAft>
              <a:buNone/>
            </a:pPr>
            <a:r>
              <a:rPr lang="ja-JP"/>
              <a:t>＝ 満足度は低いが、リプレイなどの視聴行動の指標は高い</a:t>
            </a:r>
            <a:endParaRPr/>
          </a:p>
          <a:p>
            <a:pPr indent="0" lvl="0" marL="0" rtl="0" algn="l">
              <a:spcBef>
                <a:spcPts val="1000"/>
              </a:spcBef>
              <a:spcAft>
                <a:spcPts val="0"/>
              </a:spcAft>
              <a:buNone/>
            </a:pPr>
            <a:r>
              <a:rPr lang="ja-JP"/>
              <a:t>→（話のテンポが悪くて内容が理解しづらいなどが原因でリプレイが多くスコアがたかくなった可能性など）ギャップが生まれた要因について相関係数③の結果を参考に考察</a:t>
            </a:r>
            <a:endParaRPr/>
          </a:p>
          <a:p>
            <a:pPr indent="0" lvl="0" marL="0" rtl="0" algn="l">
              <a:spcBef>
                <a:spcPts val="1000"/>
              </a:spcBef>
              <a:spcAft>
                <a:spcPts val="0"/>
              </a:spcAft>
              <a:buNone/>
            </a:pPr>
            <a:r>
              <a:rPr b="1" lang="ja-JP"/>
              <a:t>ヒートマップ</a:t>
            </a:r>
            <a:r>
              <a:rPr b="1" lang="ja-JP">
                <a:solidFill>
                  <a:srgbClr val="0000FF"/>
                </a:solidFill>
              </a:rPr>
              <a:t>低</a:t>
            </a:r>
            <a:r>
              <a:rPr b="1" lang="ja-JP"/>
              <a:t>×満足度</a:t>
            </a:r>
            <a:r>
              <a:rPr b="1" lang="ja-JP">
                <a:solidFill>
                  <a:srgbClr val="FF0000"/>
                </a:solidFill>
              </a:rPr>
              <a:t>高</a:t>
            </a:r>
            <a:endParaRPr/>
          </a:p>
          <a:p>
            <a:pPr indent="0" lvl="0" marL="0" rtl="0" algn="l">
              <a:spcBef>
                <a:spcPts val="1000"/>
              </a:spcBef>
              <a:spcAft>
                <a:spcPts val="0"/>
              </a:spcAft>
              <a:buNone/>
            </a:pPr>
            <a:r>
              <a:rPr lang="ja-JP"/>
              <a:t>＝ リプレイなどの視聴行動の指標は低いのに満足度は高い</a:t>
            </a:r>
            <a:endParaRPr/>
          </a:p>
          <a:p>
            <a:pPr indent="0" lvl="0" marL="0" rtl="0" algn="l">
              <a:spcBef>
                <a:spcPts val="1000"/>
              </a:spcBef>
              <a:spcAft>
                <a:spcPts val="0"/>
              </a:spcAft>
              <a:buNone/>
            </a:pPr>
            <a:r>
              <a:rPr lang="ja-JP"/>
              <a:t>→長時間動画である場合、見どころをスキップする可能性有</a:t>
            </a:r>
            <a:endParaRPr/>
          </a:p>
          <a:p>
            <a:pPr indent="0" lvl="0" marL="0" rtl="0" algn="l">
              <a:spcBef>
                <a:spcPts val="1000"/>
              </a:spcBef>
              <a:spcAft>
                <a:spcPts val="0"/>
              </a:spcAft>
              <a:buNone/>
            </a:pPr>
            <a:r>
              <a:rPr lang="ja-JP"/>
              <a:t>→満足度を高めた要因について相関係数②を参考に考察</a:t>
            </a:r>
            <a:endParaRPr/>
          </a:p>
        </p:txBody>
      </p:sp>
      <p:sp>
        <p:nvSpPr>
          <p:cNvPr id="167" name="Google Shape;167;g3e713a17e2f_0_124"/>
          <p:cNvSpPr txBox="1"/>
          <p:nvPr>
            <p:ph idx="12" type="sldNum"/>
          </p:nvPr>
        </p:nvSpPr>
        <p:spPr>
          <a:xfrm>
            <a:off x="8610600" y="6356350"/>
            <a:ext cx="2743200" cy="365100"/>
          </a:xfrm>
          <a:prstGeom prst="rect">
            <a:avLst/>
          </a:prstGeom>
        </p:spPr>
        <p:txBody>
          <a:bodyPr anchorCtr="0" anchor="ctr" bIns="91425" lIns="109725" spcFirstLastPara="1" rIns="109725" wrap="square" tIns="109725">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713a17e2f_0_159"/>
          <p:cNvSpPr txBox="1"/>
          <p:nvPr>
            <p:ph type="title"/>
          </p:nvPr>
        </p:nvSpPr>
        <p:spPr>
          <a:xfrm>
            <a:off x="838200" y="365125"/>
            <a:ext cx="10515600" cy="1325700"/>
          </a:xfrm>
          <a:prstGeom prst="rect">
            <a:avLst/>
          </a:prstGeom>
        </p:spPr>
        <p:txBody>
          <a:bodyPr anchorCtr="0" anchor="ctr" bIns="91425" lIns="109725" spcFirstLastPara="1" rIns="109725" wrap="square" tIns="109725">
            <a:noAutofit/>
          </a:bodyPr>
          <a:lstStyle/>
          <a:p>
            <a:pPr indent="0" lvl="0" marL="0" rtl="0" algn="l">
              <a:spcBef>
                <a:spcPts val="0"/>
              </a:spcBef>
              <a:spcAft>
                <a:spcPts val="0"/>
              </a:spcAft>
              <a:buNone/>
            </a:pPr>
            <a:r>
              <a:rPr lang="ja-JP"/>
              <a:t>今後のアプローチ（散布図ベース）</a:t>
            </a:r>
            <a:endParaRPr/>
          </a:p>
        </p:txBody>
      </p:sp>
      <p:sp>
        <p:nvSpPr>
          <p:cNvPr id="174" name="Google Shape;174;g3e713a17e2f_0_159"/>
          <p:cNvSpPr txBox="1"/>
          <p:nvPr>
            <p:ph idx="1" type="body"/>
          </p:nvPr>
        </p:nvSpPr>
        <p:spPr>
          <a:xfrm>
            <a:off x="838200" y="1460650"/>
            <a:ext cx="10515600" cy="5397300"/>
          </a:xfrm>
          <a:prstGeom prst="rect">
            <a:avLst/>
          </a:prstGeom>
        </p:spPr>
        <p:txBody>
          <a:bodyPr anchorCtr="0" anchor="t" bIns="91425" lIns="109725" spcFirstLastPara="1" rIns="109725" wrap="square" tIns="109725">
            <a:noAutofit/>
          </a:bodyPr>
          <a:lstStyle/>
          <a:p>
            <a:pPr indent="0" lvl="0" marL="0" rtl="0" algn="l">
              <a:spcBef>
                <a:spcPts val="1000"/>
              </a:spcBef>
              <a:spcAft>
                <a:spcPts val="0"/>
              </a:spcAft>
              <a:buNone/>
            </a:pPr>
            <a:r>
              <a:rPr lang="ja-JP"/>
              <a:t>散布図概要</a:t>
            </a:r>
            <a:endParaRPr/>
          </a:p>
          <a:p>
            <a:pPr indent="0" lvl="0" marL="0" rtl="0" algn="l">
              <a:spcBef>
                <a:spcPts val="1000"/>
              </a:spcBef>
              <a:spcAft>
                <a:spcPts val="0"/>
              </a:spcAft>
              <a:buNone/>
            </a:pPr>
            <a:r>
              <a:rPr lang="ja-JP"/>
              <a:t> 縦軸：「9. 総合満足度」の平均値  (MAX: 5,MIN: 0)</a:t>
            </a:r>
            <a:endParaRPr/>
          </a:p>
          <a:p>
            <a:pPr indent="0" lvl="0" marL="0" rtl="0" algn="l">
              <a:spcBef>
                <a:spcPts val="1000"/>
              </a:spcBef>
              <a:spcAft>
                <a:spcPts val="0"/>
              </a:spcAft>
              <a:buNone/>
            </a:pPr>
            <a:r>
              <a:rPr lang="ja-JP"/>
              <a:t> 横軸：「ヒートマップ値」 (MAX:1 MIN: 0)</a:t>
            </a:r>
            <a:endParaRPr/>
          </a:p>
          <a:p>
            <a:pPr indent="0" lvl="0" marL="0" rtl="0" algn="l">
              <a:spcBef>
                <a:spcPts val="1000"/>
              </a:spcBef>
              <a:spcAft>
                <a:spcPts val="0"/>
              </a:spcAft>
              <a:buNone/>
            </a:pPr>
            <a:r>
              <a:rPr lang="ja-JP"/>
              <a:t>23セグメント分をグラフにプロット </a:t>
            </a:r>
            <a:endParaRPr/>
          </a:p>
          <a:p>
            <a:pPr indent="0" lvl="0" marL="0" rtl="0" algn="l">
              <a:spcBef>
                <a:spcPts val="1000"/>
              </a:spcBef>
              <a:spcAft>
                <a:spcPts val="0"/>
              </a:spcAft>
              <a:buNone/>
            </a:pPr>
            <a:r>
              <a:rPr lang="ja-JP"/>
              <a:t>→４つにグループ分け</a:t>
            </a:r>
            <a:endParaRPr/>
          </a:p>
          <a:p>
            <a:pPr indent="0" lvl="0" marL="0" rtl="0" algn="l">
              <a:spcBef>
                <a:spcPts val="1000"/>
              </a:spcBef>
              <a:spcAft>
                <a:spcPts val="0"/>
              </a:spcAft>
              <a:buNone/>
            </a:pPr>
            <a:r>
              <a:rPr b="1" lang="ja-JP"/>
              <a:t>1: </a:t>
            </a:r>
            <a:r>
              <a:rPr b="1" lang="ja-JP"/>
              <a:t>ヒートマップ</a:t>
            </a:r>
            <a:r>
              <a:rPr b="1" lang="ja-JP">
                <a:solidFill>
                  <a:srgbClr val="FF0000"/>
                </a:solidFill>
              </a:rPr>
              <a:t>高</a:t>
            </a:r>
            <a:r>
              <a:rPr b="1" lang="ja-JP"/>
              <a:t>×満足度</a:t>
            </a:r>
            <a:r>
              <a:rPr b="1" lang="ja-JP">
                <a:solidFill>
                  <a:srgbClr val="FF0000"/>
                </a:solidFill>
              </a:rPr>
              <a:t>高</a:t>
            </a:r>
            <a:endParaRPr b="1">
              <a:solidFill>
                <a:srgbClr val="FF0000"/>
              </a:solidFill>
            </a:endParaRPr>
          </a:p>
          <a:p>
            <a:pPr indent="0" lvl="0" marL="0" rtl="0" algn="l">
              <a:spcBef>
                <a:spcPts val="1000"/>
              </a:spcBef>
              <a:spcAft>
                <a:spcPts val="0"/>
              </a:spcAft>
              <a:buNone/>
            </a:pPr>
            <a:r>
              <a:rPr b="1" lang="ja-JP"/>
              <a:t>2: ヒートマップ</a:t>
            </a:r>
            <a:r>
              <a:rPr b="1" lang="ja-JP">
                <a:solidFill>
                  <a:srgbClr val="FF0000"/>
                </a:solidFill>
              </a:rPr>
              <a:t>高</a:t>
            </a:r>
            <a:r>
              <a:rPr b="1" lang="ja-JP"/>
              <a:t>×満足度</a:t>
            </a:r>
            <a:r>
              <a:rPr b="1" lang="ja-JP">
                <a:solidFill>
                  <a:srgbClr val="0000FF"/>
                </a:solidFill>
              </a:rPr>
              <a:t>低</a:t>
            </a:r>
            <a:endParaRPr b="1"/>
          </a:p>
          <a:p>
            <a:pPr indent="0" lvl="0" marL="0" rtl="0" algn="l">
              <a:spcBef>
                <a:spcPts val="1000"/>
              </a:spcBef>
              <a:spcAft>
                <a:spcPts val="0"/>
              </a:spcAft>
              <a:buNone/>
            </a:pPr>
            <a:r>
              <a:rPr b="1" lang="ja-JP"/>
              <a:t>3: ヒートマップ</a:t>
            </a:r>
            <a:r>
              <a:rPr b="1" lang="ja-JP">
                <a:solidFill>
                  <a:srgbClr val="0000FF"/>
                </a:solidFill>
              </a:rPr>
              <a:t>低</a:t>
            </a:r>
            <a:r>
              <a:rPr b="1" lang="ja-JP"/>
              <a:t>×満足度</a:t>
            </a:r>
            <a:r>
              <a:rPr b="1" lang="ja-JP">
                <a:solidFill>
                  <a:srgbClr val="0000FF"/>
                </a:solidFill>
              </a:rPr>
              <a:t>低</a:t>
            </a:r>
            <a:endParaRPr b="1"/>
          </a:p>
          <a:p>
            <a:pPr indent="0" lvl="0" marL="0" rtl="0" algn="l">
              <a:spcBef>
                <a:spcPts val="1000"/>
              </a:spcBef>
              <a:spcAft>
                <a:spcPts val="0"/>
              </a:spcAft>
              <a:buNone/>
            </a:pPr>
            <a:r>
              <a:rPr b="1" lang="ja-JP"/>
              <a:t>4: ヒートマップ</a:t>
            </a:r>
            <a:r>
              <a:rPr b="1" lang="ja-JP">
                <a:solidFill>
                  <a:srgbClr val="0000FF"/>
                </a:solidFill>
              </a:rPr>
              <a:t>低</a:t>
            </a:r>
            <a:r>
              <a:rPr b="1" lang="ja-JP"/>
              <a:t>×満足度</a:t>
            </a:r>
            <a:r>
              <a:rPr b="1" lang="ja-JP">
                <a:solidFill>
                  <a:srgbClr val="FF0000"/>
                </a:solidFill>
              </a:rPr>
              <a:t>高</a:t>
            </a:r>
            <a:endParaRPr b="1">
              <a:solidFill>
                <a:srgbClr val="FF0000"/>
              </a:solidFill>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
        <p:nvSpPr>
          <p:cNvPr id="175" name="Google Shape;175;g3e713a17e2f_0_159"/>
          <p:cNvSpPr txBox="1"/>
          <p:nvPr>
            <p:ph idx="12" type="sldNum"/>
          </p:nvPr>
        </p:nvSpPr>
        <p:spPr>
          <a:xfrm>
            <a:off x="8610600" y="6356350"/>
            <a:ext cx="2743200" cy="365100"/>
          </a:xfrm>
          <a:prstGeom prst="rect">
            <a:avLst/>
          </a:prstGeom>
        </p:spPr>
        <p:txBody>
          <a:bodyPr anchorCtr="0" anchor="ctr" bIns="91425" lIns="109725" spcFirstLastPara="1" rIns="109725" wrap="square" tIns="109725">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e713a17e2f_0_131"/>
          <p:cNvSpPr txBox="1"/>
          <p:nvPr>
            <p:ph type="title"/>
          </p:nvPr>
        </p:nvSpPr>
        <p:spPr>
          <a:xfrm>
            <a:off x="838200" y="365125"/>
            <a:ext cx="10515600" cy="1325700"/>
          </a:xfrm>
          <a:prstGeom prst="rect">
            <a:avLst/>
          </a:prstGeom>
        </p:spPr>
        <p:txBody>
          <a:bodyPr anchorCtr="0" anchor="ctr" bIns="91425" lIns="109725" spcFirstLastPara="1" rIns="109725" wrap="square" tIns="109725">
            <a:noAutofit/>
          </a:bodyPr>
          <a:lstStyle/>
          <a:p>
            <a:pPr indent="0" lvl="0" marL="0" rtl="0" algn="l">
              <a:spcBef>
                <a:spcPts val="0"/>
              </a:spcBef>
              <a:spcAft>
                <a:spcPts val="0"/>
              </a:spcAft>
              <a:buNone/>
            </a:pPr>
            <a:r>
              <a:rPr lang="ja-JP"/>
              <a:t>今後のアプローチ（散布図ベース）</a:t>
            </a:r>
            <a:endParaRPr/>
          </a:p>
        </p:txBody>
      </p:sp>
      <p:sp>
        <p:nvSpPr>
          <p:cNvPr id="182" name="Google Shape;182;g3e713a17e2f_0_131"/>
          <p:cNvSpPr txBox="1"/>
          <p:nvPr>
            <p:ph idx="1" type="body"/>
          </p:nvPr>
        </p:nvSpPr>
        <p:spPr>
          <a:xfrm>
            <a:off x="838200" y="1825625"/>
            <a:ext cx="10515600" cy="4970400"/>
          </a:xfrm>
          <a:prstGeom prst="rect">
            <a:avLst/>
          </a:prstGeom>
        </p:spPr>
        <p:txBody>
          <a:bodyPr anchorCtr="0" anchor="t" bIns="91425" lIns="109725" spcFirstLastPara="1" rIns="109725" wrap="square" tIns="109725">
            <a:noAutofit/>
          </a:bodyPr>
          <a:lstStyle/>
          <a:p>
            <a:pPr indent="0" lvl="0" marL="0" rtl="0" algn="l">
              <a:spcBef>
                <a:spcPts val="1000"/>
              </a:spcBef>
              <a:spcAft>
                <a:spcPts val="0"/>
              </a:spcAft>
              <a:buNone/>
            </a:pPr>
            <a:r>
              <a:rPr lang="ja-JP"/>
              <a:t>・</a:t>
            </a:r>
            <a:r>
              <a:rPr lang="ja-JP"/>
              <a:t>前スライドの</a:t>
            </a:r>
            <a:r>
              <a:rPr lang="ja-JP"/>
              <a:t>4つのグループ</a:t>
            </a:r>
            <a:r>
              <a:rPr lang="ja-JP"/>
              <a:t>の組み合わせ</a:t>
            </a:r>
            <a:r>
              <a:rPr lang="ja-JP"/>
              <a:t>において、字幕</a:t>
            </a:r>
            <a:r>
              <a:rPr lang="ja-JP"/>
              <a:t>および</a:t>
            </a:r>
            <a:r>
              <a:rPr lang="ja-JP"/>
              <a:t>視聴者コメントの定量データの特徴に違いがあるのかについて比較を行</a:t>
            </a:r>
            <a:r>
              <a:rPr lang="ja-JP"/>
              <a:t>う</a:t>
            </a:r>
            <a:endParaRPr/>
          </a:p>
          <a:p>
            <a:pPr indent="0" lvl="0" marL="0" rtl="0" algn="l">
              <a:spcBef>
                <a:spcPts val="1000"/>
              </a:spcBef>
              <a:spcAft>
                <a:spcPts val="0"/>
              </a:spcAft>
              <a:buNone/>
            </a:pPr>
            <a:r>
              <a:rPr lang="ja-JP"/>
              <a:t>→高注目度セグメント抽出モデル構築のための前調査</a:t>
            </a:r>
            <a:endParaRPr/>
          </a:p>
          <a:p>
            <a:pPr indent="0" lvl="0" marL="0" rtl="0" algn="l">
              <a:spcBef>
                <a:spcPts val="1000"/>
              </a:spcBef>
              <a:spcAft>
                <a:spcPts val="0"/>
              </a:spcAft>
              <a:buNone/>
            </a:pPr>
            <a:r>
              <a:rPr b="1" lang="ja-JP"/>
              <a:t>定量データ候補</a:t>
            </a:r>
            <a:endParaRPr b="1"/>
          </a:p>
          <a:p>
            <a:pPr indent="0" lvl="0" marL="0" rtl="0" algn="l">
              <a:spcBef>
                <a:spcPts val="1000"/>
              </a:spcBef>
              <a:spcAft>
                <a:spcPts val="0"/>
              </a:spcAft>
              <a:buNone/>
            </a:pPr>
            <a:r>
              <a:rPr lang="ja-JP"/>
              <a:t>　</a:t>
            </a:r>
            <a:r>
              <a:rPr lang="ja-JP"/>
              <a:t>・字幕 → 感情（セグメント内のポジティブ率、ネガティ</a:t>
            </a:r>
            <a:r>
              <a:rPr lang="ja-JP"/>
              <a:t>ブ</a:t>
            </a:r>
            <a:r>
              <a:rPr lang="ja-JP"/>
              <a:t>率）、発話テンポ（</a:t>
            </a:r>
            <a:r>
              <a:rPr lang="ja-JP"/>
              <a:t>発話</a:t>
            </a:r>
            <a:r>
              <a:rPr lang="ja-JP"/>
              <a:t>文字数/s）</a:t>
            </a:r>
            <a:r>
              <a:rPr lang="ja-JP"/>
              <a:t>、</a:t>
            </a:r>
            <a:r>
              <a:rPr lang="ja-JP"/>
              <a:t>など</a:t>
            </a:r>
            <a:endParaRPr/>
          </a:p>
          <a:p>
            <a:pPr indent="0" lvl="0" marL="0" rtl="0" algn="l">
              <a:spcBef>
                <a:spcPts val="1000"/>
              </a:spcBef>
              <a:spcAft>
                <a:spcPts val="0"/>
              </a:spcAft>
              <a:buNone/>
            </a:pPr>
            <a:r>
              <a:rPr lang="ja-JP"/>
              <a:t>　</a:t>
            </a:r>
            <a:r>
              <a:rPr lang="ja-JP"/>
              <a:t>・視聴者コメント → 感情（セグメント内のポジティブ率、ネガティブ率）、速度(コメント数/s)、</a:t>
            </a:r>
            <a:r>
              <a:rPr lang="ja-JP"/>
              <a:t>など</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
        <p:nvSpPr>
          <p:cNvPr id="183" name="Google Shape;183;g3e713a17e2f_0_131"/>
          <p:cNvSpPr txBox="1"/>
          <p:nvPr>
            <p:ph idx="12" type="sldNum"/>
          </p:nvPr>
        </p:nvSpPr>
        <p:spPr>
          <a:xfrm>
            <a:off x="8610600" y="6356350"/>
            <a:ext cx="2743200" cy="365100"/>
          </a:xfrm>
          <a:prstGeom prst="rect">
            <a:avLst/>
          </a:prstGeom>
        </p:spPr>
        <p:txBody>
          <a:bodyPr anchorCtr="0" anchor="ctr" bIns="91425" lIns="109725" spcFirstLastPara="1" rIns="109725" wrap="square" tIns="109725">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2025-05-18T22:20:18Z</dcterms:created>
  <dc:creator>昇汰 三輪</dc:creator>
</cp:coreProperties>
</file>